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3" r:id="rId1"/>
  </p:sldMasterIdLst>
  <p:notesMasterIdLst>
    <p:notesMasterId r:id="rId13"/>
  </p:notesMasterIdLst>
  <p:sldIdLst>
    <p:sldId id="256" r:id="rId2"/>
    <p:sldId id="261" r:id="rId3"/>
    <p:sldId id="262" r:id="rId4"/>
    <p:sldId id="263" r:id="rId5"/>
    <p:sldId id="264" r:id="rId6"/>
    <p:sldId id="265" r:id="rId7"/>
    <p:sldId id="266" r:id="rId8"/>
    <p:sldId id="274" r:id="rId9"/>
    <p:sldId id="260" r:id="rId10"/>
    <p:sldId id="275" r:id="rId11"/>
    <p:sldId id="271" r:id="rId12"/>
  </p:sldIdLst>
  <p:sldSz cx="9144000" cy="5143500" type="screen16x9"/>
  <p:notesSz cx="6858000" cy="9144000"/>
  <p:embeddedFontLst>
    <p:embeddedFont>
      <p:font typeface="Bowlby One" panose="020B0604020202020204" charset="0"/>
      <p:regular r:id="rId14"/>
    </p:embeddedFont>
    <p:embeddedFont>
      <p:font typeface="Nunito Light" pitchFamily="2" charset="0"/>
      <p:regular r:id="rId15"/>
      <p:italic r:id="rId16"/>
    </p:embeddedFont>
    <p:embeddedFont>
      <p:font typeface="Open Sans" panose="020B0606030504020204" pitchFamily="34" charset="0"/>
      <p:regular r:id="rId17"/>
      <p:bold r:id="rId18"/>
      <p:italic r:id="rId19"/>
      <p:boldItalic r:id="rId20"/>
    </p:embeddedFont>
    <p:embeddedFont>
      <p:font typeface="Roboto" panose="02000000000000000000" pitchFamily="2" charset="0"/>
      <p:regular r:id="rId21"/>
      <p:bold r:id="rId22"/>
      <p:italic r:id="rId23"/>
      <p:boldItalic r:id="rId24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33C3C"/>
    <a:srgbClr val="70311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245CD3AC-F4F0-45B8-9148-8B6F7FDC3C11}">
  <a:tblStyle styleId="{245CD3AC-F4F0-45B8-9148-8B6F7FDC3C11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775DCB02-9BB8-47FD-8907-85C794F793BA}" styleName="Themed Style 1 - Accent 4">
    <a:tblBg>
      <a:fillRef idx="2">
        <a:schemeClr val="accent4"/>
      </a:fillRef>
      <a:effectRef idx="1">
        <a:schemeClr val="accent4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Ref idx="1">
              <a:schemeClr val="accent4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  <a:fill>
          <a:solidFill>
            <a:schemeClr val="accent4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4"/>
            </a:lnRef>
          </a:left>
          <a:right>
            <a:lnRef idx="2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2">
              <a:schemeClr val="accent4"/>
            </a:lnRef>
          </a:top>
          <a:bottom>
            <a:lnRef idx="2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firstRow>
  </a:tblStyle>
  <a:tblStyle styleId="{E269D01E-BC32-4049-B463-5C60D7B0CCD2}" styleName="Themed Style 2 - Accent 4">
    <a:tblBg>
      <a:fillRef idx="3">
        <a:schemeClr val="accent4"/>
      </a:fillRef>
      <a:effectRef idx="3">
        <a:schemeClr val="accent4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4">
                <a:tint val="50000"/>
              </a:schemeClr>
            </a:lnRef>
          </a:left>
          <a:right>
            <a:lnRef idx="1">
              <a:schemeClr val="accent4">
                <a:tint val="50000"/>
              </a:schemeClr>
            </a:lnRef>
          </a:right>
          <a:top>
            <a:lnRef idx="1">
              <a:schemeClr val="accent4">
                <a:tint val="50000"/>
              </a:schemeClr>
            </a:lnRef>
          </a:top>
          <a:bottom>
            <a:lnRef idx="1">
              <a:schemeClr val="accent4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78" d="100"/>
          <a:sy n="78" d="100"/>
        </p:scale>
        <p:origin x="940" y="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notesMaster" Target="notesMasters/notesMaster1.xml"/><Relationship Id="rId18" Type="http://schemas.openxmlformats.org/officeDocument/2006/relationships/font" Target="fonts/font5.fntdata"/><Relationship Id="rId26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openxmlformats.org/officeDocument/2006/relationships/font" Target="fonts/font8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4.fntdata"/><Relationship Id="rId25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font" Target="fonts/font3.fntdata"/><Relationship Id="rId20" Type="http://schemas.openxmlformats.org/officeDocument/2006/relationships/font" Target="fonts/font7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11.fntdata"/><Relationship Id="rId5" Type="http://schemas.openxmlformats.org/officeDocument/2006/relationships/slide" Target="slides/slide4.xml"/><Relationship Id="rId15" Type="http://schemas.openxmlformats.org/officeDocument/2006/relationships/font" Target="fonts/font2.fntdata"/><Relationship Id="rId23" Type="http://schemas.openxmlformats.org/officeDocument/2006/relationships/font" Target="fonts/font10.fntdata"/><Relationship Id="rId28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font" Target="fonts/font6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font" Target="fonts/font1.fntdata"/><Relationship Id="rId22" Type="http://schemas.openxmlformats.org/officeDocument/2006/relationships/font" Target="fonts/font9.fntdata"/><Relationship Id="rId27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9" name="Google Shape;9059;g13c2bc466c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60" name="Google Shape;9060;g13c2bc466c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0" name="Google Shape;9140;g2259a73fc43_0_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41" name="Google Shape;9141;g2259a73fc43_0_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7" name="Google Shape;9147;g2259a73fc43_0_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48" name="Google Shape;9148;g2259a73fc43_0_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3" name="Google Shape;9153;g54dda1946d_6_3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54" name="Google Shape;9154;g54dda1946d_6_3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1" name="Google Shape;9191;g2259a73fc43_0_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92" name="Google Shape;9192;g2259a73fc43_0_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7" name="Google Shape;9247;g2259a73fc43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48" name="Google Shape;9248;g2259a73fc43_0_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1" name="Google Shape;9321;g2259a73fc43_0_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22" name="Google Shape;9322;g2259a73fc43_0_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0" name="Google Shape;9560;g2259a73fc43_0_1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61" name="Google Shape;9561;g2259a73fc43_0_1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2" name="Google Shape;9132;g2259a73fc43_0_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33" name="Google Shape;9133;g2259a73fc43_0_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72" name="Google Shape;9572;g2259a73fc43_0_1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73" name="Google Shape;9573;g2259a73fc43_0_1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0" name="Google Shape;9520;g2259a73fc43_0_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21" name="Google Shape;9521;g2259a73fc43_0_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8" y="16530"/>
            <a:ext cx="9143944" cy="5110441"/>
            <a:chOff x="0" y="0"/>
            <a:chExt cx="2940175" cy="3689050"/>
          </a:xfrm>
        </p:grpSpPr>
        <p:sp>
          <p:nvSpPr>
            <p:cNvPr id="10" name="Google Shape;10;p2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0" y="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0" y="2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0" y="2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0" y="3680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0" y="3680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0" y="3683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0" y="3683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4" name="Google Shape;134;p2"/>
          <p:cNvSpPr txBox="1">
            <a:spLocks noGrp="1"/>
          </p:cNvSpPr>
          <p:nvPr>
            <p:ph type="ctrTitle"/>
          </p:nvPr>
        </p:nvSpPr>
        <p:spPr>
          <a:xfrm>
            <a:off x="1971056" y="958645"/>
            <a:ext cx="5202000" cy="2695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500"/>
              <a:buFont typeface="Loved by the King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35" name="Google Shape;135;p2"/>
          <p:cNvSpPr txBox="1">
            <a:spLocks noGrp="1"/>
          </p:cNvSpPr>
          <p:nvPr>
            <p:ph type="subTitle" idx="1"/>
          </p:nvPr>
        </p:nvSpPr>
        <p:spPr>
          <a:xfrm>
            <a:off x="1970944" y="3819155"/>
            <a:ext cx="52020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6" name="Google Shape;136;p2"/>
          <p:cNvGrpSpPr/>
          <p:nvPr/>
        </p:nvGrpSpPr>
        <p:grpSpPr>
          <a:xfrm>
            <a:off x="8009088" y="-269659"/>
            <a:ext cx="1363145" cy="1433258"/>
            <a:chOff x="8529150" y="-173700"/>
            <a:chExt cx="1669089" cy="1754724"/>
          </a:xfrm>
        </p:grpSpPr>
        <p:sp>
          <p:nvSpPr>
            <p:cNvPr id="137" name="Google Shape;137;p2"/>
            <p:cNvSpPr/>
            <p:nvPr/>
          </p:nvSpPr>
          <p:spPr>
            <a:xfrm>
              <a:off x="9476745" y="1051933"/>
              <a:ext cx="272948" cy="372487"/>
            </a:xfrm>
            <a:custGeom>
              <a:avLst/>
              <a:gdLst/>
              <a:ahLst/>
              <a:cxnLst/>
              <a:rect l="l" t="t" r="r" b="b"/>
              <a:pathLst>
                <a:path w="7368" h="10055" extrusionOk="0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9527239" y="1298549"/>
              <a:ext cx="144179" cy="48307"/>
            </a:xfrm>
            <a:custGeom>
              <a:avLst/>
              <a:gdLst/>
              <a:ahLst/>
              <a:cxnLst/>
              <a:rect l="l" t="t" r="r" b="b"/>
              <a:pathLst>
                <a:path w="3892" h="1304" extrusionOk="0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9304779" y="1310255"/>
              <a:ext cx="441984" cy="270762"/>
            </a:xfrm>
            <a:custGeom>
              <a:avLst/>
              <a:gdLst/>
              <a:ahLst/>
              <a:cxnLst/>
              <a:rect l="l" t="t" r="r" b="b"/>
              <a:pathLst>
                <a:path w="11931" h="7309" extrusionOk="0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8911833" y="245551"/>
              <a:ext cx="357855" cy="378341"/>
            </a:xfrm>
            <a:custGeom>
              <a:avLst/>
              <a:gdLst/>
              <a:ahLst/>
              <a:cxnLst/>
              <a:rect l="l" t="t" r="r" b="b"/>
              <a:pathLst>
                <a:path w="9660" h="10213" extrusionOk="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8932320" y="367025"/>
              <a:ext cx="170518" cy="113469"/>
            </a:xfrm>
            <a:custGeom>
              <a:avLst/>
              <a:gdLst/>
              <a:ahLst/>
              <a:cxnLst/>
              <a:rect l="l" t="t" r="r" b="b"/>
              <a:pathLst>
                <a:path w="4603" h="3063" extrusionOk="0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9075761" y="503873"/>
              <a:ext cx="741" cy="14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8997446" y="428484"/>
              <a:ext cx="272244" cy="89315"/>
            </a:xfrm>
            <a:custGeom>
              <a:avLst/>
              <a:gdLst/>
              <a:ahLst/>
              <a:cxnLst/>
              <a:rect l="l" t="t" r="r" b="b"/>
              <a:pathLst>
                <a:path w="7349" h="2411" extrusionOk="0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9182564" y="499464"/>
              <a:ext cx="37" cy="778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9604035" y="1288287"/>
              <a:ext cx="37" cy="1519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9509642" y="1065862"/>
              <a:ext cx="152996" cy="245868"/>
            </a:xfrm>
            <a:custGeom>
              <a:avLst/>
              <a:gdLst/>
              <a:ahLst/>
              <a:cxnLst/>
              <a:rect l="l" t="t" r="r" b="b"/>
              <a:pathLst>
                <a:path w="4130" h="6637" extrusionOk="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9643563" y="1176334"/>
              <a:ext cx="1519" cy="778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8687928" y="245551"/>
              <a:ext cx="367338" cy="334442"/>
            </a:xfrm>
            <a:custGeom>
              <a:avLst/>
              <a:gdLst/>
              <a:ahLst/>
              <a:cxnLst/>
              <a:rect l="l" t="t" r="r" b="b"/>
              <a:pathLst>
                <a:path w="9916" h="9028" extrusionOk="0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8529150" y="465827"/>
              <a:ext cx="1101274" cy="1114425"/>
            </a:xfrm>
            <a:custGeom>
              <a:avLst/>
              <a:gdLst/>
              <a:ahLst/>
              <a:cxnLst/>
              <a:rect l="l" t="t" r="r" b="b"/>
              <a:pathLst>
                <a:path w="29728" h="30083" extrusionOk="0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57150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8690855" y="432152"/>
              <a:ext cx="76127" cy="92242"/>
            </a:xfrm>
            <a:custGeom>
              <a:avLst/>
              <a:gdLst/>
              <a:ahLst/>
              <a:cxnLst/>
              <a:rect l="l" t="t" r="r" b="b"/>
              <a:pathLst>
                <a:path w="2055" h="2490" extrusionOk="0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9347233" y="1536347"/>
              <a:ext cx="100281" cy="44676"/>
            </a:xfrm>
            <a:custGeom>
              <a:avLst/>
              <a:gdLst/>
              <a:ahLst/>
              <a:cxnLst/>
              <a:rect l="l" t="t" r="r" b="b"/>
              <a:pathLst>
                <a:path w="2707" h="1206" extrusionOk="0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8993779" y="-173700"/>
              <a:ext cx="515185" cy="596350"/>
            </a:xfrm>
            <a:custGeom>
              <a:avLst/>
              <a:gdLst/>
              <a:ahLst/>
              <a:cxnLst/>
              <a:rect l="l" t="t" r="r" b="b"/>
              <a:pathLst>
                <a:path w="13907" h="16098" extrusionOk="0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9709430" y="1086349"/>
              <a:ext cx="488809" cy="395863"/>
            </a:xfrm>
            <a:custGeom>
              <a:avLst/>
              <a:gdLst/>
              <a:ahLst/>
              <a:cxnLst/>
              <a:rect l="l" t="t" r="r" b="b"/>
              <a:pathLst>
                <a:path w="13195" h="10686" extrusionOk="0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8630137" y="1077569"/>
              <a:ext cx="2964" cy="7335"/>
            </a:xfrm>
            <a:custGeom>
              <a:avLst/>
              <a:gdLst/>
              <a:ahLst/>
              <a:cxnLst/>
              <a:rect l="l" t="t" r="r" b="b"/>
              <a:pathLst>
                <a:path w="80" h="198" extrusionOk="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8871602" y="666320"/>
              <a:ext cx="5149" cy="2964"/>
            </a:xfrm>
            <a:custGeom>
              <a:avLst/>
              <a:gdLst/>
              <a:ahLst/>
              <a:cxnLst/>
              <a:rect l="l" t="t" r="r" b="b"/>
              <a:pathLst>
                <a:path w="139" h="80" extrusionOk="0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9280625" y="603379"/>
              <a:ext cx="778" cy="778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8678408" y="1149253"/>
              <a:ext cx="2223" cy="2964"/>
            </a:xfrm>
            <a:custGeom>
              <a:avLst/>
              <a:gdLst/>
              <a:ahLst/>
              <a:cxnLst/>
              <a:rect l="l" t="t" r="r" b="b"/>
              <a:pathLst>
                <a:path w="60" h="80" extrusionOk="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9309891" y="711702"/>
              <a:ext cx="2223" cy="741"/>
            </a:xfrm>
            <a:custGeom>
              <a:avLst/>
              <a:gdLst/>
              <a:ahLst/>
              <a:cxnLst/>
              <a:rect l="l" t="t" r="r" b="b"/>
              <a:pathLst>
                <a:path w="60" h="20" extrusionOk="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8610354" y="553626"/>
              <a:ext cx="936646" cy="969579"/>
            </a:xfrm>
            <a:custGeom>
              <a:avLst/>
              <a:gdLst/>
              <a:ahLst/>
              <a:cxnLst/>
              <a:rect l="l" t="t" r="r" b="b"/>
              <a:pathLst>
                <a:path w="25284" h="26173" extrusionOk="0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8680593" y="1151476"/>
              <a:ext cx="1519" cy="2223"/>
            </a:xfrm>
            <a:custGeom>
              <a:avLst/>
              <a:gdLst/>
              <a:ahLst/>
              <a:cxnLst/>
              <a:rect l="l" t="t" r="r" b="b"/>
              <a:pathLst>
                <a:path w="41" h="60" extrusionOk="0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9476745" y="995586"/>
              <a:ext cx="1482" cy="2260"/>
            </a:xfrm>
            <a:custGeom>
              <a:avLst/>
              <a:gdLst/>
              <a:ahLst/>
              <a:cxnLst/>
              <a:rect l="l" t="t" r="r" b="b"/>
              <a:pathLst>
                <a:path w="40" h="61" extrusionOk="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9435773" y="1221715"/>
              <a:ext cx="741" cy="741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8691596" y="1119986"/>
              <a:ext cx="2964" cy="2964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8625728" y="576298"/>
              <a:ext cx="900786" cy="900786"/>
            </a:xfrm>
            <a:custGeom>
              <a:avLst/>
              <a:gdLst/>
              <a:ahLst/>
              <a:cxnLst/>
              <a:rect l="l" t="t" r="r" b="b"/>
              <a:pathLst>
                <a:path w="24316" h="24316" extrusionOk="0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8903054" y="782645"/>
              <a:ext cx="328589" cy="451542"/>
            </a:xfrm>
            <a:custGeom>
              <a:avLst/>
              <a:gdLst/>
              <a:ahLst/>
              <a:cxnLst/>
              <a:rect l="l" t="t" r="r" b="b"/>
              <a:pathLst>
                <a:path w="8870" h="12189" extrusionOk="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8686447" y="798760"/>
              <a:ext cx="232754" cy="353446"/>
            </a:xfrm>
            <a:custGeom>
              <a:avLst/>
              <a:gdLst/>
              <a:ahLst/>
              <a:cxnLst/>
              <a:rect l="l" t="t" r="r" b="b"/>
              <a:pathLst>
                <a:path w="6283" h="9541" extrusionOk="0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8758908" y="1149994"/>
              <a:ext cx="335146" cy="270762"/>
            </a:xfrm>
            <a:custGeom>
              <a:avLst/>
              <a:gdLst/>
              <a:ahLst/>
              <a:cxnLst/>
              <a:rect l="l" t="t" r="r" b="b"/>
              <a:pathLst>
                <a:path w="9047" h="7309" extrusionOk="0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8802808" y="592413"/>
              <a:ext cx="362967" cy="286136"/>
            </a:xfrm>
            <a:custGeom>
              <a:avLst/>
              <a:gdLst/>
              <a:ahLst/>
              <a:cxnLst/>
              <a:rect l="l" t="t" r="r" b="b"/>
              <a:pathLst>
                <a:path w="9798" h="7724" extrusionOk="0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9134998" y="994141"/>
              <a:ext cx="333701" cy="342481"/>
            </a:xfrm>
            <a:custGeom>
              <a:avLst/>
              <a:gdLst/>
              <a:ahLst/>
              <a:cxnLst/>
              <a:rect l="l" t="t" r="r" b="b"/>
              <a:pathLst>
                <a:path w="9008" h="9245" extrusionOk="0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9178193" y="683880"/>
              <a:ext cx="242237" cy="318328"/>
            </a:xfrm>
            <a:custGeom>
              <a:avLst/>
              <a:gdLst/>
              <a:ahLst/>
              <a:cxnLst/>
              <a:rect l="l" t="t" r="r" b="b"/>
              <a:pathLst>
                <a:path w="6539" h="8593" extrusionOk="0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9045754" y="1328556"/>
              <a:ext cx="229049" cy="130991"/>
            </a:xfrm>
            <a:custGeom>
              <a:avLst/>
              <a:gdLst/>
              <a:ahLst/>
              <a:cxnLst/>
              <a:rect l="l" t="t" r="r" b="b"/>
              <a:pathLst>
                <a:path w="6183" h="3536" extrusionOk="0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9398430" y="921679"/>
              <a:ext cx="109060" cy="182261"/>
            </a:xfrm>
            <a:custGeom>
              <a:avLst/>
              <a:gdLst/>
              <a:ahLst/>
              <a:cxnLst/>
              <a:rect l="l" t="t" r="r" b="b"/>
              <a:pathLst>
                <a:path w="2944" h="4920" extrusionOk="0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8739867" y="785608"/>
              <a:ext cx="159553" cy="164665"/>
            </a:xfrm>
            <a:custGeom>
              <a:avLst/>
              <a:gdLst/>
              <a:ahLst/>
              <a:cxnLst/>
              <a:rect l="l" t="t" r="r" b="b"/>
              <a:pathLst>
                <a:path w="4307" h="4445" extrusionOk="0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9074279" y="661208"/>
              <a:ext cx="172741" cy="170518"/>
            </a:xfrm>
            <a:custGeom>
              <a:avLst/>
              <a:gdLst/>
              <a:ahLst/>
              <a:cxnLst/>
              <a:rect l="l" t="t" r="r" b="b"/>
              <a:pathLst>
                <a:path w="4663" h="4603" extrusionOk="0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8780136" y="1158033"/>
              <a:ext cx="170518" cy="170555"/>
            </a:xfrm>
            <a:custGeom>
              <a:avLst/>
              <a:gdLst/>
              <a:ahLst/>
              <a:cxnLst/>
              <a:rect l="l" t="t" r="r" b="b"/>
              <a:pathLst>
                <a:path w="4603" h="4604" extrusionOk="0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8977701" y="994141"/>
              <a:ext cx="173445" cy="171259"/>
            </a:xfrm>
            <a:custGeom>
              <a:avLst/>
              <a:gdLst/>
              <a:ahLst/>
              <a:cxnLst/>
              <a:rect l="l" t="t" r="r" b="b"/>
              <a:pathLst>
                <a:path w="4682" h="4623" extrusionOk="0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9181120" y="1207786"/>
              <a:ext cx="172000" cy="170555"/>
            </a:xfrm>
            <a:custGeom>
              <a:avLst/>
              <a:gdLst/>
              <a:ahLst/>
              <a:cxnLst/>
              <a:rect l="l" t="t" r="r" b="b"/>
              <a:pathLst>
                <a:path w="4643" h="4604" extrusionOk="0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9287960" y="920234"/>
              <a:ext cx="166851" cy="173445"/>
            </a:xfrm>
            <a:custGeom>
              <a:avLst/>
              <a:gdLst/>
              <a:ahLst/>
              <a:cxnLst/>
              <a:rect l="l" t="t" r="r" b="b"/>
              <a:pathLst>
                <a:path w="4504" h="4682" extrusionOk="0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" name="Google Shape;179;p2"/>
          <p:cNvGrpSpPr/>
          <p:nvPr/>
        </p:nvGrpSpPr>
        <p:grpSpPr>
          <a:xfrm rot="1746615">
            <a:off x="4048366" y="-193218"/>
            <a:ext cx="1047275" cy="979617"/>
            <a:chOff x="-252624" y="1601574"/>
            <a:chExt cx="1047258" cy="979600"/>
          </a:xfrm>
        </p:grpSpPr>
        <p:sp>
          <p:nvSpPr>
            <p:cNvPr id="180" name="Google Shape;180;p2"/>
            <p:cNvSpPr/>
            <p:nvPr/>
          </p:nvSpPr>
          <p:spPr>
            <a:xfrm>
              <a:off x="534175" y="1698647"/>
              <a:ext cx="203734" cy="206468"/>
            </a:xfrm>
            <a:custGeom>
              <a:avLst/>
              <a:gdLst/>
              <a:ahLst/>
              <a:cxnLst/>
              <a:rect l="l" t="t" r="r" b="b"/>
              <a:pathLst>
                <a:path w="5887" h="5966" extrusionOk="0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-186316" y="2276933"/>
              <a:ext cx="200343" cy="205811"/>
            </a:xfrm>
            <a:custGeom>
              <a:avLst/>
              <a:gdLst/>
              <a:ahLst/>
              <a:cxnLst/>
              <a:rect l="l" t="t" r="r" b="b"/>
              <a:pathLst>
                <a:path w="5789" h="5947" extrusionOk="0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-243730" y="1601574"/>
              <a:ext cx="1038363" cy="979600"/>
            </a:xfrm>
            <a:custGeom>
              <a:avLst/>
              <a:gdLst/>
              <a:ahLst/>
              <a:cxnLst/>
              <a:rect l="l" t="t" r="r" b="b"/>
              <a:pathLst>
                <a:path w="30004" h="28306" extrusionOk="0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-194518" y="1657637"/>
              <a:ext cx="924228" cy="877750"/>
            </a:xfrm>
            <a:custGeom>
              <a:avLst/>
              <a:gdLst/>
              <a:ahLst/>
              <a:cxnLst/>
              <a:rect l="l" t="t" r="r" b="b"/>
              <a:pathLst>
                <a:path w="26706" h="25363" extrusionOk="0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283998" y="1871579"/>
              <a:ext cx="192798" cy="193491"/>
            </a:xfrm>
            <a:custGeom>
              <a:avLst/>
              <a:gdLst/>
              <a:ahLst/>
              <a:cxnLst/>
              <a:rect l="l" t="t" r="r" b="b"/>
              <a:pathLst>
                <a:path w="5571" h="5591" extrusionOk="0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254582" y="1705499"/>
              <a:ext cx="236577" cy="168192"/>
            </a:xfrm>
            <a:custGeom>
              <a:avLst/>
              <a:gdLst/>
              <a:ahLst/>
              <a:cxnLst/>
              <a:rect l="l" t="t" r="r" b="b"/>
              <a:pathLst>
                <a:path w="6836" h="4860" extrusionOk="0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480188" y="1885941"/>
              <a:ext cx="187988" cy="220138"/>
            </a:xfrm>
            <a:custGeom>
              <a:avLst/>
              <a:gdLst/>
              <a:ahLst/>
              <a:cxnLst/>
              <a:rect l="l" t="t" r="r" b="b"/>
              <a:pathLst>
                <a:path w="5432" h="6361" extrusionOk="0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06255" y="1808040"/>
              <a:ext cx="177779" cy="213286"/>
            </a:xfrm>
            <a:custGeom>
              <a:avLst/>
              <a:gdLst/>
              <a:ahLst/>
              <a:cxnLst/>
              <a:rect l="l" t="t" r="r" b="b"/>
              <a:pathLst>
                <a:path w="5137" h="6163" extrusionOk="0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48922" y="2067767"/>
              <a:ext cx="209894" cy="195532"/>
            </a:xfrm>
            <a:custGeom>
              <a:avLst/>
              <a:gdLst/>
              <a:ahLst/>
              <a:cxnLst/>
              <a:rect l="l" t="t" r="r" b="b"/>
              <a:pathLst>
                <a:path w="6065" h="5650" extrusionOk="0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-137105" y="2061642"/>
              <a:ext cx="276895" cy="276860"/>
            </a:xfrm>
            <a:custGeom>
              <a:avLst/>
              <a:gdLst/>
              <a:ahLst/>
              <a:cxnLst/>
              <a:rect l="l" t="t" r="r" b="b"/>
              <a:pathLst>
                <a:path w="8001" h="8000" extrusionOk="0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95319" y="2182628"/>
              <a:ext cx="343860" cy="276860"/>
            </a:xfrm>
            <a:custGeom>
              <a:avLst/>
              <a:gdLst/>
              <a:ahLst/>
              <a:cxnLst/>
              <a:rect l="l" t="t" r="r" b="b"/>
              <a:pathLst>
                <a:path w="9936" h="8000" extrusionOk="0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70021" y="1905771"/>
              <a:ext cx="327491" cy="255680"/>
            </a:xfrm>
            <a:custGeom>
              <a:avLst/>
              <a:gdLst/>
              <a:ahLst/>
              <a:cxnLst/>
              <a:rect l="l" t="t" r="r" b="b"/>
              <a:pathLst>
                <a:path w="9463" h="7388" extrusionOk="0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-252624" y="1774540"/>
              <a:ext cx="568774" cy="555070"/>
            </a:xfrm>
            <a:custGeom>
              <a:avLst/>
              <a:gdLst/>
              <a:ahLst/>
              <a:cxnLst/>
              <a:rect l="l" t="t" r="r" b="b"/>
              <a:pathLst>
                <a:path w="16435" h="16039" extrusionOk="0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" name="Google Shape;193;p2"/>
          <p:cNvGrpSpPr/>
          <p:nvPr/>
        </p:nvGrpSpPr>
        <p:grpSpPr>
          <a:xfrm>
            <a:off x="8525275" y="3413813"/>
            <a:ext cx="925639" cy="688028"/>
            <a:chOff x="8588925" y="2091476"/>
            <a:chExt cx="925639" cy="688028"/>
          </a:xfrm>
        </p:grpSpPr>
        <p:sp>
          <p:nvSpPr>
            <p:cNvPr id="194" name="Google Shape;194;p2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" name="Google Shape;208;p2"/>
          <p:cNvGrpSpPr/>
          <p:nvPr/>
        </p:nvGrpSpPr>
        <p:grpSpPr>
          <a:xfrm>
            <a:off x="-314825" y="1642175"/>
            <a:ext cx="898165" cy="766770"/>
            <a:chOff x="-252625" y="2918525"/>
            <a:chExt cx="898165" cy="766770"/>
          </a:xfrm>
        </p:grpSpPr>
        <p:sp>
          <p:nvSpPr>
            <p:cNvPr id="209" name="Google Shape;209;p2"/>
            <p:cNvSpPr/>
            <p:nvPr/>
          </p:nvSpPr>
          <p:spPr>
            <a:xfrm>
              <a:off x="-186914" y="2918525"/>
              <a:ext cx="788423" cy="766770"/>
            </a:xfrm>
            <a:custGeom>
              <a:avLst/>
              <a:gdLst/>
              <a:ahLst/>
              <a:cxnLst/>
              <a:rect l="l" t="t" r="r" b="b"/>
              <a:pathLst>
                <a:path w="25125" h="24435" extrusionOk="0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-69770" y="3110666"/>
              <a:ext cx="639054" cy="564714"/>
            </a:xfrm>
            <a:custGeom>
              <a:avLst/>
              <a:gdLst/>
              <a:ahLst/>
              <a:cxnLst/>
              <a:rect l="l" t="t" r="r" b="b"/>
              <a:pathLst>
                <a:path w="20365" h="17996" extrusionOk="0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64935" y="3361707"/>
              <a:ext cx="139484" cy="135781"/>
            </a:xfrm>
            <a:custGeom>
              <a:avLst/>
              <a:gdLst/>
              <a:ahLst/>
              <a:cxnLst/>
              <a:rect l="l" t="t" r="r" b="b"/>
              <a:pathLst>
                <a:path w="4445" h="4327" extrusionOk="0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00689" y="3457794"/>
              <a:ext cx="140112" cy="133898"/>
            </a:xfrm>
            <a:custGeom>
              <a:avLst/>
              <a:gdLst/>
              <a:ahLst/>
              <a:cxnLst/>
              <a:rect l="l" t="t" r="r" b="b"/>
              <a:pathLst>
                <a:path w="4465" h="4267" extrusionOk="0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99224" y="3212934"/>
              <a:ext cx="146921" cy="133930"/>
            </a:xfrm>
            <a:custGeom>
              <a:avLst/>
              <a:gdLst/>
              <a:ahLst/>
              <a:cxnLst/>
              <a:rect l="l" t="t" r="r" b="b"/>
              <a:pathLst>
                <a:path w="4682" h="4268" extrusionOk="0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3723" y="3317085"/>
              <a:ext cx="135781" cy="133898"/>
            </a:xfrm>
            <a:custGeom>
              <a:avLst/>
              <a:gdLst/>
              <a:ahLst/>
              <a:cxnLst/>
              <a:rect l="l" t="t" r="r" b="b"/>
              <a:pathLst>
                <a:path w="4327" h="4267" extrusionOk="0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-252625" y="2951380"/>
              <a:ext cx="430188" cy="475438"/>
            </a:xfrm>
            <a:custGeom>
              <a:avLst/>
              <a:gdLst/>
              <a:ahLst/>
              <a:cxnLst/>
              <a:rect l="l" t="t" r="r" b="b"/>
              <a:pathLst>
                <a:path w="13709" h="15151" extrusionOk="0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80856" y="2930920"/>
              <a:ext cx="564683" cy="264690"/>
            </a:xfrm>
            <a:custGeom>
              <a:avLst/>
              <a:gdLst/>
              <a:ahLst/>
              <a:cxnLst/>
              <a:rect l="l" t="t" r="r" b="b"/>
              <a:pathLst>
                <a:path w="17995" h="8435" extrusionOk="0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51075" y="3134232"/>
              <a:ext cx="120280" cy="125238"/>
            </a:xfrm>
            <a:custGeom>
              <a:avLst/>
              <a:gdLst/>
              <a:ahLst/>
              <a:cxnLst/>
              <a:rect l="l" t="t" r="r" b="b"/>
              <a:pathLst>
                <a:path w="3833" h="3991" extrusionOk="0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40352" y="3279272"/>
              <a:ext cx="124610" cy="132047"/>
            </a:xfrm>
            <a:custGeom>
              <a:avLst/>
              <a:gdLst/>
              <a:ahLst/>
              <a:cxnLst/>
              <a:rect l="l" t="t" r="r" b="b"/>
              <a:pathLst>
                <a:path w="3971" h="4208" extrusionOk="0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02540" y="3330108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91997" y="337473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3043" y="3358601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2959" y="341502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60814" y="3475743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202331" y="3509226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3377" y="3528430"/>
              <a:ext cx="19236" cy="17385"/>
            </a:xfrm>
            <a:custGeom>
              <a:avLst/>
              <a:gdLst/>
              <a:ahLst/>
              <a:cxnLst/>
              <a:rect l="l" t="t" r="r" b="b"/>
              <a:pathLst>
                <a:path w="613" h="554" extrusionOk="0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76912" y="3563137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18639" y="3518514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75269" y="342183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19474" y="3424311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44265" y="3460869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283512" y="3451580"/>
              <a:ext cx="16788" cy="17385"/>
            </a:xfrm>
            <a:custGeom>
              <a:avLst/>
              <a:gdLst/>
              <a:ahLst/>
              <a:cxnLst/>
              <a:rect l="l" t="t" r="r" b="b"/>
              <a:pathLst>
                <a:path w="535" h="554" extrusionOk="0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295311" y="3381540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265563" y="3235873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264307" y="3295997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219684" y="3271835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13083" y="3216668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384558" y="316150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69683" y="319806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85603" y="3312754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16576" y="3347461"/>
              <a:ext cx="17385" cy="17981"/>
            </a:xfrm>
            <a:custGeom>
              <a:avLst/>
              <a:gdLst/>
              <a:ahLst/>
              <a:cxnLst/>
              <a:rect l="l" t="t" r="r" b="b"/>
              <a:pathLst>
                <a:path w="554" h="573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484348" y="3379688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465143" y="3335662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65354" y="3246417"/>
              <a:ext cx="393003" cy="279564"/>
            </a:xfrm>
            <a:custGeom>
              <a:avLst/>
              <a:gdLst/>
              <a:ahLst/>
              <a:cxnLst/>
              <a:rect l="l" t="t" r="r" b="b"/>
              <a:pathLst>
                <a:path w="12524" h="8909" extrusionOk="0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-69770" y="3367293"/>
              <a:ext cx="639054" cy="308089"/>
            </a:xfrm>
            <a:custGeom>
              <a:avLst/>
              <a:gdLst/>
              <a:ahLst/>
              <a:cxnLst/>
              <a:rect l="l" t="t" r="r" b="b"/>
              <a:pathLst>
                <a:path w="20365" h="9818" extrusionOk="0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" name="Google Shape;245;p2"/>
          <p:cNvGrpSpPr/>
          <p:nvPr/>
        </p:nvGrpSpPr>
        <p:grpSpPr>
          <a:xfrm>
            <a:off x="8042790" y="3923975"/>
            <a:ext cx="1294621" cy="1350901"/>
            <a:chOff x="8465725" y="2863051"/>
            <a:chExt cx="1956212" cy="2041561"/>
          </a:xfrm>
        </p:grpSpPr>
        <p:sp>
          <p:nvSpPr>
            <p:cNvPr id="246" name="Google Shape;246;p2"/>
            <p:cNvSpPr/>
            <p:nvPr/>
          </p:nvSpPr>
          <p:spPr>
            <a:xfrm>
              <a:off x="8465725" y="2863051"/>
              <a:ext cx="489356" cy="498619"/>
            </a:xfrm>
            <a:custGeom>
              <a:avLst/>
              <a:gdLst/>
              <a:ahLst/>
              <a:cxnLst/>
              <a:rect l="l" t="t" r="r" b="b"/>
              <a:pathLst>
                <a:path w="9403" h="9581" extrusionOk="0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8500697" y="2894953"/>
              <a:ext cx="420503" cy="428674"/>
            </a:xfrm>
            <a:custGeom>
              <a:avLst/>
              <a:gdLst/>
              <a:ahLst/>
              <a:cxnLst/>
              <a:rect l="l" t="t" r="r" b="b"/>
              <a:pathLst>
                <a:path w="8080" h="8237" extrusionOk="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9589256" y="3455183"/>
              <a:ext cx="89513" cy="97684"/>
            </a:xfrm>
            <a:custGeom>
              <a:avLst/>
              <a:gdLst/>
              <a:ahLst/>
              <a:cxnLst/>
              <a:rect l="l" t="t" r="r" b="b"/>
              <a:pathLst>
                <a:path w="1720" h="1877" extrusionOk="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9131860" y="3347249"/>
              <a:ext cx="663073" cy="480092"/>
            </a:xfrm>
            <a:custGeom>
              <a:avLst/>
              <a:gdLst/>
              <a:ahLst/>
              <a:cxnLst/>
              <a:rect l="l" t="t" r="r" b="b"/>
              <a:pathLst>
                <a:path w="12741" h="9225" extrusionOk="0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8679565" y="3081003"/>
              <a:ext cx="990993" cy="1292163"/>
            </a:xfrm>
            <a:custGeom>
              <a:avLst/>
              <a:gdLst/>
              <a:ahLst/>
              <a:cxnLst/>
              <a:rect l="l" t="t" r="r" b="b"/>
              <a:pathLst>
                <a:path w="19042" h="24829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9065039" y="3536368"/>
              <a:ext cx="522246" cy="598333"/>
            </a:xfrm>
            <a:custGeom>
              <a:avLst/>
              <a:gdLst/>
              <a:ahLst/>
              <a:cxnLst/>
              <a:rect l="l" t="t" r="r" b="b"/>
              <a:pathLst>
                <a:path w="10035" h="11497" extrusionOk="0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8982813" y="3540480"/>
              <a:ext cx="798748" cy="539733"/>
            </a:xfrm>
            <a:custGeom>
              <a:avLst/>
              <a:gdLst/>
              <a:ahLst/>
              <a:cxnLst/>
              <a:rect l="l" t="t" r="r" b="b"/>
              <a:pathLst>
                <a:path w="15348" h="10371" extrusionOk="0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9290172" y="3374987"/>
              <a:ext cx="244652" cy="248815"/>
            </a:xfrm>
            <a:custGeom>
              <a:avLst/>
              <a:gdLst/>
              <a:ahLst/>
              <a:cxnLst/>
              <a:rect l="l" t="t" r="r" b="b"/>
              <a:pathLst>
                <a:path w="4701" h="4781" extrusionOk="0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9450512" y="3402725"/>
              <a:ext cx="151131" cy="166588"/>
            </a:xfrm>
            <a:custGeom>
              <a:avLst/>
              <a:gdLst/>
              <a:ahLst/>
              <a:cxnLst/>
              <a:rect l="l" t="t" r="r" b="b"/>
              <a:pathLst>
                <a:path w="2904" h="3201" extrusionOk="0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9166780" y="3347249"/>
              <a:ext cx="123445" cy="75097"/>
            </a:xfrm>
            <a:custGeom>
              <a:avLst/>
              <a:gdLst/>
              <a:ahLst/>
              <a:cxnLst/>
              <a:rect l="l" t="t" r="r" b="b"/>
              <a:pathLst>
                <a:path w="2372" h="1443" extrusionOk="0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9001287" y="3788199"/>
              <a:ext cx="127504" cy="125474"/>
            </a:xfrm>
            <a:custGeom>
              <a:avLst/>
              <a:gdLst/>
              <a:ahLst/>
              <a:cxnLst/>
              <a:rect l="l" t="t" r="r" b="b"/>
              <a:pathLst>
                <a:path w="2450" h="2411" extrusionOk="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9430997" y="3790281"/>
              <a:ext cx="524276" cy="486285"/>
            </a:xfrm>
            <a:custGeom>
              <a:avLst/>
              <a:gdLst/>
              <a:ahLst/>
              <a:cxnLst/>
              <a:rect l="l" t="t" r="r" b="b"/>
              <a:pathLst>
                <a:path w="10074" h="9344" extrusionOk="0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9899685" y="3963996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9839057" y="4092487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9783580" y="4010261"/>
              <a:ext cx="0" cy="2082"/>
            </a:xfrm>
            <a:custGeom>
              <a:avLst/>
              <a:gdLst/>
              <a:ahLst/>
              <a:cxnLst/>
              <a:rect l="l" t="t" r="r" b="b"/>
              <a:pathLst>
                <a:path h="40" extrusionOk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9582074" y="4156239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9953184" y="4027747"/>
              <a:ext cx="1041" cy="3123"/>
            </a:xfrm>
            <a:custGeom>
              <a:avLst/>
              <a:gdLst/>
              <a:ahLst/>
              <a:cxnLst/>
              <a:rect l="l" t="t" r="r" b="b"/>
              <a:pathLst>
                <a:path w="20" h="60" extrusionOk="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516293" y="3966026"/>
              <a:ext cx="434867" cy="310538"/>
            </a:xfrm>
            <a:custGeom>
              <a:avLst/>
              <a:gdLst/>
              <a:ahLst/>
              <a:cxnLst/>
              <a:rect l="l" t="t" r="r" b="b"/>
              <a:pathLst>
                <a:path w="8356" h="5967" extrusionOk="0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9698231" y="4064749"/>
              <a:ext cx="1093" cy="1041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9644784" y="4104821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679565" y="3081003"/>
              <a:ext cx="273483" cy="320738"/>
            </a:xfrm>
            <a:custGeom>
              <a:avLst/>
              <a:gdLst/>
              <a:ahLst/>
              <a:cxnLst/>
              <a:rect l="l" t="t" r="r" b="b"/>
              <a:pathLst>
                <a:path w="5255" h="6163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9470028" y="3991734"/>
              <a:ext cx="951909" cy="912877"/>
            </a:xfrm>
            <a:custGeom>
              <a:avLst/>
              <a:gdLst/>
              <a:ahLst/>
              <a:cxnLst/>
              <a:rect l="l" t="t" r="r" b="b"/>
              <a:pathLst>
                <a:path w="18291" h="17541" extrusionOk="0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9958284" y="4090406"/>
              <a:ext cx="1093" cy="1093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9841138" y="4155198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9530709" y="4409110"/>
              <a:ext cx="2082" cy="10304"/>
            </a:xfrm>
            <a:custGeom>
              <a:avLst/>
              <a:gdLst/>
              <a:ahLst/>
              <a:cxnLst/>
              <a:rect l="l" t="t" r="r" b="b"/>
              <a:pathLst>
                <a:path w="40" h="198" extrusionOk="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642703" y="4297064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9503959" y="4064749"/>
              <a:ext cx="564401" cy="353629"/>
            </a:xfrm>
            <a:custGeom>
              <a:avLst/>
              <a:gdLst/>
              <a:ahLst/>
              <a:cxnLst/>
              <a:rect l="l" t="t" r="r" b="b"/>
              <a:pathLst>
                <a:path w="10845" h="6795" extrusionOk="0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9762971" y="421067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10047744" y="4191159"/>
              <a:ext cx="1093" cy="2134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9913060" y="4263133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677675" y="4417332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555377" y="4168573"/>
              <a:ext cx="572572" cy="370074"/>
            </a:xfrm>
            <a:custGeom>
              <a:avLst/>
              <a:gdLst/>
              <a:ahLst/>
              <a:cxnLst/>
              <a:rect l="l" t="t" r="r" b="b"/>
              <a:pathLst>
                <a:path w="11002" h="7111" extrusionOk="0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820582" y="4322720"/>
              <a:ext cx="52" cy="2134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10122789" y="432173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81963" y="4397765"/>
              <a:ext cx="1041" cy="1093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617046" y="4661981"/>
              <a:ext cx="52" cy="5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34192" y="454993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604712" y="4633150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601590" y="4301175"/>
              <a:ext cx="600414" cy="360863"/>
            </a:xfrm>
            <a:custGeom>
              <a:avLst/>
              <a:gdLst/>
              <a:ahLst/>
              <a:cxnLst/>
              <a:rect l="l" t="t" r="r" b="b"/>
              <a:pathLst>
                <a:path w="11537" h="6934" extrusionOk="0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886363" y="445943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10206056" y="444918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10061119" y="451704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672523" y="4428626"/>
              <a:ext cx="600362" cy="376267"/>
            </a:xfrm>
            <a:custGeom>
              <a:avLst/>
              <a:gdLst/>
              <a:ahLst/>
              <a:cxnLst/>
              <a:rect l="l" t="t" r="r" b="b"/>
              <a:pathLst>
                <a:path w="11536" h="7230" extrusionOk="0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61407" y="4578714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0" name="Google Shape;290;p2"/>
          <p:cNvGrpSpPr/>
          <p:nvPr/>
        </p:nvGrpSpPr>
        <p:grpSpPr>
          <a:xfrm>
            <a:off x="-314833" y="-441745"/>
            <a:ext cx="1646313" cy="1753805"/>
            <a:chOff x="-2092800" y="-1252032"/>
            <a:chExt cx="1956171" cy="2083646"/>
          </a:xfrm>
        </p:grpSpPr>
        <p:sp>
          <p:nvSpPr>
            <p:cNvPr id="291" name="Google Shape;291;p2"/>
            <p:cNvSpPr/>
            <p:nvPr/>
          </p:nvSpPr>
          <p:spPr>
            <a:xfrm>
              <a:off x="-979900" y="-401409"/>
              <a:ext cx="460048" cy="405319"/>
            </a:xfrm>
            <a:custGeom>
              <a:avLst/>
              <a:gdLst/>
              <a:ahLst/>
              <a:cxnLst/>
              <a:rect l="l" t="t" r="r" b="b"/>
              <a:pathLst>
                <a:path w="11121" h="9798" extrusionOk="0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-1183351" y="-181618"/>
              <a:ext cx="1046722" cy="986284"/>
            </a:xfrm>
            <a:custGeom>
              <a:avLst/>
              <a:gdLst/>
              <a:ahLst/>
              <a:cxnLst/>
              <a:rect l="l" t="t" r="r" b="b"/>
              <a:pathLst>
                <a:path w="25303" h="23842" extrusionOk="0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-1111453" y="-131768"/>
              <a:ext cx="916787" cy="874343"/>
            </a:xfrm>
            <a:custGeom>
              <a:avLst/>
              <a:gdLst/>
              <a:ahLst/>
              <a:cxnLst/>
              <a:rect l="l" t="t" r="r" b="b"/>
              <a:pathLst>
                <a:path w="22162" h="21136" extrusionOk="0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-1095939" y="527648"/>
              <a:ext cx="134858" cy="51503"/>
            </a:xfrm>
            <a:custGeom>
              <a:avLst/>
              <a:gdLst/>
              <a:ahLst/>
              <a:cxnLst/>
              <a:rect l="l" t="t" r="r" b="b"/>
              <a:pathLst>
                <a:path w="3260" h="1245" extrusionOk="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-1207883" y="385464"/>
              <a:ext cx="646367" cy="215732"/>
            </a:xfrm>
            <a:custGeom>
              <a:avLst/>
              <a:gdLst/>
              <a:ahLst/>
              <a:cxnLst/>
              <a:rect l="l" t="t" r="r" b="b"/>
              <a:pathLst>
                <a:path w="15625" h="5215" extrusionOk="0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-1082867" y="-597538"/>
              <a:ext cx="415123" cy="357126"/>
            </a:xfrm>
            <a:custGeom>
              <a:avLst/>
              <a:gdLst/>
              <a:ahLst/>
              <a:cxnLst/>
              <a:rect l="l" t="t" r="r" b="b"/>
              <a:pathLst>
                <a:path w="10035" h="8633" extrusionOk="0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-652260" y="-246194"/>
              <a:ext cx="53985" cy="205141"/>
            </a:xfrm>
            <a:custGeom>
              <a:avLst/>
              <a:gdLst/>
              <a:ahLst/>
              <a:cxnLst/>
              <a:rect l="l" t="t" r="r" b="b"/>
              <a:pathLst>
                <a:path w="1305" h="4959" extrusionOk="0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-849175" y="-322147"/>
              <a:ext cx="260698" cy="405319"/>
            </a:xfrm>
            <a:custGeom>
              <a:avLst/>
              <a:gdLst/>
              <a:ahLst/>
              <a:cxnLst/>
              <a:rect l="l" t="t" r="r" b="b"/>
              <a:pathLst>
                <a:path w="6302" h="9798" extrusionOk="0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-682501" y="-34552"/>
              <a:ext cx="85838" cy="102178"/>
            </a:xfrm>
            <a:custGeom>
              <a:avLst/>
              <a:gdLst/>
              <a:ahLst/>
              <a:cxnLst/>
              <a:rect l="l" t="t" r="r" b="b"/>
              <a:pathLst>
                <a:path w="2075" h="2470" extrusionOk="0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-962732" y="-412869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-768258" y="-550130"/>
              <a:ext cx="5750" cy="3309"/>
            </a:xfrm>
            <a:custGeom>
              <a:avLst/>
              <a:gdLst/>
              <a:ahLst/>
              <a:cxnLst/>
              <a:rect l="l" t="t" r="r" b="b"/>
              <a:pathLst>
                <a:path w="139" h="80" extrusionOk="0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-1075503" y="-597538"/>
              <a:ext cx="309718" cy="221482"/>
            </a:xfrm>
            <a:custGeom>
              <a:avLst/>
              <a:gdLst/>
              <a:ahLst/>
              <a:cxnLst/>
              <a:rect l="l" t="t" r="r" b="b"/>
              <a:pathLst>
                <a:path w="7487" h="5354" extrusionOk="0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-899852" y="-456181"/>
              <a:ext cx="41" cy="1696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-858980" y="-287852"/>
              <a:ext cx="40085" cy="104618"/>
            </a:xfrm>
            <a:custGeom>
              <a:avLst/>
              <a:gdLst/>
              <a:ahLst/>
              <a:cxnLst/>
              <a:rect l="l" t="t" r="r" b="b"/>
              <a:pathLst>
                <a:path w="969" h="2529" extrusionOk="0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-1382748" y="-1252032"/>
              <a:ext cx="637390" cy="862057"/>
            </a:xfrm>
            <a:custGeom>
              <a:avLst/>
              <a:gdLst/>
              <a:ahLst/>
              <a:cxnLst/>
              <a:rect l="l" t="t" r="r" b="b"/>
              <a:pathLst>
                <a:path w="15408" h="20839" extrusionOk="0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-1591950" y="459017"/>
              <a:ext cx="628414" cy="372597"/>
            </a:xfrm>
            <a:custGeom>
              <a:avLst/>
              <a:gdLst/>
              <a:ahLst/>
              <a:cxnLst/>
              <a:rect l="l" t="t" r="r" b="b"/>
              <a:pathLst>
                <a:path w="15191" h="9007" extrusionOk="0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-1457915" y="345419"/>
              <a:ext cx="440440" cy="214118"/>
            </a:xfrm>
            <a:custGeom>
              <a:avLst/>
              <a:gdLst/>
              <a:ahLst/>
              <a:cxnLst/>
              <a:rect l="l" t="t" r="r" b="b"/>
              <a:pathLst>
                <a:path w="10647" h="5176" extrusionOk="0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-1776578" y="302106"/>
              <a:ext cx="412641" cy="383270"/>
            </a:xfrm>
            <a:custGeom>
              <a:avLst/>
              <a:gdLst/>
              <a:ahLst/>
              <a:cxnLst/>
              <a:rect l="l" t="t" r="r" b="b"/>
              <a:pathLst>
                <a:path w="9975" h="9265" extrusionOk="0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-1125352" y="455749"/>
              <a:ext cx="93201" cy="87451"/>
            </a:xfrm>
            <a:custGeom>
              <a:avLst/>
              <a:gdLst/>
              <a:ahLst/>
              <a:cxnLst/>
              <a:rect l="l" t="t" r="r" b="b"/>
              <a:pathLst>
                <a:path w="2253" h="2114" extrusionOk="0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-1270805" y="658373"/>
              <a:ext cx="254989" cy="33549"/>
            </a:xfrm>
            <a:custGeom>
              <a:avLst/>
              <a:gdLst/>
              <a:ahLst/>
              <a:cxnLst/>
              <a:rect l="l" t="t" r="r" b="b"/>
              <a:pathLst>
                <a:path w="6164" h="811" extrusionOk="0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-1341876" y="732754"/>
              <a:ext cx="221440" cy="40871"/>
            </a:xfrm>
            <a:custGeom>
              <a:avLst/>
              <a:gdLst/>
              <a:ahLst/>
              <a:cxnLst/>
              <a:rect l="l" t="t" r="r" b="b"/>
              <a:pathLst>
                <a:path w="5353" h="988" extrusionOk="0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-1384362" y="776026"/>
              <a:ext cx="172420" cy="35204"/>
            </a:xfrm>
            <a:custGeom>
              <a:avLst/>
              <a:gdLst/>
              <a:ahLst/>
              <a:cxnLst/>
              <a:rect l="l" t="t" r="r" b="b"/>
              <a:pathLst>
                <a:path w="4168" h="851" extrusionOk="0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-1665462" y="560329"/>
              <a:ext cx="1655" cy="1655"/>
            </a:xfrm>
            <a:custGeom>
              <a:avLst/>
              <a:gdLst/>
              <a:ahLst/>
              <a:cxnLst/>
              <a:rect l="l" t="t" r="r" b="b"/>
              <a:pathLst>
                <a:path w="40" h="40" extrusionOk="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-1585372" y="391173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-1773310" y="302106"/>
              <a:ext cx="214118" cy="335863"/>
            </a:xfrm>
            <a:custGeom>
              <a:avLst/>
              <a:gdLst/>
              <a:ahLst/>
              <a:cxnLst/>
              <a:rect l="l" t="t" r="r" b="b"/>
              <a:pathLst>
                <a:path w="5176" h="8119" extrusionOk="0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-1585372" y="390345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-1636876" y="495753"/>
              <a:ext cx="869" cy="1696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-1304313" y="527648"/>
              <a:ext cx="144662" cy="28626"/>
            </a:xfrm>
            <a:custGeom>
              <a:avLst/>
              <a:gdLst/>
              <a:ahLst/>
              <a:cxnLst/>
              <a:rect l="l" t="t" r="r" b="b"/>
              <a:pathLst>
                <a:path w="3497" h="692" extrusionOk="0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-2092800" y="129682"/>
              <a:ext cx="507455" cy="585929"/>
            </a:xfrm>
            <a:custGeom>
              <a:avLst/>
              <a:gdLst/>
              <a:ahLst/>
              <a:cxnLst/>
              <a:rect l="l" t="t" r="r" b="b"/>
              <a:pathLst>
                <a:path w="12267" h="14164" extrusionOk="0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-843466" y="108459"/>
              <a:ext cx="216600" cy="156121"/>
            </a:xfrm>
            <a:custGeom>
              <a:avLst/>
              <a:gdLst/>
              <a:ahLst/>
              <a:cxnLst/>
              <a:rect l="l" t="t" r="r" b="b"/>
              <a:pathLst>
                <a:path w="5236" h="3774" extrusionOk="0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-966828" y="218748"/>
              <a:ext cx="145489" cy="210850"/>
            </a:xfrm>
            <a:custGeom>
              <a:avLst/>
              <a:gdLst/>
              <a:ahLst/>
              <a:cxnLst/>
              <a:rect l="l" t="t" r="r" b="b"/>
              <a:pathLst>
                <a:path w="3517" h="5097" extrusionOk="0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-916192" y="-26361"/>
              <a:ext cx="104660" cy="205927"/>
            </a:xfrm>
            <a:custGeom>
              <a:avLst/>
              <a:gdLst/>
              <a:ahLst/>
              <a:cxnLst/>
              <a:rect l="l" t="t" r="r" b="b"/>
              <a:pathLst>
                <a:path w="2530" h="4978" extrusionOk="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-533781" y="304547"/>
              <a:ext cx="118518" cy="205141"/>
            </a:xfrm>
            <a:custGeom>
              <a:avLst/>
              <a:gdLst/>
              <a:ahLst/>
              <a:cxnLst/>
              <a:rect l="l" t="t" r="r" b="b"/>
              <a:pathLst>
                <a:path w="2865" h="4959" extrusionOk="0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-501099" y="193431"/>
              <a:ext cx="213332" cy="129977"/>
            </a:xfrm>
            <a:custGeom>
              <a:avLst/>
              <a:gdLst/>
              <a:ahLst/>
              <a:cxnLst/>
              <a:rect l="l" t="t" r="r" b="b"/>
              <a:pathLst>
                <a:path w="5157" h="3142" extrusionOk="0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-577880" y="534184"/>
              <a:ext cx="190415" cy="116863"/>
            </a:xfrm>
            <a:custGeom>
              <a:avLst/>
              <a:gdLst/>
              <a:ahLst/>
              <a:cxnLst/>
              <a:rect l="l" t="t" r="r" b="b"/>
              <a:pathLst>
                <a:path w="4603" h="2825" extrusionOk="0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-513344" y="326638"/>
              <a:ext cx="76033" cy="169979"/>
            </a:xfrm>
            <a:custGeom>
              <a:avLst/>
              <a:gdLst/>
              <a:ahLst/>
              <a:cxnLst/>
              <a:rect l="l" t="t" r="r" b="b"/>
              <a:pathLst>
                <a:path w="1838" h="4109" extrusionOk="0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-476568" y="244935"/>
              <a:ext cx="174074" cy="56384"/>
            </a:xfrm>
            <a:custGeom>
              <a:avLst/>
              <a:gdLst/>
              <a:ahLst/>
              <a:cxnLst/>
              <a:rect l="l" t="t" r="r" b="b"/>
              <a:pathLst>
                <a:path w="4208" h="1363" extrusionOk="0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-566462" y="577497"/>
              <a:ext cx="164270" cy="38430"/>
            </a:xfrm>
            <a:custGeom>
              <a:avLst/>
              <a:gdLst/>
              <a:ahLst/>
              <a:cxnLst/>
              <a:rect l="l" t="t" r="r" b="b"/>
              <a:pathLst>
                <a:path w="3971" h="929" extrusionOk="0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-926783" y="235916"/>
              <a:ext cx="68670" cy="172461"/>
            </a:xfrm>
            <a:custGeom>
              <a:avLst/>
              <a:gdLst/>
              <a:ahLst/>
              <a:cxnLst/>
              <a:rect l="l" t="t" r="r" b="b"/>
              <a:pathLst>
                <a:path w="1660" h="4169" extrusionOk="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-827912" y="128896"/>
              <a:ext cx="189587" cy="103791"/>
            </a:xfrm>
            <a:custGeom>
              <a:avLst/>
              <a:gdLst/>
              <a:ahLst/>
              <a:cxnLst/>
              <a:rect l="l" t="t" r="r" b="b"/>
              <a:pathLst>
                <a:path w="4583" h="2509" extrusionOk="0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-888393" y="-14943"/>
              <a:ext cx="41698" cy="162657"/>
            </a:xfrm>
            <a:custGeom>
              <a:avLst/>
              <a:gdLst/>
              <a:ahLst/>
              <a:cxnLst/>
              <a:rect l="l" t="t" r="r" b="b"/>
              <a:pathLst>
                <a:path w="1008" h="3932" extrusionOk="0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-647338" y="248203"/>
              <a:ext cx="51503" cy="67843"/>
            </a:xfrm>
            <a:custGeom>
              <a:avLst/>
              <a:gdLst/>
              <a:ahLst/>
              <a:cxnLst/>
              <a:rect l="l" t="t" r="r" b="b"/>
              <a:pathLst>
                <a:path w="1245" h="1640" extrusionOk="0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-689037" y="312738"/>
              <a:ext cx="52371" cy="45794"/>
            </a:xfrm>
            <a:custGeom>
              <a:avLst/>
              <a:gdLst/>
              <a:ahLst/>
              <a:cxnLst/>
              <a:rect l="l" t="t" r="r" b="b"/>
              <a:pathLst>
                <a:path w="1266" h="1107" extrusionOk="0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-599970" y="311910"/>
              <a:ext cx="63789" cy="48276"/>
            </a:xfrm>
            <a:custGeom>
              <a:avLst/>
              <a:gdLst/>
              <a:ahLst/>
              <a:cxnLst/>
              <a:rect l="l" t="t" r="r" b="b"/>
              <a:pathLst>
                <a:path w="1542" h="1167" extrusionOk="0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-589339" y="222844"/>
              <a:ext cx="57253" cy="66229"/>
            </a:xfrm>
            <a:custGeom>
              <a:avLst/>
              <a:gdLst/>
              <a:ahLst/>
              <a:cxnLst/>
              <a:rect l="l" t="t" r="r" b="b"/>
              <a:pathLst>
                <a:path w="1384" h="1601" extrusionOk="0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-592607" y="387077"/>
              <a:ext cx="48276" cy="50717"/>
            </a:xfrm>
            <a:custGeom>
              <a:avLst/>
              <a:gdLst/>
              <a:ahLst/>
              <a:cxnLst/>
              <a:rect l="l" t="t" r="r" b="b"/>
              <a:pathLst>
                <a:path w="1167" h="1226" extrusionOk="0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-725773" y="376487"/>
              <a:ext cx="51503" cy="41698"/>
            </a:xfrm>
            <a:custGeom>
              <a:avLst/>
              <a:gdLst/>
              <a:ahLst/>
              <a:cxnLst/>
              <a:rect l="l" t="t" r="r" b="b"/>
              <a:pathLst>
                <a:path w="1245" h="1008" extrusionOk="0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-735577" y="235916"/>
              <a:ext cx="44139" cy="50717"/>
            </a:xfrm>
            <a:custGeom>
              <a:avLst/>
              <a:gdLst/>
              <a:ahLst/>
              <a:cxnLst/>
              <a:rect l="l" t="t" r="r" b="b"/>
              <a:pathLst>
                <a:path w="1067" h="1226" extrusionOk="0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-624461" y="103537"/>
              <a:ext cx="59693" cy="48276"/>
            </a:xfrm>
            <a:custGeom>
              <a:avLst/>
              <a:gdLst/>
              <a:ahLst/>
              <a:cxnLst/>
              <a:rect l="l" t="t" r="r" b="b"/>
              <a:pathLst>
                <a:path w="1443" h="1167" extrusionOk="0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0" name="Google Shape;340;p2"/>
          <p:cNvGrpSpPr/>
          <p:nvPr/>
        </p:nvGrpSpPr>
        <p:grpSpPr>
          <a:xfrm>
            <a:off x="8448925" y="1260505"/>
            <a:ext cx="679382" cy="871990"/>
            <a:chOff x="8619938" y="2813305"/>
            <a:chExt cx="679382" cy="871990"/>
          </a:xfrm>
        </p:grpSpPr>
        <p:sp>
          <p:nvSpPr>
            <p:cNvPr id="341" name="Google Shape;341;p2"/>
            <p:cNvSpPr/>
            <p:nvPr/>
          </p:nvSpPr>
          <p:spPr>
            <a:xfrm>
              <a:off x="8654027" y="2917184"/>
              <a:ext cx="605870" cy="583106"/>
            </a:xfrm>
            <a:custGeom>
              <a:avLst/>
              <a:gdLst/>
              <a:ahLst/>
              <a:cxnLst/>
              <a:rect l="l" t="t" r="r" b="b"/>
              <a:pathLst>
                <a:path w="15783" h="15190" extrusionOk="0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769307" y="2982368"/>
              <a:ext cx="231285" cy="211592"/>
            </a:xfrm>
            <a:custGeom>
              <a:avLst/>
              <a:gdLst/>
              <a:ahLst/>
              <a:cxnLst/>
              <a:rect l="l" t="t" r="r" b="b"/>
              <a:pathLst>
                <a:path w="6025" h="5512" extrusionOk="0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8780670" y="2993001"/>
              <a:ext cx="210056" cy="191861"/>
            </a:xfrm>
            <a:custGeom>
              <a:avLst/>
              <a:gdLst/>
              <a:ahLst/>
              <a:cxnLst/>
              <a:rect l="l" t="t" r="r" b="b"/>
              <a:pathLst>
                <a:path w="5472" h="4998" extrusionOk="0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860288" y="3005132"/>
              <a:ext cx="88752" cy="70556"/>
            </a:xfrm>
            <a:custGeom>
              <a:avLst/>
              <a:gdLst/>
              <a:ahLst/>
              <a:cxnLst/>
              <a:rect l="l" t="t" r="r" b="b"/>
              <a:pathLst>
                <a:path w="2312" h="1838" extrusionOk="0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8905778" y="3039260"/>
              <a:ext cx="77389" cy="70556"/>
            </a:xfrm>
            <a:custGeom>
              <a:avLst/>
              <a:gdLst/>
              <a:ahLst/>
              <a:cxnLst/>
              <a:rect l="l" t="t" r="r" b="b"/>
              <a:pathLst>
                <a:path w="2016" h="1838" extrusionOk="0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8895913" y="3102946"/>
              <a:ext cx="75854" cy="69788"/>
            </a:xfrm>
            <a:custGeom>
              <a:avLst/>
              <a:gdLst/>
              <a:ahLst/>
              <a:cxnLst/>
              <a:rect l="l" t="t" r="r" b="b"/>
              <a:pathLst>
                <a:path w="1976" h="1818" extrusionOk="0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8813262" y="3102946"/>
              <a:ext cx="84990" cy="74318"/>
            </a:xfrm>
            <a:custGeom>
              <a:avLst/>
              <a:gdLst/>
              <a:ahLst/>
              <a:cxnLst/>
              <a:rect l="l" t="t" r="r" b="b"/>
              <a:pathLst>
                <a:path w="2214" h="1936" extrusionOk="0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8792801" y="3018760"/>
              <a:ext cx="78886" cy="110748"/>
            </a:xfrm>
            <a:custGeom>
              <a:avLst/>
              <a:gdLst/>
              <a:ahLst/>
              <a:cxnLst/>
              <a:rect l="l" t="t" r="r" b="b"/>
              <a:pathLst>
                <a:path w="2055" h="2885" extrusionOk="0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8789768" y="3244715"/>
              <a:ext cx="233588" cy="232091"/>
            </a:xfrm>
            <a:custGeom>
              <a:avLst/>
              <a:gdLst/>
              <a:ahLst/>
              <a:cxnLst/>
              <a:rect l="l" t="t" r="r" b="b"/>
              <a:pathLst>
                <a:path w="6085" h="6046" extrusionOk="0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8801899" y="3254581"/>
              <a:ext cx="213089" cy="212360"/>
            </a:xfrm>
            <a:custGeom>
              <a:avLst/>
              <a:gdLst/>
              <a:ahLst/>
              <a:cxnLst/>
              <a:rect l="l" t="t" r="r" b="b"/>
              <a:pathLst>
                <a:path w="5551" h="5532" extrusionOk="0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817063" y="3262950"/>
              <a:ext cx="90287" cy="84952"/>
            </a:xfrm>
            <a:custGeom>
              <a:avLst/>
              <a:gdLst/>
              <a:ahLst/>
              <a:cxnLst/>
              <a:rect l="l" t="t" r="r" b="b"/>
              <a:pathLst>
                <a:path w="2352" h="2213" extrusionOk="0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811765" y="3342529"/>
              <a:ext cx="80422" cy="98617"/>
            </a:xfrm>
            <a:custGeom>
              <a:avLst/>
              <a:gdLst/>
              <a:ahLst/>
              <a:cxnLst/>
              <a:rect l="l" t="t" r="r" b="b"/>
              <a:pathLst>
                <a:path w="2095" h="2569" extrusionOk="0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865586" y="3374391"/>
              <a:ext cx="97082" cy="80422"/>
            </a:xfrm>
            <a:custGeom>
              <a:avLst/>
              <a:gdLst/>
              <a:ahLst/>
              <a:cxnLst/>
              <a:rect l="l" t="t" r="r" b="b"/>
              <a:pathLst>
                <a:path w="2529" h="2095" extrusionOk="0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8913379" y="3264447"/>
              <a:ext cx="79654" cy="75086"/>
            </a:xfrm>
            <a:custGeom>
              <a:avLst/>
              <a:gdLst/>
              <a:ahLst/>
              <a:cxnLst/>
              <a:rect l="l" t="t" r="r" b="b"/>
              <a:pathLst>
                <a:path w="2075" h="1956" extrusionOk="0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8923207" y="3316002"/>
              <a:ext cx="79654" cy="114548"/>
            </a:xfrm>
            <a:custGeom>
              <a:avLst/>
              <a:gdLst/>
              <a:ahLst/>
              <a:cxnLst/>
              <a:rect l="l" t="t" r="r" b="b"/>
              <a:pathLst>
                <a:path w="2075" h="2984" extrusionOk="0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018756" y="3128705"/>
              <a:ext cx="224490" cy="217657"/>
            </a:xfrm>
            <a:custGeom>
              <a:avLst/>
              <a:gdLst/>
              <a:ahLst/>
              <a:cxnLst/>
              <a:rect l="l" t="t" r="r" b="b"/>
              <a:pathLst>
                <a:path w="5848" h="5670" extrusionOk="0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026357" y="3134770"/>
              <a:ext cx="207024" cy="200229"/>
            </a:xfrm>
            <a:custGeom>
              <a:avLst/>
              <a:gdLst/>
              <a:ahLst/>
              <a:cxnLst/>
              <a:rect l="l" t="t" r="r" b="b"/>
              <a:pathLst>
                <a:path w="5393" h="5216" extrusionOk="0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9042250" y="3142371"/>
              <a:ext cx="95585" cy="85719"/>
            </a:xfrm>
            <a:custGeom>
              <a:avLst/>
              <a:gdLst/>
              <a:ahLst/>
              <a:cxnLst/>
              <a:rect l="l" t="t" r="r" b="b"/>
              <a:pathLst>
                <a:path w="2490" h="2233" extrusionOk="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9140064" y="3145404"/>
              <a:ext cx="79654" cy="84184"/>
            </a:xfrm>
            <a:custGeom>
              <a:avLst/>
              <a:gdLst/>
              <a:ahLst/>
              <a:cxnLst/>
              <a:rect l="l" t="t" r="r" b="b"/>
              <a:pathLst>
                <a:path w="2075" h="2193" extrusionOk="0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9038488" y="3210626"/>
              <a:ext cx="76621" cy="89481"/>
            </a:xfrm>
            <a:custGeom>
              <a:avLst/>
              <a:gdLst/>
              <a:ahLst/>
              <a:cxnLst/>
              <a:rect l="l" t="t" r="r" b="b"/>
              <a:pathLst>
                <a:path w="1996" h="2331" extrusionOk="0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078680" y="3258381"/>
              <a:ext cx="94817" cy="66756"/>
            </a:xfrm>
            <a:custGeom>
              <a:avLst/>
              <a:gdLst/>
              <a:ahLst/>
              <a:cxnLst/>
              <a:rect l="l" t="t" r="r" b="b"/>
              <a:pathLst>
                <a:path w="2470" h="1739" extrusionOk="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9147664" y="3217421"/>
              <a:ext cx="73589" cy="89520"/>
            </a:xfrm>
            <a:custGeom>
              <a:avLst/>
              <a:gdLst/>
              <a:ahLst/>
              <a:cxnLst/>
              <a:rect l="l" t="t" r="r" b="b"/>
              <a:pathLst>
                <a:path w="1917" h="2332" extrusionOk="0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9005128" y="2970237"/>
              <a:ext cx="156966" cy="153972"/>
            </a:xfrm>
            <a:custGeom>
              <a:avLst/>
              <a:gdLst/>
              <a:ahLst/>
              <a:cxnLst/>
              <a:rect l="l" t="t" r="r" b="b"/>
              <a:pathLst>
                <a:path w="4089" h="4011" extrusionOk="0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685121" y="3155999"/>
              <a:ext cx="197197" cy="108483"/>
            </a:xfrm>
            <a:custGeom>
              <a:avLst/>
              <a:gdLst/>
              <a:ahLst/>
              <a:cxnLst/>
              <a:rect l="l" t="t" r="r" b="b"/>
              <a:pathLst>
                <a:path w="5137" h="2826" extrusionOk="0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8996030" y="3272777"/>
              <a:ext cx="151669" cy="166870"/>
            </a:xfrm>
            <a:custGeom>
              <a:avLst/>
              <a:gdLst/>
              <a:ahLst/>
              <a:cxnLst/>
              <a:rect l="l" t="t" r="r" b="b"/>
              <a:pathLst>
                <a:path w="3951" h="4347" extrusionOk="0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021021" y="3284178"/>
              <a:ext cx="104683" cy="140306"/>
            </a:xfrm>
            <a:custGeom>
              <a:avLst/>
              <a:gdLst/>
              <a:ahLst/>
              <a:cxnLst/>
              <a:rect l="l" t="t" r="r" b="b"/>
              <a:pathLst>
                <a:path w="2727" h="3655" extrusionOk="0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8692722" y="3181028"/>
              <a:ext cx="179730" cy="45528"/>
            </a:xfrm>
            <a:custGeom>
              <a:avLst/>
              <a:gdLst/>
              <a:ahLst/>
              <a:cxnLst/>
              <a:rect l="l" t="t" r="r" b="b"/>
              <a:pathLst>
                <a:path w="4682" h="1186" extrusionOk="0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029389" y="2982368"/>
              <a:ext cx="116045" cy="113781"/>
            </a:xfrm>
            <a:custGeom>
              <a:avLst/>
              <a:gdLst/>
              <a:ahLst/>
              <a:cxnLst/>
              <a:rect l="l" t="t" r="r" b="b"/>
              <a:pathLst>
                <a:path w="3023" h="2964" extrusionOk="0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69" name="Google Shape;369;p2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370" name="Google Shape;370;p2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avLst/>
                <a:gdLst/>
                <a:ahLst/>
                <a:cxnLst/>
                <a:rect l="l" t="t" r="r" b="b"/>
                <a:pathLst>
                  <a:path w="17698" h="18923" extrusionOk="0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4919" extrusionOk="0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72" name="Google Shape;372;p2"/>
          <p:cNvGrpSpPr/>
          <p:nvPr/>
        </p:nvGrpSpPr>
        <p:grpSpPr>
          <a:xfrm>
            <a:off x="-340873" y="3921240"/>
            <a:ext cx="1973759" cy="1718179"/>
            <a:chOff x="-1914575" y="2967750"/>
            <a:chExt cx="1540675" cy="1341175"/>
          </a:xfrm>
        </p:grpSpPr>
        <p:sp>
          <p:nvSpPr>
            <p:cNvPr id="373" name="Google Shape;373;p2"/>
            <p:cNvSpPr/>
            <p:nvPr/>
          </p:nvSpPr>
          <p:spPr>
            <a:xfrm>
              <a:off x="-484050" y="3675375"/>
              <a:ext cx="53850" cy="59775"/>
            </a:xfrm>
            <a:custGeom>
              <a:avLst/>
              <a:gdLst/>
              <a:ahLst/>
              <a:cxnLst/>
              <a:rect l="l" t="t" r="r" b="b"/>
              <a:pathLst>
                <a:path w="2154" h="2391" extrusionOk="0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-1182275" y="2967750"/>
              <a:ext cx="808375" cy="740725"/>
            </a:xfrm>
            <a:custGeom>
              <a:avLst/>
              <a:gdLst/>
              <a:ahLst/>
              <a:cxnLst/>
              <a:rect l="l" t="t" r="r" b="b"/>
              <a:pathLst>
                <a:path w="32335" h="29629" extrusionOk="0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-1370425" y="2977625"/>
              <a:ext cx="991100" cy="806900"/>
            </a:xfrm>
            <a:custGeom>
              <a:avLst/>
              <a:gdLst/>
              <a:ahLst/>
              <a:cxnLst/>
              <a:rect l="l" t="t" r="r" b="b"/>
              <a:pathLst>
                <a:path w="39644" h="32276" extrusionOk="0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-1246975" y="3112925"/>
              <a:ext cx="4975" cy="3475"/>
            </a:xfrm>
            <a:custGeom>
              <a:avLst/>
              <a:gdLst/>
              <a:ahLst/>
              <a:cxnLst/>
              <a:rect l="l" t="t" r="r" b="b"/>
              <a:pathLst>
                <a:path w="199" h="139" extrusionOk="0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-1235125" y="31129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-905750" y="3252175"/>
              <a:ext cx="3975" cy="1025"/>
            </a:xfrm>
            <a:custGeom>
              <a:avLst/>
              <a:gdLst/>
              <a:ahLst/>
              <a:cxnLst/>
              <a:rect l="l" t="t" r="r" b="b"/>
              <a:pathLst>
                <a:path w="159" h="41" extrusionOk="0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-582300" y="3332175"/>
              <a:ext cx="1000" cy="525"/>
            </a:xfrm>
            <a:custGeom>
              <a:avLst/>
              <a:gdLst/>
              <a:ahLst/>
              <a:cxnLst/>
              <a:rect l="l" t="t" r="r" b="b"/>
              <a:pathLst>
                <a:path w="40" h="21" extrusionOk="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-1286950" y="3160825"/>
              <a:ext cx="2000" cy="2500"/>
            </a:xfrm>
            <a:custGeom>
              <a:avLst/>
              <a:gdLst/>
              <a:ahLst/>
              <a:cxnLst/>
              <a:rect l="l" t="t" r="r" b="b"/>
              <a:pathLst>
                <a:path w="80" h="100" extrusionOk="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-968950" y="3215150"/>
              <a:ext cx="1000" cy="500"/>
            </a:xfrm>
            <a:custGeom>
              <a:avLst/>
              <a:gdLst/>
              <a:ahLst/>
              <a:cxnLst/>
              <a:rect l="l" t="t" r="r" b="b"/>
              <a:pathLst>
                <a:path w="40" h="20" extrusionOk="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-1299300" y="3366250"/>
              <a:ext cx="1500" cy="2000"/>
            </a:xfrm>
            <a:custGeom>
              <a:avLst/>
              <a:gdLst/>
              <a:ahLst/>
              <a:cxnLst/>
              <a:rect l="l" t="t" r="r" b="b"/>
              <a:pathLst>
                <a:path w="60" h="80" extrusionOk="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-621825" y="3419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extrusionOk="0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-1302275" y="316575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-1336825" y="3072925"/>
              <a:ext cx="793050" cy="646900"/>
            </a:xfrm>
            <a:custGeom>
              <a:avLst/>
              <a:gdLst/>
              <a:ahLst/>
              <a:cxnLst/>
              <a:rect l="l" t="t" r="r" b="b"/>
              <a:pathLst>
                <a:path w="31722" h="25876" extrusionOk="0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-1287950" y="3163300"/>
              <a:ext cx="2000" cy="1000"/>
            </a:xfrm>
            <a:custGeom>
              <a:avLst/>
              <a:gdLst/>
              <a:ahLst/>
              <a:cxnLst/>
              <a:rect l="l" t="t" r="r" b="b"/>
              <a:pathLst>
                <a:path w="80" h="40" extrusionOk="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-660325" y="3614625"/>
              <a:ext cx="525" cy="2000"/>
            </a:xfrm>
            <a:custGeom>
              <a:avLst/>
              <a:gdLst/>
              <a:ahLst/>
              <a:cxnLst/>
              <a:rect l="l" t="t" r="r" b="b"/>
              <a:pathLst>
                <a:path w="21" h="80" extrusionOk="0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-785750" y="3636350"/>
              <a:ext cx="25" cy="1025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-1257325" y="3169700"/>
              <a:ext cx="1000" cy="3000"/>
            </a:xfrm>
            <a:custGeom>
              <a:avLst/>
              <a:gdLst/>
              <a:ahLst/>
              <a:cxnLst/>
              <a:rect l="l" t="t" r="r" b="b"/>
              <a:pathLst>
                <a:path w="40" h="120" extrusionOk="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-831175" y="3371675"/>
              <a:ext cx="278525" cy="333350"/>
            </a:xfrm>
            <a:custGeom>
              <a:avLst/>
              <a:gdLst/>
              <a:ahLst/>
              <a:cxnLst/>
              <a:rect l="l" t="t" r="r" b="b"/>
              <a:pathLst>
                <a:path w="11141" h="13334" extrusionOk="0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-813400" y="3369700"/>
              <a:ext cx="247400" cy="321500"/>
            </a:xfrm>
            <a:custGeom>
              <a:avLst/>
              <a:gdLst/>
              <a:ahLst/>
              <a:cxnLst/>
              <a:rect l="l" t="t" r="r" b="b"/>
              <a:pathLst>
                <a:path w="9896" h="12860" extrusionOk="0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-836625" y="3276375"/>
              <a:ext cx="241000" cy="352600"/>
            </a:xfrm>
            <a:custGeom>
              <a:avLst/>
              <a:gdLst/>
              <a:ahLst/>
              <a:cxnLst/>
              <a:rect l="l" t="t" r="r" b="b"/>
              <a:pathLst>
                <a:path w="9640" h="14104" extrusionOk="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-826250" y="3285750"/>
              <a:ext cx="215325" cy="330875"/>
            </a:xfrm>
            <a:custGeom>
              <a:avLst/>
              <a:gdLst/>
              <a:ahLst/>
              <a:cxnLst/>
              <a:rect l="l" t="t" r="r" b="b"/>
              <a:pathLst>
                <a:path w="8613" h="13235" extrusionOk="0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-911675" y="3264025"/>
              <a:ext cx="249900" cy="354575"/>
            </a:xfrm>
            <a:custGeom>
              <a:avLst/>
              <a:gdLst/>
              <a:ahLst/>
              <a:cxnLst/>
              <a:rect l="l" t="t" r="r" b="b"/>
              <a:pathLst>
                <a:path w="9996" h="14183" extrusionOk="0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-899325" y="3276875"/>
              <a:ext cx="221250" cy="328400"/>
            </a:xfrm>
            <a:custGeom>
              <a:avLst/>
              <a:gdLst/>
              <a:ahLst/>
              <a:cxnLst/>
              <a:rect l="l" t="t" r="r" b="b"/>
              <a:pathLst>
                <a:path w="8850" h="13136" extrusionOk="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-1012900" y="3249225"/>
              <a:ext cx="277050" cy="358025"/>
            </a:xfrm>
            <a:custGeom>
              <a:avLst/>
              <a:gdLst/>
              <a:ahLst/>
              <a:cxnLst/>
              <a:rect l="l" t="t" r="r" b="b"/>
              <a:pathLst>
                <a:path w="11082" h="14321" extrusionOk="0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-1298325" y="3095150"/>
              <a:ext cx="417775" cy="434075"/>
            </a:xfrm>
            <a:custGeom>
              <a:avLst/>
              <a:gdLst/>
              <a:ahLst/>
              <a:cxnLst/>
              <a:rect l="l" t="t" r="r" b="b"/>
              <a:pathLst>
                <a:path w="16711" h="17363" extrusionOk="0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-880575" y="321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-1510150" y="3967200"/>
              <a:ext cx="345675" cy="325450"/>
            </a:xfrm>
            <a:custGeom>
              <a:avLst/>
              <a:gdLst/>
              <a:ahLst/>
              <a:cxnLst/>
              <a:rect l="l" t="t" r="r" b="b"/>
              <a:pathLst>
                <a:path w="13827" h="13018" extrusionOk="0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-1914575" y="3337100"/>
              <a:ext cx="321475" cy="387675"/>
            </a:xfrm>
            <a:custGeom>
              <a:avLst/>
              <a:gdLst/>
              <a:ahLst/>
              <a:cxnLst/>
              <a:rect l="l" t="t" r="r" b="b"/>
              <a:pathLst>
                <a:path w="12859" h="15507" extrusionOk="0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-1617800" y="3222550"/>
              <a:ext cx="250375" cy="293825"/>
            </a:xfrm>
            <a:custGeom>
              <a:avLst/>
              <a:gdLst/>
              <a:ahLst/>
              <a:cxnLst/>
              <a:rect l="l" t="t" r="r" b="b"/>
              <a:pathLst>
                <a:path w="10015" h="11753" extrusionOk="0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-1048450" y="3187975"/>
              <a:ext cx="209875" cy="360025"/>
            </a:xfrm>
            <a:custGeom>
              <a:avLst/>
              <a:gdLst/>
              <a:ahLst/>
              <a:cxnLst/>
              <a:rect l="l" t="t" r="r" b="b"/>
              <a:pathLst>
                <a:path w="8395" h="14401" extrusionOk="0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-1273625" y="3541050"/>
              <a:ext cx="185200" cy="231625"/>
            </a:xfrm>
            <a:custGeom>
              <a:avLst/>
              <a:gdLst/>
              <a:ahLst/>
              <a:cxnLst/>
              <a:rect l="l" t="t" r="r" b="b"/>
              <a:pathLst>
                <a:path w="7408" h="9265" extrusionOk="0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-1191650" y="3522275"/>
              <a:ext cx="165925" cy="240025"/>
            </a:xfrm>
            <a:custGeom>
              <a:avLst/>
              <a:gdLst/>
              <a:ahLst/>
              <a:cxnLst/>
              <a:rect l="l" t="t" r="r" b="b"/>
              <a:pathLst>
                <a:path w="6637" h="9601" extrusionOk="0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-1258325" y="3556850"/>
              <a:ext cx="279025" cy="311125"/>
            </a:xfrm>
            <a:custGeom>
              <a:avLst/>
              <a:gdLst/>
              <a:ahLst/>
              <a:cxnLst/>
              <a:rect l="l" t="t" r="r" b="b"/>
              <a:pathLst>
                <a:path w="11161" h="12445" extrusionOk="0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-1024250" y="3626475"/>
              <a:ext cx="29150" cy="64725"/>
            </a:xfrm>
            <a:custGeom>
              <a:avLst/>
              <a:gdLst/>
              <a:ahLst/>
              <a:cxnLst/>
              <a:rect l="l" t="t" r="r" b="b"/>
              <a:pathLst>
                <a:path w="1166" h="2589" extrusionOk="0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-1007475" y="3650675"/>
              <a:ext cx="21250" cy="81500"/>
            </a:xfrm>
            <a:custGeom>
              <a:avLst/>
              <a:gdLst/>
              <a:ahLst/>
              <a:cxnLst/>
              <a:rect l="l" t="t" r="r" b="b"/>
              <a:pathLst>
                <a:path w="850" h="3260" extrusionOk="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-1004025" y="3711400"/>
              <a:ext cx="23250" cy="67200"/>
            </a:xfrm>
            <a:custGeom>
              <a:avLst/>
              <a:gdLst/>
              <a:ahLst/>
              <a:cxnLst/>
              <a:rect l="l" t="t" r="r" b="b"/>
              <a:pathLst>
                <a:path w="930" h="2688" extrusionOk="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-1361025" y="3708950"/>
              <a:ext cx="279500" cy="288400"/>
            </a:xfrm>
            <a:custGeom>
              <a:avLst/>
              <a:gdLst/>
              <a:ahLst/>
              <a:cxnLst/>
              <a:rect l="l" t="t" r="r" b="b"/>
              <a:pathLst>
                <a:path w="11180" h="11536" extrusionOk="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-1360050" y="3893625"/>
              <a:ext cx="1025" cy="525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-1104250" y="394745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-1300800" y="3924250"/>
              <a:ext cx="525" cy="1000"/>
            </a:xfrm>
            <a:custGeom>
              <a:avLst/>
              <a:gdLst/>
              <a:ahLst/>
              <a:cxnLst/>
              <a:rect l="l" t="t" r="r" b="b"/>
              <a:pathLst>
                <a:path w="21" h="40" extrusionOk="0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-1190675" y="39647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-1270675" y="3934125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-1139325" y="3971650"/>
              <a:ext cx="4975" cy="6925"/>
            </a:xfrm>
            <a:custGeom>
              <a:avLst/>
              <a:gdLst/>
              <a:ahLst/>
              <a:cxnLst/>
              <a:rect l="l" t="t" r="r" b="b"/>
              <a:pathLst>
                <a:path w="199" h="277" extrusionOk="0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-1133400" y="3968675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-1361525" y="3832400"/>
              <a:ext cx="245925" cy="149150"/>
            </a:xfrm>
            <a:custGeom>
              <a:avLst/>
              <a:gdLst/>
              <a:ahLst/>
              <a:cxnLst/>
              <a:rect l="l" t="t" r="r" b="b"/>
              <a:pathLst>
                <a:path w="9837" h="5966" extrusionOk="0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-1255850" y="3936575"/>
              <a:ext cx="1000" cy="1025"/>
            </a:xfrm>
            <a:custGeom>
              <a:avLst/>
              <a:gdLst/>
              <a:ahLst/>
              <a:cxnLst/>
              <a:rect l="l" t="t" r="r" b="b"/>
              <a:pathLst>
                <a:path w="40" h="41" extrusionOk="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-1226725" y="3948425"/>
              <a:ext cx="525" cy="1025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-1426225" y="3852150"/>
              <a:ext cx="310150" cy="250875"/>
            </a:xfrm>
            <a:custGeom>
              <a:avLst/>
              <a:gdLst/>
              <a:ahLst/>
              <a:cxnLst/>
              <a:rect l="l" t="t" r="r" b="b"/>
              <a:pathLst>
                <a:path w="12406" h="10035" extrusionOk="0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-1160050" y="3541050"/>
              <a:ext cx="44950" cy="29150"/>
            </a:xfrm>
            <a:custGeom>
              <a:avLst/>
              <a:gdLst/>
              <a:ahLst/>
              <a:cxnLst/>
              <a:rect l="l" t="t" r="r" b="b"/>
              <a:pathLst>
                <a:path w="1798" h="1166" extrusionOk="0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-1201050" y="3651650"/>
              <a:ext cx="61750" cy="19800"/>
            </a:xfrm>
            <a:custGeom>
              <a:avLst/>
              <a:gdLst/>
              <a:ahLst/>
              <a:cxnLst/>
              <a:rect l="l" t="t" r="r" b="b"/>
              <a:pathLst>
                <a:path w="2470" h="792" extrusionOk="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-1604475" y="3372675"/>
              <a:ext cx="1500" cy="25"/>
            </a:xfrm>
            <a:custGeom>
              <a:avLst/>
              <a:gdLst/>
              <a:ahLst/>
              <a:cxnLst/>
              <a:rect l="l" t="t" r="r" b="b"/>
              <a:pathLst>
                <a:path w="60" h="1" extrusionOk="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-1617800" y="3278850"/>
              <a:ext cx="158525" cy="230125"/>
            </a:xfrm>
            <a:custGeom>
              <a:avLst/>
              <a:gdLst/>
              <a:ahLst/>
              <a:cxnLst/>
              <a:rect l="l" t="t" r="r" b="b"/>
              <a:pathLst>
                <a:path w="6341" h="9205" extrusionOk="0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-1574350" y="3412650"/>
              <a:ext cx="1000" cy="25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-1557075" y="3441800"/>
              <a:ext cx="1025" cy="525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-1245975" y="3259100"/>
              <a:ext cx="260250" cy="195075"/>
            </a:xfrm>
            <a:custGeom>
              <a:avLst/>
              <a:gdLst/>
              <a:ahLst/>
              <a:cxnLst/>
              <a:rect l="l" t="t" r="r" b="b"/>
              <a:pathLst>
                <a:path w="10410" h="7803" extrusionOk="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-1722000" y="3272425"/>
              <a:ext cx="240000" cy="328900"/>
            </a:xfrm>
            <a:custGeom>
              <a:avLst/>
              <a:gdLst/>
              <a:ahLst/>
              <a:cxnLst/>
              <a:rect l="l" t="t" r="r" b="b"/>
              <a:pathLst>
                <a:path w="9600" h="13156" extrusionOk="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-1415350" y="3197850"/>
              <a:ext cx="229650" cy="228650"/>
            </a:xfrm>
            <a:custGeom>
              <a:avLst/>
              <a:gdLst/>
              <a:ahLst/>
              <a:cxnLst/>
              <a:rect l="l" t="t" r="r" b="b"/>
              <a:pathLst>
                <a:path w="9186" h="9146" extrusionOk="0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-1467200" y="3098100"/>
              <a:ext cx="269150" cy="274600"/>
            </a:xfrm>
            <a:custGeom>
              <a:avLst/>
              <a:gdLst/>
              <a:ahLst/>
              <a:cxnLst/>
              <a:rect l="l" t="t" r="r" b="b"/>
              <a:pathLst>
                <a:path w="10766" h="10984" extrusionOk="0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-1390175" y="3108975"/>
              <a:ext cx="127925" cy="124950"/>
            </a:xfrm>
            <a:custGeom>
              <a:avLst/>
              <a:gdLst/>
              <a:ahLst/>
              <a:cxnLst/>
              <a:rect l="l" t="t" r="r" b="b"/>
              <a:pathLst>
                <a:path w="5117" h="4998" extrusionOk="0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-1421275" y="3109475"/>
              <a:ext cx="81500" cy="108150"/>
            </a:xfrm>
            <a:custGeom>
              <a:avLst/>
              <a:gdLst/>
              <a:ahLst/>
              <a:cxnLst/>
              <a:rect l="l" t="t" r="r" b="b"/>
              <a:pathLst>
                <a:path w="3260" h="4326" extrusionOk="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-1439550" y="3130200"/>
              <a:ext cx="55825" cy="79050"/>
            </a:xfrm>
            <a:custGeom>
              <a:avLst/>
              <a:gdLst/>
              <a:ahLst/>
              <a:cxnLst/>
              <a:rect l="l" t="t" r="r" b="b"/>
              <a:pathLst>
                <a:path w="2233" h="3162" extrusionOk="0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-1268200" y="3098100"/>
              <a:ext cx="50400" cy="39550"/>
            </a:xfrm>
            <a:custGeom>
              <a:avLst/>
              <a:gdLst/>
              <a:ahLst/>
              <a:cxnLst/>
              <a:rect l="l" t="t" r="r" b="b"/>
              <a:pathLst>
                <a:path w="2016" h="1582" extrusionOk="0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-1265225" y="3218100"/>
              <a:ext cx="72600" cy="76075"/>
            </a:xfrm>
            <a:custGeom>
              <a:avLst/>
              <a:gdLst/>
              <a:ahLst/>
              <a:cxnLst/>
              <a:rect l="l" t="t" r="r" b="b"/>
              <a:pathLst>
                <a:path w="2904" h="3043" extrusionOk="0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-1000075" y="3266000"/>
              <a:ext cx="252375" cy="325450"/>
            </a:xfrm>
            <a:custGeom>
              <a:avLst/>
              <a:gdLst/>
              <a:ahLst/>
              <a:cxnLst/>
              <a:rect l="l" t="t" r="r" b="b"/>
              <a:pathLst>
                <a:path w="10095" h="13018" extrusionOk="0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-1423750" y="3975100"/>
              <a:ext cx="253850" cy="137300"/>
            </a:xfrm>
            <a:custGeom>
              <a:avLst/>
              <a:gdLst/>
              <a:ahLst/>
              <a:cxnLst/>
              <a:rect l="l" t="t" r="r" b="b"/>
              <a:pathLst>
                <a:path w="10154" h="5492" extrusionOk="0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-1731375" y="3345000"/>
              <a:ext cx="124950" cy="251375"/>
            </a:xfrm>
            <a:custGeom>
              <a:avLst/>
              <a:gdLst/>
              <a:ahLst/>
              <a:cxnLst/>
              <a:rect l="l" t="t" r="r" b="b"/>
              <a:pathLst>
                <a:path w="4998" h="10055" extrusionOk="0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-1187225" y="3148475"/>
              <a:ext cx="262250" cy="196550"/>
            </a:xfrm>
            <a:custGeom>
              <a:avLst/>
              <a:gdLst/>
              <a:ahLst/>
              <a:cxnLst/>
              <a:rect l="l" t="t" r="r" b="b"/>
              <a:pathLst>
                <a:path w="10490" h="7862" extrusionOk="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-1768900" y="3553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-1768425" y="3550925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-1782750" y="3483275"/>
              <a:ext cx="58800" cy="75075"/>
            </a:xfrm>
            <a:custGeom>
              <a:avLst/>
              <a:gdLst/>
              <a:ahLst/>
              <a:cxnLst/>
              <a:rect l="l" t="t" r="r" b="b"/>
              <a:pathLst>
                <a:path w="2352" h="3003" extrusionOk="0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-1768900" y="355092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-1769400" y="35069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-1780750" y="354302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-1780275" y="3412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-1780750" y="3410675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-1791625" y="3408700"/>
              <a:ext cx="19275" cy="5475"/>
            </a:xfrm>
            <a:custGeom>
              <a:avLst/>
              <a:gdLst/>
              <a:ahLst/>
              <a:cxnLst/>
              <a:rect l="l" t="t" r="r" b="b"/>
              <a:pathLst>
                <a:path w="771" h="219" extrusionOk="0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-1774825" y="3409200"/>
              <a:ext cx="2975" cy="1025"/>
            </a:xfrm>
            <a:custGeom>
              <a:avLst/>
              <a:gdLst/>
              <a:ahLst/>
              <a:cxnLst/>
              <a:rect l="l" t="t" r="r" b="b"/>
              <a:pathLst>
                <a:path w="119" h="41" extrusionOk="0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-1777300" y="3408225"/>
              <a:ext cx="2500" cy="1000"/>
            </a:xfrm>
            <a:custGeom>
              <a:avLst/>
              <a:gdLst/>
              <a:ahLst/>
              <a:cxnLst/>
              <a:rect l="l" t="t" r="r" b="b"/>
              <a:pathLst>
                <a:path w="100" h="40" extrusionOk="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-1798550" y="339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-1800025" y="3362775"/>
              <a:ext cx="39525" cy="47925"/>
            </a:xfrm>
            <a:custGeom>
              <a:avLst/>
              <a:gdLst/>
              <a:ahLst/>
              <a:cxnLst/>
              <a:rect l="l" t="t" r="r" b="b"/>
              <a:pathLst>
                <a:path w="1581" h="1917" extrusionOk="0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-1781250" y="3410200"/>
              <a:ext cx="500" cy="500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-1798050" y="33781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-1795075" y="340722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-1709150" y="3594375"/>
              <a:ext cx="52850" cy="55325"/>
            </a:xfrm>
            <a:custGeom>
              <a:avLst/>
              <a:gdLst/>
              <a:ahLst/>
              <a:cxnLst/>
              <a:rect l="l" t="t" r="r" b="b"/>
              <a:pathLst>
                <a:path w="2114" h="2213" extrusionOk="0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-1692875" y="36413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-1600025" y="35613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-1600525" y="35593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-1619775" y="3485250"/>
              <a:ext cx="41500" cy="78050"/>
            </a:xfrm>
            <a:custGeom>
              <a:avLst/>
              <a:gdLst/>
              <a:ahLst/>
              <a:cxnLst/>
              <a:rect l="l" t="t" r="r" b="b"/>
              <a:pathLst>
                <a:path w="1660" h="3122" extrusionOk="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-1600525" y="35593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-1617800" y="3517850"/>
              <a:ext cx="1000" cy="25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-1614850" y="35568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-1530900" y="3470425"/>
              <a:ext cx="42000" cy="38550"/>
            </a:xfrm>
            <a:custGeom>
              <a:avLst/>
              <a:gdLst/>
              <a:ahLst/>
              <a:cxnLst/>
              <a:rect l="l" t="t" r="r" b="b"/>
              <a:pathLst>
                <a:path w="1680" h="1542" extrusionOk="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-1500775" y="35055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-1570900" y="3408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-1572875" y="3408225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-1629175" y="3384025"/>
              <a:ext cx="61750" cy="41500"/>
            </a:xfrm>
            <a:custGeom>
              <a:avLst/>
              <a:gdLst/>
              <a:ahLst/>
              <a:cxnLst/>
              <a:rect l="l" t="t" r="r" b="b"/>
              <a:pathLst>
                <a:path w="2470" h="1660" extrusionOk="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-1572875" y="3408225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-1607925" y="342155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-1578300" y="342205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-1684975" y="3350450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-1685450" y="334847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-1696325" y="3346500"/>
              <a:ext cx="18800" cy="6925"/>
            </a:xfrm>
            <a:custGeom>
              <a:avLst/>
              <a:gdLst/>
              <a:ahLst/>
              <a:cxnLst/>
              <a:rect l="l" t="t" r="r" b="b"/>
              <a:pathLst>
                <a:path w="752" h="277" extrusionOk="0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-1679050" y="3346000"/>
              <a:ext cx="3000" cy="1500"/>
            </a:xfrm>
            <a:custGeom>
              <a:avLst/>
              <a:gdLst/>
              <a:ahLst/>
              <a:cxnLst/>
              <a:rect l="l" t="t" r="r" b="b"/>
              <a:pathLst>
                <a:path w="120" h="60" extrusionOk="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-1681025" y="3345500"/>
              <a:ext cx="2000" cy="1025"/>
            </a:xfrm>
            <a:custGeom>
              <a:avLst/>
              <a:gdLst/>
              <a:ahLst/>
              <a:cxnLst/>
              <a:rect l="l" t="t" r="r" b="b"/>
              <a:pathLst>
                <a:path w="80" h="41" extrusionOk="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-1702750" y="3291175"/>
              <a:ext cx="39525" cy="57325"/>
            </a:xfrm>
            <a:custGeom>
              <a:avLst/>
              <a:gdLst/>
              <a:ahLst/>
              <a:cxnLst/>
              <a:rect l="l" t="t" r="r" b="b"/>
              <a:pathLst>
                <a:path w="1581" h="2293" extrusionOk="0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-1685450" y="334847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-1699275" y="3344525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-1610900" y="331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-1608925" y="33139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-1607450" y="3317850"/>
              <a:ext cx="1525" cy="5450"/>
            </a:xfrm>
            <a:custGeom>
              <a:avLst/>
              <a:gdLst/>
              <a:ahLst/>
              <a:cxnLst/>
              <a:rect l="l" t="t" r="r" b="b"/>
              <a:pathLst>
                <a:path w="61" h="218" extrusionOk="0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-1602000" y="3297600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-1612375" y="3293150"/>
              <a:ext cx="39525" cy="35600"/>
            </a:xfrm>
            <a:custGeom>
              <a:avLst/>
              <a:gdLst/>
              <a:ahLst/>
              <a:cxnLst/>
              <a:rect l="l" t="t" r="r" b="b"/>
              <a:pathLst>
                <a:path w="1581" h="1424" extrusionOk="0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-1608925" y="33139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-1607450" y="32995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-1360550" y="3908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-1362025" y="39069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-1371900" y="3904975"/>
              <a:ext cx="19275" cy="6950"/>
            </a:xfrm>
            <a:custGeom>
              <a:avLst/>
              <a:gdLst/>
              <a:ahLst/>
              <a:cxnLst/>
              <a:rect l="l" t="t" r="r" b="b"/>
              <a:pathLst>
                <a:path w="771" h="278" extrusionOk="0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-1388675" y="3898575"/>
              <a:ext cx="500" cy="500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-1360050" y="3902525"/>
              <a:ext cx="2500" cy="500"/>
            </a:xfrm>
            <a:custGeom>
              <a:avLst/>
              <a:gdLst/>
              <a:ahLst/>
              <a:cxnLst/>
              <a:rect l="l" t="t" r="r" b="b"/>
              <a:pathLst>
                <a:path w="100" h="20" extrusionOk="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-1356600" y="3901525"/>
              <a:ext cx="2000" cy="525"/>
            </a:xfrm>
            <a:custGeom>
              <a:avLst/>
              <a:gdLst/>
              <a:ahLst/>
              <a:cxnLst/>
              <a:rect l="l" t="t" r="r" b="b"/>
              <a:pathLst>
                <a:path w="80" h="21" extrusionOk="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-1395600" y="3860050"/>
              <a:ext cx="43975" cy="52850"/>
            </a:xfrm>
            <a:custGeom>
              <a:avLst/>
              <a:gdLst/>
              <a:ahLst/>
              <a:cxnLst/>
              <a:rect l="l" t="t" r="r" b="b"/>
              <a:pathLst>
                <a:path w="1759" h="2114" extrusionOk="0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-1362025" y="39069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-1375850" y="39119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-1318575" y="4000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-1317575" y="399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-1323500" y="3961275"/>
              <a:ext cx="57300" cy="48900"/>
            </a:xfrm>
            <a:custGeom>
              <a:avLst/>
              <a:gdLst/>
              <a:ahLst/>
              <a:cxnLst/>
              <a:rect l="l" t="t" r="r" b="b"/>
              <a:pathLst>
                <a:path w="2292" h="1956" extrusionOk="0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-1317575" y="39993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-1297825" y="3967200"/>
              <a:ext cx="25" cy="1025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-1322525" y="3985975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-1189200" y="39835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-1161050" y="3983000"/>
              <a:ext cx="1025" cy="2500"/>
            </a:xfrm>
            <a:custGeom>
              <a:avLst/>
              <a:gdLst/>
              <a:ahLst/>
              <a:cxnLst/>
              <a:rect l="l" t="t" r="r" b="b"/>
              <a:pathLst>
                <a:path w="41" h="100" extrusionOk="0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-1146725" y="3974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-1145250" y="39637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-1144750" y="3964250"/>
              <a:ext cx="4475" cy="5450"/>
            </a:xfrm>
            <a:custGeom>
              <a:avLst/>
              <a:gdLst/>
              <a:ahLst/>
              <a:cxnLst/>
              <a:rect l="l" t="t" r="r" b="b"/>
              <a:pathLst>
                <a:path w="179" h="218" extrusionOk="0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-1198075" y="3951400"/>
              <a:ext cx="54350" cy="41500"/>
            </a:xfrm>
            <a:custGeom>
              <a:avLst/>
              <a:gdLst/>
              <a:ahLst/>
              <a:cxnLst/>
              <a:rect l="l" t="t" r="r" b="b"/>
              <a:pathLst>
                <a:path w="2174" h="1660" extrusionOk="0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-1158575" y="3982025"/>
              <a:ext cx="525" cy="1000"/>
            </a:xfrm>
            <a:custGeom>
              <a:avLst/>
              <a:gdLst/>
              <a:ahLst/>
              <a:cxnLst/>
              <a:rect l="l" t="t" r="r" b="b"/>
              <a:pathLst>
                <a:path w="21" h="40" extrusionOk="0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-1159550" y="4098050"/>
              <a:ext cx="500" cy="525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-1161050" y="4097075"/>
              <a:ext cx="2500" cy="1000"/>
            </a:xfrm>
            <a:custGeom>
              <a:avLst/>
              <a:gdLst/>
              <a:ahLst/>
              <a:cxnLst/>
              <a:rect l="l" t="t" r="r" b="b"/>
              <a:pathLst>
                <a:path w="100" h="40" extrusionOk="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-1159075" y="4096575"/>
              <a:ext cx="1025" cy="525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-1164000" y="4095600"/>
              <a:ext cx="6450" cy="3475"/>
            </a:xfrm>
            <a:custGeom>
              <a:avLst/>
              <a:gdLst/>
              <a:ahLst/>
              <a:cxnLst/>
              <a:rect l="l" t="t" r="r" b="b"/>
              <a:pathLst>
                <a:path w="258" h="139" extrusionOk="0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-1174375" y="4056575"/>
              <a:ext cx="31625" cy="40025"/>
            </a:xfrm>
            <a:custGeom>
              <a:avLst/>
              <a:gdLst/>
              <a:ahLst/>
              <a:cxnLst/>
              <a:rect l="l" t="t" r="r" b="b"/>
              <a:pathLst>
                <a:path w="1265" h="1601" extrusionOk="0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-1164000" y="40956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-1395600" y="410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-1397075" y="4099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-1435600" y="4052125"/>
              <a:ext cx="48425" cy="55350"/>
            </a:xfrm>
            <a:custGeom>
              <a:avLst/>
              <a:gdLst/>
              <a:ahLst/>
              <a:cxnLst/>
              <a:rect l="l" t="t" r="r" b="b"/>
              <a:pathLst>
                <a:path w="1937" h="2214" extrusionOk="0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-1397075" y="40990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-1430175" y="408225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-1409425" y="4106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-1243500" y="413657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-1245000" y="4137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-1295850" y="4123725"/>
              <a:ext cx="53850" cy="43975"/>
            </a:xfrm>
            <a:custGeom>
              <a:avLst/>
              <a:gdLst/>
              <a:ahLst/>
              <a:cxnLst/>
              <a:rect l="l" t="t" r="r" b="b"/>
              <a:pathLst>
                <a:path w="2154" h="1759" extrusionOk="0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-1245000" y="4137075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-1267700" y="416225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-1246475" y="41514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-1245000" y="427927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-1226225" y="4308925"/>
              <a:ext cx="525" cy="0"/>
            </a:xfrm>
            <a:custGeom>
              <a:avLst/>
              <a:gdLst/>
              <a:ahLst/>
              <a:cxnLst/>
              <a:rect l="l" t="t" r="r" b="b"/>
              <a:pathLst>
                <a:path w="21" extrusionOk="0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0" name="Google Shape;530;p3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531" name="Google Shape;531;p3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3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3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3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8" name="Google Shape;648;p3"/>
          <p:cNvSpPr/>
          <p:nvPr/>
        </p:nvSpPr>
        <p:spPr>
          <a:xfrm rot="5400000" flipH="1">
            <a:off x="2148607" y="-1809293"/>
            <a:ext cx="4846787" cy="8762086"/>
          </a:xfrm>
          <a:custGeom>
            <a:avLst/>
            <a:gdLst/>
            <a:ahLst/>
            <a:cxnLst/>
            <a:rect l="l" t="t" r="r" b="b"/>
            <a:pathLst>
              <a:path w="54999" h="78817" extrusionOk="0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9" name="Google Shape;649;p3"/>
          <p:cNvSpPr txBox="1">
            <a:spLocks noGrp="1"/>
          </p:cNvSpPr>
          <p:nvPr>
            <p:ph type="title"/>
          </p:nvPr>
        </p:nvSpPr>
        <p:spPr>
          <a:xfrm>
            <a:off x="881100" y="2653494"/>
            <a:ext cx="7381800" cy="914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50" name="Google Shape;650;p3"/>
          <p:cNvSpPr txBox="1">
            <a:spLocks noGrp="1"/>
          </p:cNvSpPr>
          <p:nvPr>
            <p:ph type="title" idx="2" hasCustomPrompt="1"/>
          </p:nvPr>
        </p:nvSpPr>
        <p:spPr>
          <a:xfrm>
            <a:off x="4114800" y="1517469"/>
            <a:ext cx="914400" cy="690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55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51" name="Google Shape;651;p3"/>
          <p:cNvSpPr txBox="1">
            <a:spLocks noGrp="1"/>
          </p:cNvSpPr>
          <p:nvPr>
            <p:ph type="subTitle" idx="1"/>
          </p:nvPr>
        </p:nvSpPr>
        <p:spPr>
          <a:xfrm>
            <a:off x="882450" y="3494571"/>
            <a:ext cx="73791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52" name="Google Shape;652;p3"/>
          <p:cNvGrpSpPr/>
          <p:nvPr/>
        </p:nvGrpSpPr>
        <p:grpSpPr>
          <a:xfrm rot="-1727288">
            <a:off x="-838377" y="3669706"/>
            <a:ext cx="1646350" cy="1753736"/>
            <a:chOff x="-2092800" y="-1252032"/>
            <a:chExt cx="1956171" cy="2083646"/>
          </a:xfrm>
        </p:grpSpPr>
        <p:sp>
          <p:nvSpPr>
            <p:cNvPr id="653" name="Google Shape;653;p3"/>
            <p:cNvSpPr/>
            <p:nvPr/>
          </p:nvSpPr>
          <p:spPr>
            <a:xfrm>
              <a:off x="-979900" y="-401409"/>
              <a:ext cx="460048" cy="405319"/>
            </a:xfrm>
            <a:custGeom>
              <a:avLst/>
              <a:gdLst/>
              <a:ahLst/>
              <a:cxnLst/>
              <a:rect l="l" t="t" r="r" b="b"/>
              <a:pathLst>
                <a:path w="11121" h="9798" extrusionOk="0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-1183351" y="-181618"/>
              <a:ext cx="1046722" cy="986284"/>
            </a:xfrm>
            <a:custGeom>
              <a:avLst/>
              <a:gdLst/>
              <a:ahLst/>
              <a:cxnLst/>
              <a:rect l="l" t="t" r="r" b="b"/>
              <a:pathLst>
                <a:path w="25303" h="23842" extrusionOk="0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-1111453" y="-131768"/>
              <a:ext cx="916787" cy="874343"/>
            </a:xfrm>
            <a:custGeom>
              <a:avLst/>
              <a:gdLst/>
              <a:ahLst/>
              <a:cxnLst/>
              <a:rect l="l" t="t" r="r" b="b"/>
              <a:pathLst>
                <a:path w="22162" h="21136" extrusionOk="0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-1095939" y="527648"/>
              <a:ext cx="134858" cy="51503"/>
            </a:xfrm>
            <a:custGeom>
              <a:avLst/>
              <a:gdLst/>
              <a:ahLst/>
              <a:cxnLst/>
              <a:rect l="l" t="t" r="r" b="b"/>
              <a:pathLst>
                <a:path w="3260" h="1245" extrusionOk="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-1207883" y="385464"/>
              <a:ext cx="646367" cy="215732"/>
            </a:xfrm>
            <a:custGeom>
              <a:avLst/>
              <a:gdLst/>
              <a:ahLst/>
              <a:cxnLst/>
              <a:rect l="l" t="t" r="r" b="b"/>
              <a:pathLst>
                <a:path w="15625" h="5215" extrusionOk="0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-1082867" y="-597538"/>
              <a:ext cx="415123" cy="357126"/>
            </a:xfrm>
            <a:custGeom>
              <a:avLst/>
              <a:gdLst/>
              <a:ahLst/>
              <a:cxnLst/>
              <a:rect l="l" t="t" r="r" b="b"/>
              <a:pathLst>
                <a:path w="10035" h="8633" extrusionOk="0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-652260" y="-246194"/>
              <a:ext cx="53985" cy="205141"/>
            </a:xfrm>
            <a:custGeom>
              <a:avLst/>
              <a:gdLst/>
              <a:ahLst/>
              <a:cxnLst/>
              <a:rect l="l" t="t" r="r" b="b"/>
              <a:pathLst>
                <a:path w="1305" h="4959" extrusionOk="0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-849175" y="-322147"/>
              <a:ext cx="260698" cy="405319"/>
            </a:xfrm>
            <a:custGeom>
              <a:avLst/>
              <a:gdLst/>
              <a:ahLst/>
              <a:cxnLst/>
              <a:rect l="l" t="t" r="r" b="b"/>
              <a:pathLst>
                <a:path w="6302" h="9798" extrusionOk="0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-682501" y="-34552"/>
              <a:ext cx="85838" cy="102178"/>
            </a:xfrm>
            <a:custGeom>
              <a:avLst/>
              <a:gdLst/>
              <a:ahLst/>
              <a:cxnLst/>
              <a:rect l="l" t="t" r="r" b="b"/>
              <a:pathLst>
                <a:path w="2075" h="2470" extrusionOk="0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-962732" y="-412869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-768258" y="-550130"/>
              <a:ext cx="5750" cy="3309"/>
            </a:xfrm>
            <a:custGeom>
              <a:avLst/>
              <a:gdLst/>
              <a:ahLst/>
              <a:cxnLst/>
              <a:rect l="l" t="t" r="r" b="b"/>
              <a:pathLst>
                <a:path w="139" h="80" extrusionOk="0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-1075503" y="-597538"/>
              <a:ext cx="309718" cy="221482"/>
            </a:xfrm>
            <a:custGeom>
              <a:avLst/>
              <a:gdLst/>
              <a:ahLst/>
              <a:cxnLst/>
              <a:rect l="l" t="t" r="r" b="b"/>
              <a:pathLst>
                <a:path w="7487" h="5354" extrusionOk="0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-899852" y="-456181"/>
              <a:ext cx="41" cy="1696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-858980" y="-287852"/>
              <a:ext cx="40085" cy="104618"/>
            </a:xfrm>
            <a:custGeom>
              <a:avLst/>
              <a:gdLst/>
              <a:ahLst/>
              <a:cxnLst/>
              <a:rect l="l" t="t" r="r" b="b"/>
              <a:pathLst>
                <a:path w="969" h="2529" extrusionOk="0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-1382748" y="-1252032"/>
              <a:ext cx="637390" cy="862057"/>
            </a:xfrm>
            <a:custGeom>
              <a:avLst/>
              <a:gdLst/>
              <a:ahLst/>
              <a:cxnLst/>
              <a:rect l="l" t="t" r="r" b="b"/>
              <a:pathLst>
                <a:path w="15408" h="20839" extrusionOk="0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-1591950" y="459017"/>
              <a:ext cx="628414" cy="372597"/>
            </a:xfrm>
            <a:custGeom>
              <a:avLst/>
              <a:gdLst/>
              <a:ahLst/>
              <a:cxnLst/>
              <a:rect l="l" t="t" r="r" b="b"/>
              <a:pathLst>
                <a:path w="15191" h="9007" extrusionOk="0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-1457915" y="345419"/>
              <a:ext cx="440440" cy="214118"/>
            </a:xfrm>
            <a:custGeom>
              <a:avLst/>
              <a:gdLst/>
              <a:ahLst/>
              <a:cxnLst/>
              <a:rect l="l" t="t" r="r" b="b"/>
              <a:pathLst>
                <a:path w="10647" h="5176" extrusionOk="0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-1776578" y="302106"/>
              <a:ext cx="412641" cy="383270"/>
            </a:xfrm>
            <a:custGeom>
              <a:avLst/>
              <a:gdLst/>
              <a:ahLst/>
              <a:cxnLst/>
              <a:rect l="l" t="t" r="r" b="b"/>
              <a:pathLst>
                <a:path w="9975" h="9265" extrusionOk="0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-1125352" y="455749"/>
              <a:ext cx="93201" cy="87451"/>
            </a:xfrm>
            <a:custGeom>
              <a:avLst/>
              <a:gdLst/>
              <a:ahLst/>
              <a:cxnLst/>
              <a:rect l="l" t="t" r="r" b="b"/>
              <a:pathLst>
                <a:path w="2253" h="2114" extrusionOk="0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-1270805" y="658373"/>
              <a:ext cx="254989" cy="33549"/>
            </a:xfrm>
            <a:custGeom>
              <a:avLst/>
              <a:gdLst/>
              <a:ahLst/>
              <a:cxnLst/>
              <a:rect l="l" t="t" r="r" b="b"/>
              <a:pathLst>
                <a:path w="6164" h="811" extrusionOk="0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-1341876" y="732754"/>
              <a:ext cx="221440" cy="40871"/>
            </a:xfrm>
            <a:custGeom>
              <a:avLst/>
              <a:gdLst/>
              <a:ahLst/>
              <a:cxnLst/>
              <a:rect l="l" t="t" r="r" b="b"/>
              <a:pathLst>
                <a:path w="5353" h="988" extrusionOk="0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-1384362" y="776026"/>
              <a:ext cx="172420" cy="35204"/>
            </a:xfrm>
            <a:custGeom>
              <a:avLst/>
              <a:gdLst/>
              <a:ahLst/>
              <a:cxnLst/>
              <a:rect l="l" t="t" r="r" b="b"/>
              <a:pathLst>
                <a:path w="4168" h="851" extrusionOk="0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-1665462" y="560329"/>
              <a:ext cx="1655" cy="1655"/>
            </a:xfrm>
            <a:custGeom>
              <a:avLst/>
              <a:gdLst/>
              <a:ahLst/>
              <a:cxnLst/>
              <a:rect l="l" t="t" r="r" b="b"/>
              <a:pathLst>
                <a:path w="40" h="40" extrusionOk="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-1585372" y="391173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-1773310" y="302106"/>
              <a:ext cx="214118" cy="335863"/>
            </a:xfrm>
            <a:custGeom>
              <a:avLst/>
              <a:gdLst/>
              <a:ahLst/>
              <a:cxnLst/>
              <a:rect l="l" t="t" r="r" b="b"/>
              <a:pathLst>
                <a:path w="5176" h="8119" extrusionOk="0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-1585372" y="390345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-1636876" y="495753"/>
              <a:ext cx="869" cy="1696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-1304313" y="527648"/>
              <a:ext cx="144662" cy="28626"/>
            </a:xfrm>
            <a:custGeom>
              <a:avLst/>
              <a:gdLst/>
              <a:ahLst/>
              <a:cxnLst/>
              <a:rect l="l" t="t" r="r" b="b"/>
              <a:pathLst>
                <a:path w="3497" h="692" extrusionOk="0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-2092800" y="129682"/>
              <a:ext cx="507455" cy="585929"/>
            </a:xfrm>
            <a:custGeom>
              <a:avLst/>
              <a:gdLst/>
              <a:ahLst/>
              <a:cxnLst/>
              <a:rect l="l" t="t" r="r" b="b"/>
              <a:pathLst>
                <a:path w="12267" h="14164" extrusionOk="0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-843466" y="108459"/>
              <a:ext cx="216600" cy="156121"/>
            </a:xfrm>
            <a:custGeom>
              <a:avLst/>
              <a:gdLst/>
              <a:ahLst/>
              <a:cxnLst/>
              <a:rect l="l" t="t" r="r" b="b"/>
              <a:pathLst>
                <a:path w="5236" h="3774" extrusionOk="0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-966828" y="218748"/>
              <a:ext cx="145489" cy="210850"/>
            </a:xfrm>
            <a:custGeom>
              <a:avLst/>
              <a:gdLst/>
              <a:ahLst/>
              <a:cxnLst/>
              <a:rect l="l" t="t" r="r" b="b"/>
              <a:pathLst>
                <a:path w="3517" h="5097" extrusionOk="0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-916192" y="-26361"/>
              <a:ext cx="104660" cy="205927"/>
            </a:xfrm>
            <a:custGeom>
              <a:avLst/>
              <a:gdLst/>
              <a:ahLst/>
              <a:cxnLst/>
              <a:rect l="l" t="t" r="r" b="b"/>
              <a:pathLst>
                <a:path w="2530" h="4978" extrusionOk="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-533781" y="304547"/>
              <a:ext cx="118518" cy="205141"/>
            </a:xfrm>
            <a:custGeom>
              <a:avLst/>
              <a:gdLst/>
              <a:ahLst/>
              <a:cxnLst/>
              <a:rect l="l" t="t" r="r" b="b"/>
              <a:pathLst>
                <a:path w="2865" h="4959" extrusionOk="0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-501099" y="193431"/>
              <a:ext cx="213332" cy="129977"/>
            </a:xfrm>
            <a:custGeom>
              <a:avLst/>
              <a:gdLst/>
              <a:ahLst/>
              <a:cxnLst/>
              <a:rect l="l" t="t" r="r" b="b"/>
              <a:pathLst>
                <a:path w="5157" h="3142" extrusionOk="0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-577880" y="534184"/>
              <a:ext cx="190415" cy="116863"/>
            </a:xfrm>
            <a:custGeom>
              <a:avLst/>
              <a:gdLst/>
              <a:ahLst/>
              <a:cxnLst/>
              <a:rect l="l" t="t" r="r" b="b"/>
              <a:pathLst>
                <a:path w="4603" h="2825" extrusionOk="0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-513344" y="326638"/>
              <a:ext cx="76033" cy="169979"/>
            </a:xfrm>
            <a:custGeom>
              <a:avLst/>
              <a:gdLst/>
              <a:ahLst/>
              <a:cxnLst/>
              <a:rect l="l" t="t" r="r" b="b"/>
              <a:pathLst>
                <a:path w="1838" h="4109" extrusionOk="0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-476568" y="244935"/>
              <a:ext cx="174074" cy="56384"/>
            </a:xfrm>
            <a:custGeom>
              <a:avLst/>
              <a:gdLst/>
              <a:ahLst/>
              <a:cxnLst/>
              <a:rect l="l" t="t" r="r" b="b"/>
              <a:pathLst>
                <a:path w="4208" h="1363" extrusionOk="0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-566462" y="577497"/>
              <a:ext cx="164270" cy="38430"/>
            </a:xfrm>
            <a:custGeom>
              <a:avLst/>
              <a:gdLst/>
              <a:ahLst/>
              <a:cxnLst/>
              <a:rect l="l" t="t" r="r" b="b"/>
              <a:pathLst>
                <a:path w="3971" h="929" extrusionOk="0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-926783" y="235916"/>
              <a:ext cx="68670" cy="172461"/>
            </a:xfrm>
            <a:custGeom>
              <a:avLst/>
              <a:gdLst/>
              <a:ahLst/>
              <a:cxnLst/>
              <a:rect l="l" t="t" r="r" b="b"/>
              <a:pathLst>
                <a:path w="1660" h="4169" extrusionOk="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-827912" y="128896"/>
              <a:ext cx="189587" cy="103791"/>
            </a:xfrm>
            <a:custGeom>
              <a:avLst/>
              <a:gdLst/>
              <a:ahLst/>
              <a:cxnLst/>
              <a:rect l="l" t="t" r="r" b="b"/>
              <a:pathLst>
                <a:path w="4583" h="2509" extrusionOk="0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-888393" y="-14943"/>
              <a:ext cx="41698" cy="162657"/>
            </a:xfrm>
            <a:custGeom>
              <a:avLst/>
              <a:gdLst/>
              <a:ahLst/>
              <a:cxnLst/>
              <a:rect l="l" t="t" r="r" b="b"/>
              <a:pathLst>
                <a:path w="1008" h="3932" extrusionOk="0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-647338" y="248203"/>
              <a:ext cx="51503" cy="67843"/>
            </a:xfrm>
            <a:custGeom>
              <a:avLst/>
              <a:gdLst/>
              <a:ahLst/>
              <a:cxnLst/>
              <a:rect l="l" t="t" r="r" b="b"/>
              <a:pathLst>
                <a:path w="1245" h="1640" extrusionOk="0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-689037" y="312738"/>
              <a:ext cx="52371" cy="45794"/>
            </a:xfrm>
            <a:custGeom>
              <a:avLst/>
              <a:gdLst/>
              <a:ahLst/>
              <a:cxnLst/>
              <a:rect l="l" t="t" r="r" b="b"/>
              <a:pathLst>
                <a:path w="1266" h="1107" extrusionOk="0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-599970" y="311910"/>
              <a:ext cx="63789" cy="48276"/>
            </a:xfrm>
            <a:custGeom>
              <a:avLst/>
              <a:gdLst/>
              <a:ahLst/>
              <a:cxnLst/>
              <a:rect l="l" t="t" r="r" b="b"/>
              <a:pathLst>
                <a:path w="1542" h="1167" extrusionOk="0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-589339" y="222844"/>
              <a:ext cx="57253" cy="66229"/>
            </a:xfrm>
            <a:custGeom>
              <a:avLst/>
              <a:gdLst/>
              <a:ahLst/>
              <a:cxnLst/>
              <a:rect l="l" t="t" r="r" b="b"/>
              <a:pathLst>
                <a:path w="1384" h="1601" extrusionOk="0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-592607" y="387077"/>
              <a:ext cx="48276" cy="50717"/>
            </a:xfrm>
            <a:custGeom>
              <a:avLst/>
              <a:gdLst/>
              <a:ahLst/>
              <a:cxnLst/>
              <a:rect l="l" t="t" r="r" b="b"/>
              <a:pathLst>
                <a:path w="1167" h="1226" extrusionOk="0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-725773" y="376487"/>
              <a:ext cx="51503" cy="41698"/>
            </a:xfrm>
            <a:custGeom>
              <a:avLst/>
              <a:gdLst/>
              <a:ahLst/>
              <a:cxnLst/>
              <a:rect l="l" t="t" r="r" b="b"/>
              <a:pathLst>
                <a:path w="1245" h="1008" extrusionOk="0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-735577" y="235916"/>
              <a:ext cx="44139" cy="50717"/>
            </a:xfrm>
            <a:custGeom>
              <a:avLst/>
              <a:gdLst/>
              <a:ahLst/>
              <a:cxnLst/>
              <a:rect l="l" t="t" r="r" b="b"/>
              <a:pathLst>
                <a:path w="1067" h="1226" extrusionOk="0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-624461" y="103537"/>
              <a:ext cx="59693" cy="48276"/>
            </a:xfrm>
            <a:custGeom>
              <a:avLst/>
              <a:gdLst/>
              <a:ahLst/>
              <a:cxnLst/>
              <a:rect l="l" t="t" r="r" b="b"/>
              <a:pathLst>
                <a:path w="1443" h="1167" extrusionOk="0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2" name="Google Shape;702;p3"/>
          <p:cNvGrpSpPr/>
          <p:nvPr/>
        </p:nvGrpSpPr>
        <p:grpSpPr>
          <a:xfrm>
            <a:off x="-90099" y="-182926"/>
            <a:ext cx="1047258" cy="979600"/>
            <a:chOff x="-252624" y="1601574"/>
            <a:chExt cx="1047258" cy="979600"/>
          </a:xfrm>
        </p:grpSpPr>
        <p:sp>
          <p:nvSpPr>
            <p:cNvPr id="703" name="Google Shape;703;p3"/>
            <p:cNvSpPr/>
            <p:nvPr/>
          </p:nvSpPr>
          <p:spPr>
            <a:xfrm>
              <a:off x="534175" y="1698647"/>
              <a:ext cx="203734" cy="206468"/>
            </a:xfrm>
            <a:custGeom>
              <a:avLst/>
              <a:gdLst/>
              <a:ahLst/>
              <a:cxnLst/>
              <a:rect l="l" t="t" r="r" b="b"/>
              <a:pathLst>
                <a:path w="5887" h="5966" extrusionOk="0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-186316" y="2276933"/>
              <a:ext cx="200343" cy="205811"/>
            </a:xfrm>
            <a:custGeom>
              <a:avLst/>
              <a:gdLst/>
              <a:ahLst/>
              <a:cxnLst/>
              <a:rect l="l" t="t" r="r" b="b"/>
              <a:pathLst>
                <a:path w="5789" h="5947" extrusionOk="0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-243730" y="1601574"/>
              <a:ext cx="1038363" cy="979600"/>
            </a:xfrm>
            <a:custGeom>
              <a:avLst/>
              <a:gdLst/>
              <a:ahLst/>
              <a:cxnLst/>
              <a:rect l="l" t="t" r="r" b="b"/>
              <a:pathLst>
                <a:path w="30004" h="28306" extrusionOk="0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-194518" y="1657637"/>
              <a:ext cx="924228" cy="877750"/>
            </a:xfrm>
            <a:custGeom>
              <a:avLst/>
              <a:gdLst/>
              <a:ahLst/>
              <a:cxnLst/>
              <a:rect l="l" t="t" r="r" b="b"/>
              <a:pathLst>
                <a:path w="26706" h="25363" extrusionOk="0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283998" y="1871579"/>
              <a:ext cx="192798" cy="193491"/>
            </a:xfrm>
            <a:custGeom>
              <a:avLst/>
              <a:gdLst/>
              <a:ahLst/>
              <a:cxnLst/>
              <a:rect l="l" t="t" r="r" b="b"/>
              <a:pathLst>
                <a:path w="5571" h="5591" extrusionOk="0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254582" y="1705499"/>
              <a:ext cx="236577" cy="168192"/>
            </a:xfrm>
            <a:custGeom>
              <a:avLst/>
              <a:gdLst/>
              <a:ahLst/>
              <a:cxnLst/>
              <a:rect l="l" t="t" r="r" b="b"/>
              <a:pathLst>
                <a:path w="6836" h="4860" extrusionOk="0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480188" y="1885941"/>
              <a:ext cx="187988" cy="220138"/>
            </a:xfrm>
            <a:custGeom>
              <a:avLst/>
              <a:gdLst/>
              <a:ahLst/>
              <a:cxnLst/>
              <a:rect l="l" t="t" r="r" b="b"/>
              <a:pathLst>
                <a:path w="5432" h="6361" extrusionOk="0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106255" y="1808040"/>
              <a:ext cx="177779" cy="213286"/>
            </a:xfrm>
            <a:custGeom>
              <a:avLst/>
              <a:gdLst/>
              <a:ahLst/>
              <a:cxnLst/>
              <a:rect l="l" t="t" r="r" b="b"/>
              <a:pathLst>
                <a:path w="5137" h="6163" extrusionOk="0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348922" y="2067767"/>
              <a:ext cx="209894" cy="195532"/>
            </a:xfrm>
            <a:custGeom>
              <a:avLst/>
              <a:gdLst/>
              <a:ahLst/>
              <a:cxnLst/>
              <a:rect l="l" t="t" r="r" b="b"/>
              <a:pathLst>
                <a:path w="6065" h="5650" extrusionOk="0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-137105" y="2061642"/>
              <a:ext cx="276895" cy="276860"/>
            </a:xfrm>
            <a:custGeom>
              <a:avLst/>
              <a:gdLst/>
              <a:ahLst/>
              <a:cxnLst/>
              <a:rect l="l" t="t" r="r" b="b"/>
              <a:pathLst>
                <a:path w="8001" h="8000" extrusionOk="0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95319" y="2182628"/>
              <a:ext cx="343860" cy="276860"/>
            </a:xfrm>
            <a:custGeom>
              <a:avLst/>
              <a:gdLst/>
              <a:ahLst/>
              <a:cxnLst/>
              <a:rect l="l" t="t" r="r" b="b"/>
              <a:pathLst>
                <a:path w="9936" h="8000" extrusionOk="0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70021" y="1905771"/>
              <a:ext cx="327491" cy="255680"/>
            </a:xfrm>
            <a:custGeom>
              <a:avLst/>
              <a:gdLst/>
              <a:ahLst/>
              <a:cxnLst/>
              <a:rect l="l" t="t" r="r" b="b"/>
              <a:pathLst>
                <a:path w="9463" h="7388" extrusionOk="0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-252624" y="1774540"/>
              <a:ext cx="568774" cy="555070"/>
            </a:xfrm>
            <a:custGeom>
              <a:avLst/>
              <a:gdLst/>
              <a:ahLst/>
              <a:cxnLst/>
              <a:rect l="l" t="t" r="r" b="b"/>
              <a:pathLst>
                <a:path w="16435" h="16039" extrusionOk="0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6" name="Google Shape;716;p3"/>
          <p:cNvGrpSpPr/>
          <p:nvPr/>
        </p:nvGrpSpPr>
        <p:grpSpPr>
          <a:xfrm>
            <a:off x="8430775" y="0"/>
            <a:ext cx="1436750" cy="1718156"/>
            <a:chOff x="3853575" y="-2474775"/>
            <a:chExt cx="1436750" cy="1718156"/>
          </a:xfrm>
        </p:grpSpPr>
        <p:sp>
          <p:nvSpPr>
            <p:cNvPr id="717" name="Google Shape;717;p3"/>
            <p:cNvSpPr/>
            <p:nvPr/>
          </p:nvSpPr>
          <p:spPr>
            <a:xfrm>
              <a:off x="3873611" y="-1465718"/>
              <a:ext cx="573999" cy="351203"/>
            </a:xfrm>
            <a:custGeom>
              <a:avLst/>
              <a:gdLst/>
              <a:ahLst/>
              <a:cxnLst/>
              <a:rect l="l" t="t" r="r" b="b"/>
              <a:pathLst>
                <a:path w="15270" h="9343" extrusionOk="0">
                  <a:moveTo>
                    <a:pt x="9205" y="0"/>
                  </a:moveTo>
                  <a:lnTo>
                    <a:pt x="8988" y="20"/>
                  </a:lnTo>
                  <a:lnTo>
                    <a:pt x="8751" y="79"/>
                  </a:lnTo>
                  <a:lnTo>
                    <a:pt x="8514" y="178"/>
                  </a:lnTo>
                  <a:lnTo>
                    <a:pt x="8277" y="316"/>
                  </a:lnTo>
                  <a:lnTo>
                    <a:pt x="8040" y="454"/>
                  </a:lnTo>
                  <a:lnTo>
                    <a:pt x="7783" y="632"/>
                  </a:lnTo>
                  <a:lnTo>
                    <a:pt x="7309" y="1008"/>
                  </a:lnTo>
                  <a:lnTo>
                    <a:pt x="6855" y="1363"/>
                  </a:lnTo>
                  <a:lnTo>
                    <a:pt x="6420" y="1699"/>
                  </a:lnTo>
                  <a:lnTo>
                    <a:pt x="6223" y="1817"/>
                  </a:lnTo>
                  <a:lnTo>
                    <a:pt x="6025" y="1916"/>
                  </a:lnTo>
                  <a:lnTo>
                    <a:pt x="5867" y="1975"/>
                  </a:lnTo>
                  <a:lnTo>
                    <a:pt x="5709" y="1995"/>
                  </a:lnTo>
                  <a:lnTo>
                    <a:pt x="5551" y="1975"/>
                  </a:lnTo>
                  <a:lnTo>
                    <a:pt x="5354" y="1916"/>
                  </a:lnTo>
                  <a:lnTo>
                    <a:pt x="4840" y="1778"/>
                  </a:lnTo>
                  <a:lnTo>
                    <a:pt x="4228" y="1600"/>
                  </a:lnTo>
                  <a:lnTo>
                    <a:pt x="3576" y="1363"/>
                  </a:lnTo>
                  <a:lnTo>
                    <a:pt x="2312" y="968"/>
                  </a:lnTo>
                  <a:lnTo>
                    <a:pt x="1798" y="810"/>
                  </a:lnTo>
                  <a:lnTo>
                    <a:pt x="1581" y="770"/>
                  </a:lnTo>
                  <a:lnTo>
                    <a:pt x="1423" y="751"/>
                  </a:lnTo>
                  <a:lnTo>
                    <a:pt x="1028" y="751"/>
                  </a:lnTo>
                  <a:lnTo>
                    <a:pt x="831" y="790"/>
                  </a:lnTo>
                  <a:lnTo>
                    <a:pt x="633" y="869"/>
                  </a:lnTo>
                  <a:lnTo>
                    <a:pt x="455" y="968"/>
                  </a:lnTo>
                  <a:lnTo>
                    <a:pt x="317" y="1106"/>
                  </a:lnTo>
                  <a:lnTo>
                    <a:pt x="238" y="1185"/>
                  </a:lnTo>
                  <a:lnTo>
                    <a:pt x="179" y="1284"/>
                  </a:lnTo>
                  <a:lnTo>
                    <a:pt x="139" y="1383"/>
                  </a:lnTo>
                  <a:lnTo>
                    <a:pt x="100" y="1501"/>
                  </a:lnTo>
                  <a:lnTo>
                    <a:pt x="60" y="1699"/>
                  </a:lnTo>
                  <a:lnTo>
                    <a:pt x="21" y="1877"/>
                  </a:lnTo>
                  <a:lnTo>
                    <a:pt x="1" y="2054"/>
                  </a:lnTo>
                  <a:lnTo>
                    <a:pt x="1" y="2232"/>
                  </a:lnTo>
                  <a:lnTo>
                    <a:pt x="21" y="2410"/>
                  </a:lnTo>
                  <a:lnTo>
                    <a:pt x="60" y="2568"/>
                  </a:lnTo>
                  <a:lnTo>
                    <a:pt x="139" y="2726"/>
                  </a:lnTo>
                  <a:lnTo>
                    <a:pt x="238" y="2884"/>
                  </a:lnTo>
                  <a:lnTo>
                    <a:pt x="356" y="3002"/>
                  </a:lnTo>
                  <a:lnTo>
                    <a:pt x="495" y="3121"/>
                  </a:lnTo>
                  <a:lnTo>
                    <a:pt x="653" y="3239"/>
                  </a:lnTo>
                  <a:lnTo>
                    <a:pt x="1008" y="3477"/>
                  </a:lnTo>
                  <a:lnTo>
                    <a:pt x="1403" y="3674"/>
                  </a:lnTo>
                  <a:lnTo>
                    <a:pt x="1798" y="3852"/>
                  </a:lnTo>
                  <a:lnTo>
                    <a:pt x="1937" y="3911"/>
                  </a:lnTo>
                  <a:lnTo>
                    <a:pt x="1996" y="3931"/>
                  </a:lnTo>
                  <a:lnTo>
                    <a:pt x="2766" y="4207"/>
                  </a:lnTo>
                  <a:lnTo>
                    <a:pt x="3300" y="4385"/>
                  </a:lnTo>
                  <a:lnTo>
                    <a:pt x="3616" y="4464"/>
                  </a:lnTo>
                  <a:lnTo>
                    <a:pt x="3714" y="4484"/>
                  </a:lnTo>
                  <a:lnTo>
                    <a:pt x="3793" y="4622"/>
                  </a:lnTo>
                  <a:lnTo>
                    <a:pt x="4011" y="4918"/>
                  </a:lnTo>
                  <a:lnTo>
                    <a:pt x="4169" y="5116"/>
                  </a:lnTo>
                  <a:lnTo>
                    <a:pt x="4366" y="5313"/>
                  </a:lnTo>
                  <a:lnTo>
                    <a:pt x="4564" y="5531"/>
                  </a:lnTo>
                  <a:lnTo>
                    <a:pt x="4801" y="5709"/>
                  </a:lnTo>
                  <a:lnTo>
                    <a:pt x="5038" y="5886"/>
                  </a:lnTo>
                  <a:lnTo>
                    <a:pt x="5275" y="6005"/>
                  </a:lnTo>
                  <a:lnTo>
                    <a:pt x="5512" y="6104"/>
                  </a:lnTo>
                  <a:lnTo>
                    <a:pt x="5709" y="6163"/>
                  </a:lnTo>
                  <a:lnTo>
                    <a:pt x="6025" y="6242"/>
                  </a:lnTo>
                  <a:lnTo>
                    <a:pt x="6144" y="6262"/>
                  </a:lnTo>
                  <a:lnTo>
                    <a:pt x="6164" y="6400"/>
                  </a:lnTo>
                  <a:lnTo>
                    <a:pt x="6183" y="6578"/>
                  </a:lnTo>
                  <a:lnTo>
                    <a:pt x="6262" y="6775"/>
                  </a:lnTo>
                  <a:lnTo>
                    <a:pt x="6341" y="6992"/>
                  </a:lnTo>
                  <a:lnTo>
                    <a:pt x="6480" y="7210"/>
                  </a:lnTo>
                  <a:lnTo>
                    <a:pt x="6578" y="7308"/>
                  </a:lnTo>
                  <a:lnTo>
                    <a:pt x="6677" y="7407"/>
                  </a:lnTo>
                  <a:lnTo>
                    <a:pt x="6796" y="7506"/>
                  </a:lnTo>
                  <a:lnTo>
                    <a:pt x="6914" y="7585"/>
                  </a:lnTo>
                  <a:lnTo>
                    <a:pt x="7309" y="7802"/>
                  </a:lnTo>
                  <a:lnTo>
                    <a:pt x="7605" y="7921"/>
                  </a:lnTo>
                  <a:lnTo>
                    <a:pt x="7783" y="7980"/>
                  </a:lnTo>
                  <a:lnTo>
                    <a:pt x="7862" y="7980"/>
                  </a:lnTo>
                  <a:lnTo>
                    <a:pt x="7961" y="8138"/>
                  </a:lnTo>
                  <a:lnTo>
                    <a:pt x="8080" y="8296"/>
                  </a:lnTo>
                  <a:lnTo>
                    <a:pt x="8218" y="8474"/>
                  </a:lnTo>
                  <a:lnTo>
                    <a:pt x="8415" y="8671"/>
                  </a:lnTo>
                  <a:lnTo>
                    <a:pt x="8613" y="8849"/>
                  </a:lnTo>
                  <a:lnTo>
                    <a:pt x="8830" y="9007"/>
                  </a:lnTo>
                  <a:lnTo>
                    <a:pt x="8949" y="9066"/>
                  </a:lnTo>
                  <a:lnTo>
                    <a:pt x="9067" y="9106"/>
                  </a:lnTo>
                  <a:lnTo>
                    <a:pt x="9541" y="9205"/>
                  </a:lnTo>
                  <a:lnTo>
                    <a:pt x="10015" y="9284"/>
                  </a:lnTo>
                  <a:lnTo>
                    <a:pt x="10489" y="9343"/>
                  </a:lnTo>
                  <a:lnTo>
                    <a:pt x="11398" y="9343"/>
                  </a:lnTo>
                  <a:lnTo>
                    <a:pt x="11813" y="9303"/>
                  </a:lnTo>
                  <a:lnTo>
                    <a:pt x="12208" y="9264"/>
                  </a:lnTo>
                  <a:lnTo>
                    <a:pt x="12583" y="9185"/>
                  </a:lnTo>
                  <a:lnTo>
                    <a:pt x="12938" y="9126"/>
                  </a:lnTo>
                  <a:lnTo>
                    <a:pt x="13235" y="9047"/>
                  </a:lnTo>
                  <a:lnTo>
                    <a:pt x="13748" y="8889"/>
                  </a:lnTo>
                  <a:lnTo>
                    <a:pt x="14064" y="8790"/>
                  </a:lnTo>
                  <a:lnTo>
                    <a:pt x="14183" y="8731"/>
                  </a:lnTo>
                  <a:lnTo>
                    <a:pt x="15269" y="869"/>
                  </a:lnTo>
                  <a:lnTo>
                    <a:pt x="14479" y="731"/>
                  </a:lnTo>
                  <a:lnTo>
                    <a:pt x="12682" y="454"/>
                  </a:lnTo>
                  <a:lnTo>
                    <a:pt x="11635" y="296"/>
                  </a:lnTo>
                  <a:lnTo>
                    <a:pt x="10647" y="158"/>
                  </a:lnTo>
                  <a:lnTo>
                    <a:pt x="9798" y="59"/>
                  </a:lnTo>
                  <a:lnTo>
                    <a:pt x="920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4013224" y="-1297197"/>
              <a:ext cx="118822" cy="26050"/>
            </a:xfrm>
            <a:custGeom>
              <a:avLst/>
              <a:gdLst/>
              <a:ahLst/>
              <a:cxnLst/>
              <a:rect l="l" t="t" r="r" b="b"/>
              <a:pathLst>
                <a:path w="3161" h="693" extrusionOk="0">
                  <a:moveTo>
                    <a:pt x="0" y="1"/>
                  </a:moveTo>
                  <a:lnTo>
                    <a:pt x="158" y="258"/>
                  </a:lnTo>
                  <a:lnTo>
                    <a:pt x="1620" y="554"/>
                  </a:lnTo>
                  <a:lnTo>
                    <a:pt x="1896" y="613"/>
                  </a:lnTo>
                  <a:lnTo>
                    <a:pt x="2153" y="633"/>
                  </a:lnTo>
                  <a:lnTo>
                    <a:pt x="2647" y="672"/>
                  </a:lnTo>
                  <a:lnTo>
                    <a:pt x="3003" y="692"/>
                  </a:lnTo>
                  <a:lnTo>
                    <a:pt x="3161" y="692"/>
                  </a:lnTo>
                  <a:lnTo>
                    <a:pt x="2904" y="613"/>
                  </a:lnTo>
                  <a:lnTo>
                    <a:pt x="2568" y="554"/>
                  </a:lnTo>
                  <a:lnTo>
                    <a:pt x="2074" y="495"/>
                  </a:lnTo>
                  <a:lnTo>
                    <a:pt x="1758" y="435"/>
                  </a:lnTo>
                  <a:lnTo>
                    <a:pt x="1403" y="376"/>
                  </a:lnTo>
                  <a:lnTo>
                    <a:pt x="731" y="2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4103067" y="-1230360"/>
              <a:ext cx="60896" cy="10450"/>
            </a:xfrm>
            <a:custGeom>
              <a:avLst/>
              <a:gdLst/>
              <a:ahLst/>
              <a:cxnLst/>
              <a:rect l="l" t="t" r="r" b="b"/>
              <a:pathLst>
                <a:path w="1620" h="278" extrusionOk="0">
                  <a:moveTo>
                    <a:pt x="40" y="1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20" y="178"/>
                  </a:lnTo>
                  <a:lnTo>
                    <a:pt x="40" y="218"/>
                  </a:lnTo>
                  <a:lnTo>
                    <a:pt x="79" y="238"/>
                  </a:lnTo>
                  <a:lnTo>
                    <a:pt x="178" y="257"/>
                  </a:lnTo>
                  <a:lnTo>
                    <a:pt x="356" y="277"/>
                  </a:lnTo>
                  <a:lnTo>
                    <a:pt x="889" y="277"/>
                  </a:lnTo>
                  <a:lnTo>
                    <a:pt x="1620" y="257"/>
                  </a:lnTo>
                  <a:lnTo>
                    <a:pt x="1264" y="218"/>
                  </a:lnTo>
                  <a:lnTo>
                    <a:pt x="929" y="178"/>
                  </a:lnTo>
                  <a:lnTo>
                    <a:pt x="514" y="9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4169152" y="-1165779"/>
              <a:ext cx="41612" cy="11202"/>
            </a:xfrm>
            <a:custGeom>
              <a:avLst/>
              <a:gdLst/>
              <a:ahLst/>
              <a:cxnLst/>
              <a:rect l="l" t="t" r="r" b="b"/>
              <a:pathLst>
                <a:path w="1107" h="298" extrusionOk="0">
                  <a:moveTo>
                    <a:pt x="0" y="1"/>
                  </a:moveTo>
                  <a:lnTo>
                    <a:pt x="40" y="120"/>
                  </a:lnTo>
                  <a:lnTo>
                    <a:pt x="99" y="199"/>
                  </a:lnTo>
                  <a:lnTo>
                    <a:pt x="138" y="278"/>
                  </a:lnTo>
                  <a:lnTo>
                    <a:pt x="218" y="297"/>
                  </a:lnTo>
                  <a:lnTo>
                    <a:pt x="356" y="278"/>
                  </a:lnTo>
                  <a:lnTo>
                    <a:pt x="711" y="199"/>
                  </a:lnTo>
                  <a:lnTo>
                    <a:pt x="1047" y="100"/>
                  </a:lnTo>
                  <a:lnTo>
                    <a:pt x="1106" y="60"/>
                  </a:lnTo>
                  <a:lnTo>
                    <a:pt x="1087" y="40"/>
                  </a:lnTo>
                  <a:lnTo>
                    <a:pt x="455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3882520" y="-1393693"/>
              <a:ext cx="75030" cy="75030"/>
            </a:xfrm>
            <a:custGeom>
              <a:avLst/>
              <a:gdLst/>
              <a:ahLst/>
              <a:cxnLst/>
              <a:rect l="l" t="t" r="r" b="b"/>
              <a:pathLst>
                <a:path w="1996" h="1996" extrusionOk="0">
                  <a:moveTo>
                    <a:pt x="376" y="0"/>
                  </a:moveTo>
                  <a:lnTo>
                    <a:pt x="1" y="968"/>
                  </a:lnTo>
                  <a:lnTo>
                    <a:pt x="119" y="1086"/>
                  </a:lnTo>
                  <a:lnTo>
                    <a:pt x="416" y="198"/>
                  </a:lnTo>
                  <a:lnTo>
                    <a:pt x="1048" y="494"/>
                  </a:lnTo>
                  <a:lnTo>
                    <a:pt x="1502" y="731"/>
                  </a:lnTo>
                  <a:lnTo>
                    <a:pt x="1680" y="830"/>
                  </a:lnTo>
                  <a:lnTo>
                    <a:pt x="1779" y="909"/>
                  </a:lnTo>
                  <a:lnTo>
                    <a:pt x="1798" y="968"/>
                  </a:lnTo>
                  <a:lnTo>
                    <a:pt x="1838" y="1067"/>
                  </a:lnTo>
                  <a:lnTo>
                    <a:pt x="1838" y="1146"/>
                  </a:lnTo>
                  <a:lnTo>
                    <a:pt x="1838" y="1264"/>
                  </a:lnTo>
                  <a:lnTo>
                    <a:pt x="1798" y="1482"/>
                  </a:lnTo>
                  <a:lnTo>
                    <a:pt x="1719" y="1719"/>
                  </a:lnTo>
                  <a:lnTo>
                    <a:pt x="1640" y="1857"/>
                  </a:lnTo>
                  <a:lnTo>
                    <a:pt x="1561" y="1936"/>
                  </a:lnTo>
                  <a:lnTo>
                    <a:pt x="1700" y="1995"/>
                  </a:lnTo>
                  <a:lnTo>
                    <a:pt x="1779" y="1896"/>
                  </a:lnTo>
                  <a:lnTo>
                    <a:pt x="1838" y="1738"/>
                  </a:lnTo>
                  <a:lnTo>
                    <a:pt x="1897" y="1580"/>
                  </a:lnTo>
                  <a:lnTo>
                    <a:pt x="1956" y="1402"/>
                  </a:lnTo>
                  <a:lnTo>
                    <a:pt x="1976" y="1244"/>
                  </a:lnTo>
                  <a:lnTo>
                    <a:pt x="1996" y="1067"/>
                  </a:lnTo>
                  <a:lnTo>
                    <a:pt x="1956" y="928"/>
                  </a:lnTo>
                  <a:lnTo>
                    <a:pt x="1937" y="869"/>
                  </a:lnTo>
                  <a:lnTo>
                    <a:pt x="1897" y="810"/>
                  </a:lnTo>
                  <a:lnTo>
                    <a:pt x="1798" y="711"/>
                  </a:lnTo>
                  <a:lnTo>
                    <a:pt x="1640" y="593"/>
                  </a:lnTo>
                  <a:lnTo>
                    <a:pt x="1463" y="494"/>
                  </a:lnTo>
                  <a:lnTo>
                    <a:pt x="1285" y="395"/>
                  </a:lnTo>
                  <a:lnTo>
                    <a:pt x="989" y="257"/>
                  </a:lnTo>
                  <a:lnTo>
                    <a:pt x="870" y="217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4047357" y="-2278023"/>
              <a:ext cx="1045453" cy="331920"/>
            </a:xfrm>
            <a:custGeom>
              <a:avLst/>
              <a:gdLst/>
              <a:ahLst/>
              <a:cxnLst/>
              <a:rect l="l" t="t" r="r" b="b"/>
              <a:pathLst>
                <a:path w="27812" h="8830" extrusionOk="0">
                  <a:moveTo>
                    <a:pt x="9581" y="0"/>
                  </a:moveTo>
                  <a:lnTo>
                    <a:pt x="9363" y="40"/>
                  </a:lnTo>
                  <a:lnTo>
                    <a:pt x="9166" y="60"/>
                  </a:lnTo>
                  <a:lnTo>
                    <a:pt x="8988" y="119"/>
                  </a:lnTo>
                  <a:lnTo>
                    <a:pt x="8830" y="178"/>
                  </a:lnTo>
                  <a:lnTo>
                    <a:pt x="8692" y="237"/>
                  </a:lnTo>
                  <a:lnTo>
                    <a:pt x="8573" y="297"/>
                  </a:lnTo>
                  <a:lnTo>
                    <a:pt x="8396" y="435"/>
                  </a:lnTo>
                  <a:lnTo>
                    <a:pt x="8277" y="553"/>
                  </a:lnTo>
                  <a:lnTo>
                    <a:pt x="8178" y="692"/>
                  </a:lnTo>
                  <a:lnTo>
                    <a:pt x="8099" y="672"/>
                  </a:lnTo>
                  <a:lnTo>
                    <a:pt x="7862" y="672"/>
                  </a:lnTo>
                  <a:lnTo>
                    <a:pt x="7507" y="692"/>
                  </a:lnTo>
                  <a:lnTo>
                    <a:pt x="7309" y="731"/>
                  </a:lnTo>
                  <a:lnTo>
                    <a:pt x="7092" y="771"/>
                  </a:lnTo>
                  <a:lnTo>
                    <a:pt x="6875" y="830"/>
                  </a:lnTo>
                  <a:lnTo>
                    <a:pt x="6638" y="929"/>
                  </a:lnTo>
                  <a:lnTo>
                    <a:pt x="6401" y="1027"/>
                  </a:lnTo>
                  <a:lnTo>
                    <a:pt x="6183" y="1166"/>
                  </a:lnTo>
                  <a:lnTo>
                    <a:pt x="5966" y="1324"/>
                  </a:lnTo>
                  <a:lnTo>
                    <a:pt x="5749" y="1521"/>
                  </a:lnTo>
                  <a:lnTo>
                    <a:pt x="5571" y="1758"/>
                  </a:lnTo>
                  <a:lnTo>
                    <a:pt x="5413" y="2035"/>
                  </a:lnTo>
                  <a:lnTo>
                    <a:pt x="5354" y="2035"/>
                  </a:lnTo>
                  <a:lnTo>
                    <a:pt x="5196" y="2074"/>
                  </a:lnTo>
                  <a:lnTo>
                    <a:pt x="4959" y="2153"/>
                  </a:lnTo>
                  <a:lnTo>
                    <a:pt x="4820" y="2213"/>
                  </a:lnTo>
                  <a:lnTo>
                    <a:pt x="4662" y="2292"/>
                  </a:lnTo>
                  <a:lnTo>
                    <a:pt x="4504" y="2390"/>
                  </a:lnTo>
                  <a:lnTo>
                    <a:pt x="4346" y="2509"/>
                  </a:lnTo>
                  <a:lnTo>
                    <a:pt x="4169" y="2647"/>
                  </a:lnTo>
                  <a:lnTo>
                    <a:pt x="3991" y="2825"/>
                  </a:lnTo>
                  <a:lnTo>
                    <a:pt x="3813" y="3022"/>
                  </a:lnTo>
                  <a:lnTo>
                    <a:pt x="3655" y="3259"/>
                  </a:lnTo>
                  <a:lnTo>
                    <a:pt x="3497" y="3536"/>
                  </a:lnTo>
                  <a:lnTo>
                    <a:pt x="3339" y="3832"/>
                  </a:lnTo>
                  <a:lnTo>
                    <a:pt x="2983" y="3813"/>
                  </a:lnTo>
                  <a:lnTo>
                    <a:pt x="2628" y="3793"/>
                  </a:lnTo>
                  <a:lnTo>
                    <a:pt x="2174" y="3813"/>
                  </a:lnTo>
                  <a:lnTo>
                    <a:pt x="1937" y="3832"/>
                  </a:lnTo>
                  <a:lnTo>
                    <a:pt x="1680" y="3872"/>
                  </a:lnTo>
                  <a:lnTo>
                    <a:pt x="1443" y="3931"/>
                  </a:lnTo>
                  <a:lnTo>
                    <a:pt x="1206" y="3990"/>
                  </a:lnTo>
                  <a:lnTo>
                    <a:pt x="969" y="4069"/>
                  </a:lnTo>
                  <a:lnTo>
                    <a:pt x="751" y="4168"/>
                  </a:lnTo>
                  <a:lnTo>
                    <a:pt x="554" y="4306"/>
                  </a:lnTo>
                  <a:lnTo>
                    <a:pt x="376" y="4445"/>
                  </a:lnTo>
                  <a:lnTo>
                    <a:pt x="238" y="4603"/>
                  </a:lnTo>
                  <a:lnTo>
                    <a:pt x="139" y="4780"/>
                  </a:lnTo>
                  <a:lnTo>
                    <a:pt x="60" y="4938"/>
                  </a:lnTo>
                  <a:lnTo>
                    <a:pt x="21" y="5096"/>
                  </a:lnTo>
                  <a:lnTo>
                    <a:pt x="1" y="5254"/>
                  </a:lnTo>
                  <a:lnTo>
                    <a:pt x="1" y="5393"/>
                  </a:lnTo>
                  <a:lnTo>
                    <a:pt x="40" y="5551"/>
                  </a:lnTo>
                  <a:lnTo>
                    <a:pt x="80" y="5669"/>
                  </a:lnTo>
                  <a:lnTo>
                    <a:pt x="159" y="5807"/>
                  </a:lnTo>
                  <a:lnTo>
                    <a:pt x="238" y="5906"/>
                  </a:lnTo>
                  <a:lnTo>
                    <a:pt x="337" y="6005"/>
                  </a:lnTo>
                  <a:lnTo>
                    <a:pt x="435" y="6104"/>
                  </a:lnTo>
                  <a:lnTo>
                    <a:pt x="534" y="6163"/>
                  </a:lnTo>
                  <a:lnTo>
                    <a:pt x="653" y="6203"/>
                  </a:lnTo>
                  <a:lnTo>
                    <a:pt x="751" y="6242"/>
                  </a:lnTo>
                  <a:lnTo>
                    <a:pt x="870" y="6242"/>
                  </a:lnTo>
                  <a:lnTo>
                    <a:pt x="1265" y="6262"/>
                  </a:lnTo>
                  <a:lnTo>
                    <a:pt x="1937" y="6321"/>
                  </a:lnTo>
                  <a:lnTo>
                    <a:pt x="3813" y="6479"/>
                  </a:lnTo>
                  <a:lnTo>
                    <a:pt x="5808" y="6677"/>
                  </a:lnTo>
                  <a:lnTo>
                    <a:pt x="6598" y="6756"/>
                  </a:lnTo>
                  <a:lnTo>
                    <a:pt x="7171" y="6835"/>
                  </a:lnTo>
                  <a:lnTo>
                    <a:pt x="7388" y="6894"/>
                  </a:lnTo>
                  <a:lnTo>
                    <a:pt x="7625" y="6973"/>
                  </a:lnTo>
                  <a:lnTo>
                    <a:pt x="8198" y="7170"/>
                  </a:lnTo>
                  <a:lnTo>
                    <a:pt x="8810" y="7427"/>
                  </a:lnTo>
                  <a:lnTo>
                    <a:pt x="9482" y="7704"/>
                  </a:lnTo>
                  <a:lnTo>
                    <a:pt x="10134" y="7980"/>
                  </a:lnTo>
                  <a:lnTo>
                    <a:pt x="10766" y="8217"/>
                  </a:lnTo>
                  <a:lnTo>
                    <a:pt x="11062" y="8316"/>
                  </a:lnTo>
                  <a:lnTo>
                    <a:pt x="11319" y="8395"/>
                  </a:lnTo>
                  <a:lnTo>
                    <a:pt x="11576" y="8434"/>
                  </a:lnTo>
                  <a:lnTo>
                    <a:pt x="11793" y="8454"/>
                  </a:lnTo>
                  <a:lnTo>
                    <a:pt x="16336" y="8593"/>
                  </a:lnTo>
                  <a:lnTo>
                    <a:pt x="17837" y="8632"/>
                  </a:lnTo>
                  <a:lnTo>
                    <a:pt x="24493" y="8790"/>
                  </a:lnTo>
                  <a:lnTo>
                    <a:pt x="26864" y="8830"/>
                  </a:lnTo>
                  <a:lnTo>
                    <a:pt x="27555" y="8830"/>
                  </a:lnTo>
                  <a:lnTo>
                    <a:pt x="27812" y="8810"/>
                  </a:lnTo>
                  <a:lnTo>
                    <a:pt x="27792" y="8691"/>
                  </a:lnTo>
                  <a:lnTo>
                    <a:pt x="27654" y="8415"/>
                  </a:lnTo>
                  <a:lnTo>
                    <a:pt x="27199" y="7427"/>
                  </a:lnTo>
                  <a:lnTo>
                    <a:pt x="25758" y="4484"/>
                  </a:lnTo>
                  <a:lnTo>
                    <a:pt x="23644" y="257"/>
                  </a:lnTo>
                  <a:lnTo>
                    <a:pt x="16178" y="771"/>
                  </a:lnTo>
                  <a:lnTo>
                    <a:pt x="16138" y="771"/>
                  </a:lnTo>
                  <a:lnTo>
                    <a:pt x="16099" y="790"/>
                  </a:lnTo>
                  <a:lnTo>
                    <a:pt x="15309" y="830"/>
                  </a:lnTo>
                  <a:lnTo>
                    <a:pt x="13985" y="929"/>
                  </a:lnTo>
                  <a:lnTo>
                    <a:pt x="13590" y="810"/>
                  </a:lnTo>
                  <a:lnTo>
                    <a:pt x="12583" y="514"/>
                  </a:lnTo>
                  <a:lnTo>
                    <a:pt x="11951" y="356"/>
                  </a:lnTo>
                  <a:lnTo>
                    <a:pt x="11299" y="218"/>
                  </a:lnTo>
                  <a:lnTo>
                    <a:pt x="10667" y="99"/>
                  </a:lnTo>
                  <a:lnTo>
                    <a:pt x="10074" y="20"/>
                  </a:lnTo>
                  <a:lnTo>
                    <a:pt x="9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4160957" y="-2074580"/>
              <a:ext cx="235426" cy="66873"/>
            </a:xfrm>
            <a:custGeom>
              <a:avLst/>
              <a:gdLst/>
              <a:ahLst/>
              <a:cxnLst/>
              <a:rect l="l" t="t" r="r" b="b"/>
              <a:pathLst>
                <a:path w="6263" h="1779" extrusionOk="0">
                  <a:moveTo>
                    <a:pt x="1482" y="0"/>
                  </a:moveTo>
                  <a:lnTo>
                    <a:pt x="1305" y="40"/>
                  </a:lnTo>
                  <a:lnTo>
                    <a:pt x="1127" y="79"/>
                  </a:lnTo>
                  <a:lnTo>
                    <a:pt x="969" y="139"/>
                  </a:lnTo>
                  <a:lnTo>
                    <a:pt x="831" y="198"/>
                  </a:lnTo>
                  <a:lnTo>
                    <a:pt x="712" y="297"/>
                  </a:lnTo>
                  <a:lnTo>
                    <a:pt x="495" y="494"/>
                  </a:lnTo>
                  <a:lnTo>
                    <a:pt x="317" y="672"/>
                  </a:lnTo>
                  <a:lnTo>
                    <a:pt x="198" y="850"/>
                  </a:lnTo>
                  <a:lnTo>
                    <a:pt x="119" y="1008"/>
                  </a:lnTo>
                  <a:lnTo>
                    <a:pt x="40" y="1126"/>
                  </a:lnTo>
                  <a:lnTo>
                    <a:pt x="21" y="1225"/>
                  </a:lnTo>
                  <a:lnTo>
                    <a:pt x="1" y="1304"/>
                  </a:lnTo>
                  <a:lnTo>
                    <a:pt x="969" y="1403"/>
                  </a:lnTo>
                  <a:lnTo>
                    <a:pt x="3122" y="1600"/>
                  </a:lnTo>
                  <a:lnTo>
                    <a:pt x="4267" y="1699"/>
                  </a:lnTo>
                  <a:lnTo>
                    <a:pt x="5255" y="1758"/>
                  </a:lnTo>
                  <a:lnTo>
                    <a:pt x="5986" y="1778"/>
                  </a:lnTo>
                  <a:lnTo>
                    <a:pt x="6183" y="1758"/>
                  </a:lnTo>
                  <a:lnTo>
                    <a:pt x="6243" y="1758"/>
                  </a:lnTo>
                  <a:lnTo>
                    <a:pt x="6262" y="1739"/>
                  </a:lnTo>
                  <a:lnTo>
                    <a:pt x="6243" y="1699"/>
                  </a:lnTo>
                  <a:lnTo>
                    <a:pt x="6223" y="1660"/>
                  </a:lnTo>
                  <a:lnTo>
                    <a:pt x="6144" y="1541"/>
                  </a:lnTo>
                  <a:lnTo>
                    <a:pt x="6025" y="1403"/>
                  </a:lnTo>
                  <a:lnTo>
                    <a:pt x="5848" y="1265"/>
                  </a:lnTo>
                  <a:lnTo>
                    <a:pt x="5670" y="1146"/>
                  </a:lnTo>
                  <a:lnTo>
                    <a:pt x="5472" y="1028"/>
                  </a:lnTo>
                  <a:lnTo>
                    <a:pt x="5294" y="949"/>
                  </a:lnTo>
                  <a:lnTo>
                    <a:pt x="5117" y="889"/>
                  </a:lnTo>
                  <a:lnTo>
                    <a:pt x="4939" y="850"/>
                  </a:lnTo>
                  <a:lnTo>
                    <a:pt x="4761" y="791"/>
                  </a:lnTo>
                  <a:lnTo>
                    <a:pt x="4327" y="613"/>
                  </a:lnTo>
                  <a:lnTo>
                    <a:pt x="3872" y="415"/>
                  </a:lnTo>
                  <a:lnTo>
                    <a:pt x="3616" y="316"/>
                  </a:lnTo>
                  <a:lnTo>
                    <a:pt x="3379" y="237"/>
                  </a:lnTo>
                  <a:lnTo>
                    <a:pt x="3082" y="158"/>
                  </a:lnTo>
                  <a:lnTo>
                    <a:pt x="2766" y="99"/>
                  </a:lnTo>
                  <a:lnTo>
                    <a:pt x="2411" y="40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3853575" y="-2047101"/>
              <a:ext cx="670493" cy="670493"/>
            </a:xfrm>
            <a:custGeom>
              <a:avLst/>
              <a:gdLst/>
              <a:ahLst/>
              <a:cxnLst/>
              <a:rect l="l" t="t" r="r" b="b"/>
              <a:pathLst>
                <a:path w="17837" h="17837" extrusionOk="0">
                  <a:moveTo>
                    <a:pt x="8395" y="0"/>
                  </a:moveTo>
                  <a:lnTo>
                    <a:pt x="8040" y="20"/>
                  </a:lnTo>
                  <a:lnTo>
                    <a:pt x="7684" y="40"/>
                  </a:lnTo>
                  <a:lnTo>
                    <a:pt x="7329" y="99"/>
                  </a:lnTo>
                  <a:lnTo>
                    <a:pt x="6993" y="158"/>
                  </a:lnTo>
                  <a:lnTo>
                    <a:pt x="6657" y="237"/>
                  </a:lnTo>
                  <a:lnTo>
                    <a:pt x="6341" y="336"/>
                  </a:lnTo>
                  <a:lnTo>
                    <a:pt x="6025" y="455"/>
                  </a:lnTo>
                  <a:lnTo>
                    <a:pt x="5709" y="573"/>
                  </a:lnTo>
                  <a:lnTo>
                    <a:pt x="5413" y="711"/>
                  </a:lnTo>
                  <a:lnTo>
                    <a:pt x="5116" y="869"/>
                  </a:lnTo>
                  <a:lnTo>
                    <a:pt x="4840" y="1027"/>
                  </a:lnTo>
                  <a:lnTo>
                    <a:pt x="4563" y="1185"/>
                  </a:lnTo>
                  <a:lnTo>
                    <a:pt x="4307" y="1363"/>
                  </a:lnTo>
                  <a:lnTo>
                    <a:pt x="3793" y="1738"/>
                  </a:lnTo>
                  <a:lnTo>
                    <a:pt x="3339" y="2153"/>
                  </a:lnTo>
                  <a:lnTo>
                    <a:pt x="2904" y="2568"/>
                  </a:lnTo>
                  <a:lnTo>
                    <a:pt x="2489" y="2983"/>
                  </a:lnTo>
                  <a:lnTo>
                    <a:pt x="2134" y="3417"/>
                  </a:lnTo>
                  <a:lnTo>
                    <a:pt x="1798" y="3832"/>
                  </a:lnTo>
                  <a:lnTo>
                    <a:pt x="1482" y="4267"/>
                  </a:lnTo>
                  <a:lnTo>
                    <a:pt x="1186" y="4741"/>
                  </a:lnTo>
                  <a:lnTo>
                    <a:pt x="929" y="5254"/>
                  </a:lnTo>
                  <a:lnTo>
                    <a:pt x="692" y="5807"/>
                  </a:lnTo>
                  <a:lnTo>
                    <a:pt x="475" y="6380"/>
                  </a:lnTo>
                  <a:lnTo>
                    <a:pt x="297" y="6992"/>
                  </a:lnTo>
                  <a:lnTo>
                    <a:pt x="159" y="7625"/>
                  </a:lnTo>
                  <a:lnTo>
                    <a:pt x="60" y="8276"/>
                  </a:lnTo>
                  <a:lnTo>
                    <a:pt x="20" y="8612"/>
                  </a:lnTo>
                  <a:lnTo>
                    <a:pt x="1" y="8948"/>
                  </a:lnTo>
                  <a:lnTo>
                    <a:pt x="1" y="9284"/>
                  </a:lnTo>
                  <a:lnTo>
                    <a:pt x="1" y="9639"/>
                  </a:lnTo>
                  <a:lnTo>
                    <a:pt x="20" y="9975"/>
                  </a:lnTo>
                  <a:lnTo>
                    <a:pt x="40" y="10331"/>
                  </a:lnTo>
                  <a:lnTo>
                    <a:pt x="99" y="10706"/>
                  </a:lnTo>
                  <a:lnTo>
                    <a:pt x="159" y="11061"/>
                  </a:lnTo>
                  <a:lnTo>
                    <a:pt x="218" y="11417"/>
                  </a:lnTo>
                  <a:lnTo>
                    <a:pt x="317" y="11792"/>
                  </a:lnTo>
                  <a:lnTo>
                    <a:pt x="415" y="12148"/>
                  </a:lnTo>
                  <a:lnTo>
                    <a:pt x="534" y="12523"/>
                  </a:lnTo>
                  <a:lnTo>
                    <a:pt x="672" y="12879"/>
                  </a:lnTo>
                  <a:lnTo>
                    <a:pt x="830" y="13254"/>
                  </a:lnTo>
                  <a:lnTo>
                    <a:pt x="1008" y="13629"/>
                  </a:lnTo>
                  <a:lnTo>
                    <a:pt x="1205" y="14004"/>
                  </a:lnTo>
                  <a:lnTo>
                    <a:pt x="1403" y="14360"/>
                  </a:lnTo>
                  <a:lnTo>
                    <a:pt x="1640" y="14696"/>
                  </a:lnTo>
                  <a:lnTo>
                    <a:pt x="1877" y="15012"/>
                  </a:lnTo>
                  <a:lnTo>
                    <a:pt x="2134" y="15288"/>
                  </a:lnTo>
                  <a:lnTo>
                    <a:pt x="2410" y="15565"/>
                  </a:lnTo>
                  <a:lnTo>
                    <a:pt x="2687" y="15822"/>
                  </a:lnTo>
                  <a:lnTo>
                    <a:pt x="2983" y="16059"/>
                  </a:lnTo>
                  <a:lnTo>
                    <a:pt x="3299" y="16256"/>
                  </a:lnTo>
                  <a:lnTo>
                    <a:pt x="3595" y="16454"/>
                  </a:lnTo>
                  <a:lnTo>
                    <a:pt x="3912" y="16632"/>
                  </a:lnTo>
                  <a:lnTo>
                    <a:pt x="4228" y="16809"/>
                  </a:lnTo>
                  <a:lnTo>
                    <a:pt x="4544" y="16948"/>
                  </a:lnTo>
                  <a:lnTo>
                    <a:pt x="4860" y="17086"/>
                  </a:lnTo>
                  <a:lnTo>
                    <a:pt x="5195" y="17204"/>
                  </a:lnTo>
                  <a:lnTo>
                    <a:pt x="5808" y="17402"/>
                  </a:lnTo>
                  <a:lnTo>
                    <a:pt x="6420" y="17560"/>
                  </a:lnTo>
                  <a:lnTo>
                    <a:pt x="6973" y="17659"/>
                  </a:lnTo>
                  <a:lnTo>
                    <a:pt x="7487" y="17738"/>
                  </a:lnTo>
                  <a:lnTo>
                    <a:pt x="7921" y="17797"/>
                  </a:lnTo>
                  <a:lnTo>
                    <a:pt x="8296" y="17817"/>
                  </a:lnTo>
                  <a:lnTo>
                    <a:pt x="8573" y="17836"/>
                  </a:lnTo>
                  <a:lnTo>
                    <a:pt x="8830" y="17836"/>
                  </a:lnTo>
                  <a:lnTo>
                    <a:pt x="9363" y="17817"/>
                  </a:lnTo>
                  <a:lnTo>
                    <a:pt x="9877" y="17777"/>
                  </a:lnTo>
                  <a:lnTo>
                    <a:pt x="10390" y="17718"/>
                  </a:lnTo>
                  <a:lnTo>
                    <a:pt x="10884" y="17619"/>
                  </a:lnTo>
                  <a:lnTo>
                    <a:pt x="11358" y="17481"/>
                  </a:lnTo>
                  <a:lnTo>
                    <a:pt x="11832" y="17343"/>
                  </a:lnTo>
                  <a:lnTo>
                    <a:pt x="12267" y="17165"/>
                  </a:lnTo>
                  <a:lnTo>
                    <a:pt x="12701" y="16967"/>
                  </a:lnTo>
                  <a:lnTo>
                    <a:pt x="13116" y="16730"/>
                  </a:lnTo>
                  <a:lnTo>
                    <a:pt x="13531" y="16493"/>
                  </a:lnTo>
                  <a:lnTo>
                    <a:pt x="13906" y="16236"/>
                  </a:lnTo>
                  <a:lnTo>
                    <a:pt x="14281" y="15960"/>
                  </a:lnTo>
                  <a:lnTo>
                    <a:pt x="14617" y="15664"/>
                  </a:lnTo>
                  <a:lnTo>
                    <a:pt x="14953" y="15348"/>
                  </a:lnTo>
                  <a:lnTo>
                    <a:pt x="15269" y="15012"/>
                  </a:lnTo>
                  <a:lnTo>
                    <a:pt x="15565" y="14676"/>
                  </a:lnTo>
                  <a:lnTo>
                    <a:pt x="15842" y="14321"/>
                  </a:lnTo>
                  <a:lnTo>
                    <a:pt x="16118" y="13965"/>
                  </a:lnTo>
                  <a:lnTo>
                    <a:pt x="16355" y="13590"/>
                  </a:lnTo>
                  <a:lnTo>
                    <a:pt x="16592" y="13195"/>
                  </a:lnTo>
                  <a:lnTo>
                    <a:pt x="16790" y="12800"/>
                  </a:lnTo>
                  <a:lnTo>
                    <a:pt x="16987" y="12405"/>
                  </a:lnTo>
                  <a:lnTo>
                    <a:pt x="17165" y="12010"/>
                  </a:lnTo>
                  <a:lnTo>
                    <a:pt x="17303" y="11595"/>
                  </a:lnTo>
                  <a:lnTo>
                    <a:pt x="17442" y="11180"/>
                  </a:lnTo>
                  <a:lnTo>
                    <a:pt x="17560" y="10765"/>
                  </a:lnTo>
                  <a:lnTo>
                    <a:pt x="17659" y="10350"/>
                  </a:lnTo>
                  <a:lnTo>
                    <a:pt x="17738" y="9936"/>
                  </a:lnTo>
                  <a:lnTo>
                    <a:pt x="17797" y="9541"/>
                  </a:lnTo>
                  <a:lnTo>
                    <a:pt x="17837" y="9126"/>
                  </a:lnTo>
                  <a:lnTo>
                    <a:pt x="17837" y="8711"/>
                  </a:lnTo>
                  <a:lnTo>
                    <a:pt x="17837" y="8316"/>
                  </a:lnTo>
                  <a:lnTo>
                    <a:pt x="17797" y="7723"/>
                  </a:lnTo>
                  <a:lnTo>
                    <a:pt x="17698" y="7151"/>
                  </a:lnTo>
                  <a:lnTo>
                    <a:pt x="17639" y="6854"/>
                  </a:lnTo>
                  <a:lnTo>
                    <a:pt x="17580" y="6578"/>
                  </a:lnTo>
                  <a:lnTo>
                    <a:pt x="17481" y="6281"/>
                  </a:lnTo>
                  <a:lnTo>
                    <a:pt x="17382" y="6005"/>
                  </a:lnTo>
                  <a:lnTo>
                    <a:pt x="17284" y="5728"/>
                  </a:lnTo>
                  <a:lnTo>
                    <a:pt x="17165" y="5452"/>
                  </a:lnTo>
                  <a:lnTo>
                    <a:pt x="17027" y="5175"/>
                  </a:lnTo>
                  <a:lnTo>
                    <a:pt x="16889" y="4919"/>
                  </a:lnTo>
                  <a:lnTo>
                    <a:pt x="16731" y="4642"/>
                  </a:lnTo>
                  <a:lnTo>
                    <a:pt x="16553" y="4385"/>
                  </a:lnTo>
                  <a:lnTo>
                    <a:pt x="16375" y="4128"/>
                  </a:lnTo>
                  <a:lnTo>
                    <a:pt x="16178" y="3872"/>
                  </a:lnTo>
                  <a:lnTo>
                    <a:pt x="15960" y="3615"/>
                  </a:lnTo>
                  <a:lnTo>
                    <a:pt x="15743" y="3378"/>
                  </a:lnTo>
                  <a:lnTo>
                    <a:pt x="15506" y="3141"/>
                  </a:lnTo>
                  <a:lnTo>
                    <a:pt x="15249" y="2904"/>
                  </a:lnTo>
                  <a:lnTo>
                    <a:pt x="14992" y="2667"/>
                  </a:lnTo>
                  <a:lnTo>
                    <a:pt x="14716" y="2430"/>
                  </a:lnTo>
                  <a:lnTo>
                    <a:pt x="14420" y="2212"/>
                  </a:lnTo>
                  <a:lnTo>
                    <a:pt x="14123" y="1995"/>
                  </a:lnTo>
                  <a:lnTo>
                    <a:pt x="13807" y="1798"/>
                  </a:lnTo>
                  <a:lnTo>
                    <a:pt x="13471" y="1600"/>
                  </a:lnTo>
                  <a:lnTo>
                    <a:pt x="13116" y="1403"/>
                  </a:lnTo>
                  <a:lnTo>
                    <a:pt x="12760" y="1205"/>
                  </a:lnTo>
                  <a:lnTo>
                    <a:pt x="12385" y="1027"/>
                  </a:lnTo>
                  <a:lnTo>
                    <a:pt x="12010" y="850"/>
                  </a:lnTo>
                  <a:lnTo>
                    <a:pt x="11595" y="672"/>
                  </a:lnTo>
                  <a:lnTo>
                    <a:pt x="11180" y="514"/>
                  </a:lnTo>
                  <a:lnTo>
                    <a:pt x="10765" y="376"/>
                  </a:lnTo>
                  <a:lnTo>
                    <a:pt x="10351" y="257"/>
                  </a:lnTo>
                  <a:lnTo>
                    <a:pt x="9936" y="158"/>
                  </a:lnTo>
                  <a:lnTo>
                    <a:pt x="9541" y="79"/>
                  </a:lnTo>
                  <a:lnTo>
                    <a:pt x="9146" y="40"/>
                  </a:lnTo>
                  <a:lnTo>
                    <a:pt x="87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57150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4167648" y="-2064920"/>
              <a:ext cx="414355" cy="185657"/>
            </a:xfrm>
            <a:custGeom>
              <a:avLst/>
              <a:gdLst/>
              <a:ahLst/>
              <a:cxnLst/>
              <a:rect l="l" t="t" r="r" b="b"/>
              <a:pathLst>
                <a:path w="11023" h="4939" extrusionOk="0">
                  <a:moveTo>
                    <a:pt x="1620" y="0"/>
                  </a:moveTo>
                  <a:lnTo>
                    <a:pt x="1443" y="20"/>
                  </a:lnTo>
                  <a:lnTo>
                    <a:pt x="1265" y="40"/>
                  </a:lnTo>
                  <a:lnTo>
                    <a:pt x="1087" y="79"/>
                  </a:lnTo>
                  <a:lnTo>
                    <a:pt x="929" y="138"/>
                  </a:lnTo>
                  <a:lnTo>
                    <a:pt x="791" y="198"/>
                  </a:lnTo>
                  <a:lnTo>
                    <a:pt x="653" y="277"/>
                  </a:lnTo>
                  <a:lnTo>
                    <a:pt x="534" y="356"/>
                  </a:lnTo>
                  <a:lnTo>
                    <a:pt x="435" y="455"/>
                  </a:lnTo>
                  <a:lnTo>
                    <a:pt x="337" y="573"/>
                  </a:lnTo>
                  <a:lnTo>
                    <a:pt x="258" y="711"/>
                  </a:lnTo>
                  <a:lnTo>
                    <a:pt x="178" y="850"/>
                  </a:lnTo>
                  <a:lnTo>
                    <a:pt x="119" y="1008"/>
                  </a:lnTo>
                  <a:lnTo>
                    <a:pt x="60" y="1185"/>
                  </a:lnTo>
                  <a:lnTo>
                    <a:pt x="20" y="1383"/>
                  </a:lnTo>
                  <a:lnTo>
                    <a:pt x="1" y="1561"/>
                  </a:lnTo>
                  <a:lnTo>
                    <a:pt x="20" y="1738"/>
                  </a:lnTo>
                  <a:lnTo>
                    <a:pt x="60" y="1916"/>
                  </a:lnTo>
                  <a:lnTo>
                    <a:pt x="119" y="2074"/>
                  </a:lnTo>
                  <a:lnTo>
                    <a:pt x="218" y="2212"/>
                  </a:lnTo>
                  <a:lnTo>
                    <a:pt x="337" y="2351"/>
                  </a:lnTo>
                  <a:lnTo>
                    <a:pt x="475" y="2489"/>
                  </a:lnTo>
                  <a:lnTo>
                    <a:pt x="633" y="2607"/>
                  </a:lnTo>
                  <a:lnTo>
                    <a:pt x="811" y="2726"/>
                  </a:lnTo>
                  <a:lnTo>
                    <a:pt x="1008" y="2825"/>
                  </a:lnTo>
                  <a:lnTo>
                    <a:pt x="1206" y="2924"/>
                  </a:lnTo>
                  <a:lnTo>
                    <a:pt x="1403" y="3003"/>
                  </a:lnTo>
                  <a:lnTo>
                    <a:pt x="1838" y="3141"/>
                  </a:lnTo>
                  <a:lnTo>
                    <a:pt x="2292" y="3240"/>
                  </a:lnTo>
                  <a:lnTo>
                    <a:pt x="2549" y="3299"/>
                  </a:lnTo>
                  <a:lnTo>
                    <a:pt x="2825" y="3378"/>
                  </a:lnTo>
                  <a:lnTo>
                    <a:pt x="3536" y="3635"/>
                  </a:lnTo>
                  <a:lnTo>
                    <a:pt x="4346" y="3951"/>
                  </a:lnTo>
                  <a:lnTo>
                    <a:pt x="5215" y="4286"/>
                  </a:lnTo>
                  <a:lnTo>
                    <a:pt x="5670" y="4444"/>
                  </a:lnTo>
                  <a:lnTo>
                    <a:pt x="6124" y="4583"/>
                  </a:lnTo>
                  <a:lnTo>
                    <a:pt x="6558" y="4721"/>
                  </a:lnTo>
                  <a:lnTo>
                    <a:pt x="6993" y="4820"/>
                  </a:lnTo>
                  <a:lnTo>
                    <a:pt x="7408" y="4899"/>
                  </a:lnTo>
                  <a:lnTo>
                    <a:pt x="7783" y="4938"/>
                  </a:lnTo>
                  <a:lnTo>
                    <a:pt x="8139" y="4918"/>
                  </a:lnTo>
                  <a:lnTo>
                    <a:pt x="8316" y="4918"/>
                  </a:lnTo>
                  <a:lnTo>
                    <a:pt x="8474" y="4879"/>
                  </a:lnTo>
                  <a:lnTo>
                    <a:pt x="8771" y="4800"/>
                  </a:lnTo>
                  <a:lnTo>
                    <a:pt x="9047" y="4681"/>
                  </a:lnTo>
                  <a:lnTo>
                    <a:pt x="9304" y="4523"/>
                  </a:lnTo>
                  <a:lnTo>
                    <a:pt x="9541" y="4365"/>
                  </a:lnTo>
                  <a:lnTo>
                    <a:pt x="9778" y="4188"/>
                  </a:lnTo>
                  <a:lnTo>
                    <a:pt x="9975" y="4010"/>
                  </a:lnTo>
                  <a:lnTo>
                    <a:pt x="10173" y="3812"/>
                  </a:lnTo>
                  <a:lnTo>
                    <a:pt x="10351" y="3615"/>
                  </a:lnTo>
                  <a:lnTo>
                    <a:pt x="10627" y="3240"/>
                  </a:lnTo>
                  <a:lnTo>
                    <a:pt x="10845" y="2943"/>
                  </a:lnTo>
                  <a:lnTo>
                    <a:pt x="11022" y="2647"/>
                  </a:lnTo>
                  <a:lnTo>
                    <a:pt x="10469" y="2390"/>
                  </a:lnTo>
                  <a:lnTo>
                    <a:pt x="9857" y="2133"/>
                  </a:lnTo>
                  <a:lnTo>
                    <a:pt x="9146" y="1837"/>
                  </a:lnTo>
                  <a:lnTo>
                    <a:pt x="8356" y="1561"/>
                  </a:lnTo>
                  <a:lnTo>
                    <a:pt x="7586" y="1304"/>
                  </a:lnTo>
                  <a:lnTo>
                    <a:pt x="7230" y="1205"/>
                  </a:lnTo>
                  <a:lnTo>
                    <a:pt x="6894" y="1126"/>
                  </a:lnTo>
                  <a:lnTo>
                    <a:pt x="6578" y="1067"/>
                  </a:lnTo>
                  <a:lnTo>
                    <a:pt x="6321" y="1047"/>
                  </a:lnTo>
                  <a:lnTo>
                    <a:pt x="6084" y="1047"/>
                  </a:lnTo>
                  <a:lnTo>
                    <a:pt x="5828" y="1008"/>
                  </a:lnTo>
                  <a:lnTo>
                    <a:pt x="5551" y="968"/>
                  </a:lnTo>
                  <a:lnTo>
                    <a:pt x="5294" y="909"/>
                  </a:lnTo>
                  <a:lnTo>
                    <a:pt x="4721" y="751"/>
                  </a:lnTo>
                  <a:lnTo>
                    <a:pt x="4149" y="573"/>
                  </a:lnTo>
                  <a:lnTo>
                    <a:pt x="3576" y="395"/>
                  </a:lnTo>
                  <a:lnTo>
                    <a:pt x="3023" y="237"/>
                  </a:lnTo>
                  <a:lnTo>
                    <a:pt x="2509" y="99"/>
                  </a:lnTo>
                  <a:lnTo>
                    <a:pt x="2272" y="59"/>
                  </a:lnTo>
                  <a:lnTo>
                    <a:pt x="2035" y="20"/>
                  </a:lnTo>
                  <a:lnTo>
                    <a:pt x="1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4172836" y="-2147357"/>
              <a:ext cx="207948" cy="21577"/>
            </a:xfrm>
            <a:custGeom>
              <a:avLst/>
              <a:gdLst/>
              <a:ahLst/>
              <a:cxnLst/>
              <a:rect l="l" t="t" r="r" b="b"/>
              <a:pathLst>
                <a:path w="5532" h="574" extrusionOk="0">
                  <a:moveTo>
                    <a:pt x="1305" y="1"/>
                  </a:moveTo>
                  <a:lnTo>
                    <a:pt x="969" y="40"/>
                  </a:lnTo>
                  <a:lnTo>
                    <a:pt x="673" y="80"/>
                  </a:lnTo>
                  <a:lnTo>
                    <a:pt x="436" y="119"/>
                  </a:lnTo>
                  <a:lnTo>
                    <a:pt x="238" y="178"/>
                  </a:lnTo>
                  <a:lnTo>
                    <a:pt x="100" y="218"/>
                  </a:lnTo>
                  <a:lnTo>
                    <a:pt x="1" y="356"/>
                  </a:lnTo>
                  <a:lnTo>
                    <a:pt x="811" y="356"/>
                  </a:lnTo>
                  <a:lnTo>
                    <a:pt x="1739" y="376"/>
                  </a:lnTo>
                  <a:lnTo>
                    <a:pt x="2885" y="416"/>
                  </a:lnTo>
                  <a:lnTo>
                    <a:pt x="5532" y="574"/>
                  </a:lnTo>
                  <a:lnTo>
                    <a:pt x="4228" y="356"/>
                  </a:lnTo>
                  <a:lnTo>
                    <a:pt x="3102" y="178"/>
                  </a:lnTo>
                  <a:lnTo>
                    <a:pt x="2095" y="4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4250800" y="-2217126"/>
              <a:ext cx="159682" cy="15600"/>
            </a:xfrm>
            <a:custGeom>
              <a:avLst/>
              <a:gdLst/>
              <a:ahLst/>
              <a:cxnLst/>
              <a:rect l="l" t="t" r="r" b="b"/>
              <a:pathLst>
                <a:path w="4248" h="415" extrusionOk="0">
                  <a:moveTo>
                    <a:pt x="1621" y="0"/>
                  </a:moveTo>
                  <a:lnTo>
                    <a:pt x="1305" y="20"/>
                  </a:lnTo>
                  <a:lnTo>
                    <a:pt x="969" y="59"/>
                  </a:lnTo>
                  <a:lnTo>
                    <a:pt x="673" y="119"/>
                  </a:lnTo>
                  <a:lnTo>
                    <a:pt x="396" y="198"/>
                  </a:lnTo>
                  <a:lnTo>
                    <a:pt x="198" y="257"/>
                  </a:lnTo>
                  <a:lnTo>
                    <a:pt x="40" y="336"/>
                  </a:lnTo>
                  <a:lnTo>
                    <a:pt x="1" y="375"/>
                  </a:lnTo>
                  <a:lnTo>
                    <a:pt x="1" y="415"/>
                  </a:lnTo>
                  <a:lnTo>
                    <a:pt x="198" y="375"/>
                  </a:lnTo>
                  <a:lnTo>
                    <a:pt x="732" y="277"/>
                  </a:lnTo>
                  <a:lnTo>
                    <a:pt x="1107" y="237"/>
                  </a:lnTo>
                  <a:lnTo>
                    <a:pt x="1502" y="217"/>
                  </a:lnTo>
                  <a:lnTo>
                    <a:pt x="1937" y="217"/>
                  </a:lnTo>
                  <a:lnTo>
                    <a:pt x="2411" y="237"/>
                  </a:lnTo>
                  <a:lnTo>
                    <a:pt x="3793" y="336"/>
                  </a:lnTo>
                  <a:lnTo>
                    <a:pt x="4248" y="375"/>
                  </a:lnTo>
                  <a:lnTo>
                    <a:pt x="4011" y="316"/>
                  </a:lnTo>
                  <a:lnTo>
                    <a:pt x="3418" y="198"/>
                  </a:lnTo>
                  <a:lnTo>
                    <a:pt x="2667" y="59"/>
                  </a:lnTo>
                  <a:lnTo>
                    <a:pt x="2292" y="20"/>
                  </a:lnTo>
                  <a:lnTo>
                    <a:pt x="195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4354777" y="-2259453"/>
              <a:ext cx="69090" cy="17103"/>
            </a:xfrm>
            <a:custGeom>
              <a:avLst/>
              <a:gdLst/>
              <a:ahLst/>
              <a:cxnLst/>
              <a:rect l="l" t="t" r="r" b="b"/>
              <a:pathLst>
                <a:path w="1838" h="455" extrusionOk="0">
                  <a:moveTo>
                    <a:pt x="138" y="0"/>
                  </a:moveTo>
                  <a:lnTo>
                    <a:pt x="99" y="20"/>
                  </a:lnTo>
                  <a:lnTo>
                    <a:pt x="59" y="40"/>
                  </a:lnTo>
                  <a:lnTo>
                    <a:pt x="20" y="99"/>
                  </a:lnTo>
                  <a:lnTo>
                    <a:pt x="0" y="158"/>
                  </a:lnTo>
                  <a:lnTo>
                    <a:pt x="0" y="198"/>
                  </a:lnTo>
                  <a:lnTo>
                    <a:pt x="652" y="277"/>
                  </a:lnTo>
                  <a:lnTo>
                    <a:pt x="1521" y="395"/>
                  </a:lnTo>
                  <a:lnTo>
                    <a:pt x="1837" y="454"/>
                  </a:lnTo>
                  <a:lnTo>
                    <a:pt x="1047" y="217"/>
                  </a:lnTo>
                  <a:lnTo>
                    <a:pt x="455" y="59"/>
                  </a:lnTo>
                  <a:lnTo>
                    <a:pt x="257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4064461" y="-2125065"/>
              <a:ext cx="73526" cy="41612"/>
            </a:xfrm>
            <a:custGeom>
              <a:avLst/>
              <a:gdLst/>
              <a:ahLst/>
              <a:cxnLst/>
              <a:rect l="l" t="t" r="r" b="b"/>
              <a:pathLst>
                <a:path w="1956" h="1107" extrusionOk="0">
                  <a:moveTo>
                    <a:pt x="1936" y="0"/>
                  </a:moveTo>
                  <a:lnTo>
                    <a:pt x="1896" y="158"/>
                  </a:lnTo>
                  <a:lnTo>
                    <a:pt x="1798" y="415"/>
                  </a:lnTo>
                  <a:lnTo>
                    <a:pt x="1719" y="553"/>
                  </a:lnTo>
                  <a:lnTo>
                    <a:pt x="1640" y="672"/>
                  </a:lnTo>
                  <a:lnTo>
                    <a:pt x="1561" y="771"/>
                  </a:lnTo>
                  <a:lnTo>
                    <a:pt x="1462" y="850"/>
                  </a:lnTo>
                  <a:lnTo>
                    <a:pt x="1343" y="889"/>
                  </a:lnTo>
                  <a:lnTo>
                    <a:pt x="1146" y="929"/>
                  </a:lnTo>
                  <a:lnTo>
                    <a:pt x="711" y="948"/>
                  </a:lnTo>
                  <a:lnTo>
                    <a:pt x="336" y="968"/>
                  </a:lnTo>
                  <a:lnTo>
                    <a:pt x="178" y="948"/>
                  </a:lnTo>
                  <a:lnTo>
                    <a:pt x="257" y="316"/>
                  </a:lnTo>
                  <a:lnTo>
                    <a:pt x="79" y="494"/>
                  </a:lnTo>
                  <a:lnTo>
                    <a:pt x="0" y="1087"/>
                  </a:lnTo>
                  <a:lnTo>
                    <a:pt x="198" y="1106"/>
                  </a:lnTo>
                  <a:lnTo>
                    <a:pt x="909" y="1106"/>
                  </a:lnTo>
                  <a:lnTo>
                    <a:pt x="1166" y="1087"/>
                  </a:lnTo>
                  <a:lnTo>
                    <a:pt x="1403" y="1027"/>
                  </a:lnTo>
                  <a:lnTo>
                    <a:pt x="1521" y="988"/>
                  </a:lnTo>
                  <a:lnTo>
                    <a:pt x="1600" y="948"/>
                  </a:lnTo>
                  <a:lnTo>
                    <a:pt x="1679" y="889"/>
                  </a:lnTo>
                  <a:lnTo>
                    <a:pt x="1738" y="830"/>
                  </a:lnTo>
                  <a:lnTo>
                    <a:pt x="1837" y="692"/>
                  </a:lnTo>
                  <a:lnTo>
                    <a:pt x="1896" y="534"/>
                  </a:lnTo>
                  <a:lnTo>
                    <a:pt x="1936" y="376"/>
                  </a:lnTo>
                  <a:lnTo>
                    <a:pt x="1956" y="237"/>
                  </a:lnTo>
                  <a:lnTo>
                    <a:pt x="1956" y="119"/>
                  </a:lnTo>
                  <a:lnTo>
                    <a:pt x="193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4368122" y="-1450155"/>
              <a:ext cx="596253" cy="494534"/>
            </a:xfrm>
            <a:custGeom>
              <a:avLst/>
              <a:gdLst/>
              <a:ahLst/>
              <a:cxnLst/>
              <a:rect l="l" t="t" r="r" b="b"/>
              <a:pathLst>
                <a:path w="15862" h="13156" extrusionOk="0">
                  <a:moveTo>
                    <a:pt x="1680" y="1"/>
                  </a:moveTo>
                  <a:lnTo>
                    <a:pt x="1" y="7902"/>
                  </a:lnTo>
                  <a:lnTo>
                    <a:pt x="2865" y="9423"/>
                  </a:lnTo>
                  <a:lnTo>
                    <a:pt x="4129" y="10094"/>
                  </a:lnTo>
                  <a:lnTo>
                    <a:pt x="8020" y="12148"/>
                  </a:lnTo>
                  <a:lnTo>
                    <a:pt x="9403" y="12860"/>
                  </a:lnTo>
                  <a:lnTo>
                    <a:pt x="9995" y="13156"/>
                  </a:lnTo>
                  <a:lnTo>
                    <a:pt x="10035" y="13136"/>
                  </a:lnTo>
                  <a:lnTo>
                    <a:pt x="10094" y="13077"/>
                  </a:lnTo>
                  <a:lnTo>
                    <a:pt x="10311" y="12800"/>
                  </a:lnTo>
                  <a:lnTo>
                    <a:pt x="10627" y="12405"/>
                  </a:lnTo>
                  <a:lnTo>
                    <a:pt x="11042" y="11872"/>
                  </a:lnTo>
                  <a:lnTo>
                    <a:pt x="12010" y="10509"/>
                  </a:lnTo>
                  <a:lnTo>
                    <a:pt x="13116" y="8949"/>
                  </a:lnTo>
                  <a:lnTo>
                    <a:pt x="14183" y="7388"/>
                  </a:lnTo>
                  <a:lnTo>
                    <a:pt x="15091" y="6025"/>
                  </a:lnTo>
                  <a:lnTo>
                    <a:pt x="15447" y="5492"/>
                  </a:lnTo>
                  <a:lnTo>
                    <a:pt x="15684" y="5057"/>
                  </a:lnTo>
                  <a:lnTo>
                    <a:pt x="15842" y="4781"/>
                  </a:lnTo>
                  <a:lnTo>
                    <a:pt x="15862" y="4722"/>
                  </a:lnTo>
                  <a:lnTo>
                    <a:pt x="15862" y="4702"/>
                  </a:lnTo>
                  <a:lnTo>
                    <a:pt x="15842" y="4682"/>
                  </a:lnTo>
                  <a:lnTo>
                    <a:pt x="15585" y="4623"/>
                  </a:lnTo>
                  <a:lnTo>
                    <a:pt x="14973" y="4425"/>
                  </a:lnTo>
                  <a:lnTo>
                    <a:pt x="12899" y="3754"/>
                  </a:lnTo>
                  <a:lnTo>
                    <a:pt x="7131" y="1818"/>
                  </a:lnTo>
                  <a:lnTo>
                    <a:pt x="6005" y="1443"/>
                  </a:lnTo>
                  <a:lnTo>
                    <a:pt x="5946" y="1423"/>
                  </a:lnTo>
                  <a:lnTo>
                    <a:pt x="5907" y="1423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4091188" y="-1384784"/>
              <a:ext cx="191596" cy="27478"/>
            </a:xfrm>
            <a:custGeom>
              <a:avLst/>
              <a:gdLst/>
              <a:ahLst/>
              <a:cxnLst/>
              <a:rect l="l" t="t" r="r" b="b"/>
              <a:pathLst>
                <a:path w="5097" h="731" extrusionOk="0">
                  <a:moveTo>
                    <a:pt x="0" y="0"/>
                  </a:moveTo>
                  <a:lnTo>
                    <a:pt x="158" y="59"/>
                  </a:lnTo>
                  <a:lnTo>
                    <a:pt x="593" y="217"/>
                  </a:lnTo>
                  <a:lnTo>
                    <a:pt x="1245" y="415"/>
                  </a:lnTo>
                  <a:lnTo>
                    <a:pt x="1620" y="514"/>
                  </a:lnTo>
                  <a:lnTo>
                    <a:pt x="2015" y="593"/>
                  </a:lnTo>
                  <a:lnTo>
                    <a:pt x="2430" y="672"/>
                  </a:lnTo>
                  <a:lnTo>
                    <a:pt x="2864" y="711"/>
                  </a:lnTo>
                  <a:lnTo>
                    <a:pt x="3299" y="731"/>
                  </a:lnTo>
                  <a:lnTo>
                    <a:pt x="3694" y="731"/>
                  </a:lnTo>
                  <a:lnTo>
                    <a:pt x="4069" y="691"/>
                  </a:lnTo>
                  <a:lnTo>
                    <a:pt x="4405" y="632"/>
                  </a:lnTo>
                  <a:lnTo>
                    <a:pt x="4681" y="553"/>
                  </a:lnTo>
                  <a:lnTo>
                    <a:pt x="4780" y="514"/>
                  </a:lnTo>
                  <a:lnTo>
                    <a:pt x="4879" y="454"/>
                  </a:lnTo>
                  <a:lnTo>
                    <a:pt x="4998" y="356"/>
                  </a:lnTo>
                  <a:lnTo>
                    <a:pt x="5077" y="296"/>
                  </a:lnTo>
                  <a:lnTo>
                    <a:pt x="5096" y="237"/>
                  </a:lnTo>
                  <a:lnTo>
                    <a:pt x="5077" y="198"/>
                  </a:lnTo>
                  <a:lnTo>
                    <a:pt x="5057" y="178"/>
                  </a:lnTo>
                  <a:lnTo>
                    <a:pt x="4978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4190692" y="-2054544"/>
              <a:ext cx="86908" cy="92096"/>
            </a:xfrm>
            <a:custGeom>
              <a:avLst/>
              <a:gdLst/>
              <a:ahLst/>
              <a:cxnLst/>
              <a:rect l="l" t="t" r="r" b="b"/>
              <a:pathLst>
                <a:path w="2312" h="2450" extrusionOk="0">
                  <a:moveTo>
                    <a:pt x="711" y="139"/>
                  </a:moveTo>
                  <a:lnTo>
                    <a:pt x="849" y="179"/>
                  </a:lnTo>
                  <a:lnTo>
                    <a:pt x="1205" y="258"/>
                  </a:lnTo>
                  <a:lnTo>
                    <a:pt x="1422" y="337"/>
                  </a:lnTo>
                  <a:lnTo>
                    <a:pt x="1639" y="416"/>
                  </a:lnTo>
                  <a:lnTo>
                    <a:pt x="1857" y="495"/>
                  </a:lnTo>
                  <a:lnTo>
                    <a:pt x="2015" y="613"/>
                  </a:lnTo>
                  <a:lnTo>
                    <a:pt x="2094" y="672"/>
                  </a:lnTo>
                  <a:lnTo>
                    <a:pt x="2133" y="751"/>
                  </a:lnTo>
                  <a:lnTo>
                    <a:pt x="2173" y="850"/>
                  </a:lnTo>
                  <a:lnTo>
                    <a:pt x="2193" y="969"/>
                  </a:lnTo>
                  <a:lnTo>
                    <a:pt x="2193" y="1107"/>
                  </a:lnTo>
                  <a:lnTo>
                    <a:pt x="2173" y="1225"/>
                  </a:lnTo>
                  <a:lnTo>
                    <a:pt x="2114" y="1502"/>
                  </a:lnTo>
                  <a:lnTo>
                    <a:pt x="2015" y="1778"/>
                  </a:lnTo>
                  <a:lnTo>
                    <a:pt x="1896" y="2015"/>
                  </a:lnTo>
                  <a:lnTo>
                    <a:pt x="1778" y="2193"/>
                  </a:lnTo>
                  <a:lnTo>
                    <a:pt x="1699" y="2252"/>
                  </a:lnTo>
                  <a:lnTo>
                    <a:pt x="1639" y="2292"/>
                  </a:lnTo>
                  <a:lnTo>
                    <a:pt x="1560" y="2312"/>
                  </a:lnTo>
                  <a:lnTo>
                    <a:pt x="1481" y="2312"/>
                  </a:lnTo>
                  <a:lnTo>
                    <a:pt x="1264" y="2272"/>
                  </a:lnTo>
                  <a:lnTo>
                    <a:pt x="1007" y="2213"/>
                  </a:lnTo>
                  <a:lnTo>
                    <a:pt x="770" y="2114"/>
                  </a:lnTo>
                  <a:lnTo>
                    <a:pt x="533" y="2015"/>
                  </a:lnTo>
                  <a:lnTo>
                    <a:pt x="316" y="1917"/>
                  </a:lnTo>
                  <a:lnTo>
                    <a:pt x="178" y="1838"/>
                  </a:lnTo>
                  <a:lnTo>
                    <a:pt x="138" y="1798"/>
                  </a:lnTo>
                  <a:lnTo>
                    <a:pt x="119" y="1759"/>
                  </a:lnTo>
                  <a:lnTo>
                    <a:pt x="138" y="1660"/>
                  </a:lnTo>
                  <a:lnTo>
                    <a:pt x="158" y="1462"/>
                  </a:lnTo>
                  <a:lnTo>
                    <a:pt x="217" y="1206"/>
                  </a:lnTo>
                  <a:lnTo>
                    <a:pt x="296" y="929"/>
                  </a:lnTo>
                  <a:lnTo>
                    <a:pt x="395" y="633"/>
                  </a:lnTo>
                  <a:lnTo>
                    <a:pt x="494" y="396"/>
                  </a:lnTo>
                  <a:lnTo>
                    <a:pt x="553" y="297"/>
                  </a:lnTo>
                  <a:lnTo>
                    <a:pt x="593" y="218"/>
                  </a:lnTo>
                  <a:lnTo>
                    <a:pt x="652" y="159"/>
                  </a:lnTo>
                  <a:lnTo>
                    <a:pt x="711" y="139"/>
                  </a:lnTo>
                  <a:close/>
                  <a:moveTo>
                    <a:pt x="652" y="1"/>
                  </a:moveTo>
                  <a:lnTo>
                    <a:pt x="593" y="40"/>
                  </a:lnTo>
                  <a:lnTo>
                    <a:pt x="533" y="99"/>
                  </a:lnTo>
                  <a:lnTo>
                    <a:pt x="474" y="179"/>
                  </a:lnTo>
                  <a:lnTo>
                    <a:pt x="415" y="297"/>
                  </a:lnTo>
                  <a:lnTo>
                    <a:pt x="296" y="574"/>
                  </a:lnTo>
                  <a:lnTo>
                    <a:pt x="198" y="890"/>
                  </a:lnTo>
                  <a:lnTo>
                    <a:pt x="119" y="1225"/>
                  </a:lnTo>
                  <a:lnTo>
                    <a:pt x="40" y="1502"/>
                  </a:lnTo>
                  <a:lnTo>
                    <a:pt x="0" y="1719"/>
                  </a:lnTo>
                  <a:lnTo>
                    <a:pt x="0" y="1838"/>
                  </a:lnTo>
                  <a:lnTo>
                    <a:pt x="20" y="1877"/>
                  </a:lnTo>
                  <a:lnTo>
                    <a:pt x="59" y="1917"/>
                  </a:lnTo>
                  <a:lnTo>
                    <a:pt x="217" y="2015"/>
                  </a:lnTo>
                  <a:lnTo>
                    <a:pt x="454" y="2134"/>
                  </a:lnTo>
                  <a:lnTo>
                    <a:pt x="711" y="2233"/>
                  </a:lnTo>
                  <a:lnTo>
                    <a:pt x="1007" y="2351"/>
                  </a:lnTo>
                  <a:lnTo>
                    <a:pt x="1284" y="2410"/>
                  </a:lnTo>
                  <a:lnTo>
                    <a:pt x="1521" y="2450"/>
                  </a:lnTo>
                  <a:lnTo>
                    <a:pt x="1620" y="2450"/>
                  </a:lnTo>
                  <a:lnTo>
                    <a:pt x="1699" y="2430"/>
                  </a:lnTo>
                  <a:lnTo>
                    <a:pt x="1778" y="2391"/>
                  </a:lnTo>
                  <a:lnTo>
                    <a:pt x="1857" y="2312"/>
                  </a:lnTo>
                  <a:lnTo>
                    <a:pt x="1936" y="2233"/>
                  </a:lnTo>
                  <a:lnTo>
                    <a:pt x="1995" y="2114"/>
                  </a:lnTo>
                  <a:lnTo>
                    <a:pt x="2133" y="1857"/>
                  </a:lnTo>
                  <a:lnTo>
                    <a:pt x="2232" y="1561"/>
                  </a:lnTo>
                  <a:lnTo>
                    <a:pt x="2311" y="1245"/>
                  </a:lnTo>
                  <a:lnTo>
                    <a:pt x="2311" y="1087"/>
                  </a:lnTo>
                  <a:lnTo>
                    <a:pt x="2311" y="949"/>
                  </a:lnTo>
                  <a:lnTo>
                    <a:pt x="2311" y="811"/>
                  </a:lnTo>
                  <a:lnTo>
                    <a:pt x="2272" y="712"/>
                  </a:lnTo>
                  <a:lnTo>
                    <a:pt x="2212" y="613"/>
                  </a:lnTo>
                  <a:lnTo>
                    <a:pt x="2133" y="534"/>
                  </a:lnTo>
                  <a:lnTo>
                    <a:pt x="1936" y="416"/>
                  </a:lnTo>
                  <a:lnTo>
                    <a:pt x="1718" y="317"/>
                  </a:lnTo>
                  <a:lnTo>
                    <a:pt x="1462" y="218"/>
                  </a:lnTo>
                  <a:lnTo>
                    <a:pt x="1225" y="159"/>
                  </a:lnTo>
                  <a:lnTo>
                    <a:pt x="830" y="40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4035478" y="-1510263"/>
              <a:ext cx="409167" cy="144797"/>
            </a:xfrm>
            <a:custGeom>
              <a:avLst/>
              <a:gdLst/>
              <a:ahLst/>
              <a:cxnLst/>
              <a:rect l="l" t="t" r="r" b="b"/>
              <a:pathLst>
                <a:path w="10885" h="3852" extrusionOk="0">
                  <a:moveTo>
                    <a:pt x="7665" y="0"/>
                  </a:moveTo>
                  <a:lnTo>
                    <a:pt x="6894" y="20"/>
                  </a:lnTo>
                  <a:lnTo>
                    <a:pt x="6084" y="59"/>
                  </a:lnTo>
                  <a:lnTo>
                    <a:pt x="5275" y="138"/>
                  </a:lnTo>
                  <a:lnTo>
                    <a:pt x="4485" y="217"/>
                  </a:lnTo>
                  <a:lnTo>
                    <a:pt x="3734" y="277"/>
                  </a:lnTo>
                  <a:lnTo>
                    <a:pt x="3043" y="316"/>
                  </a:lnTo>
                  <a:lnTo>
                    <a:pt x="2727" y="336"/>
                  </a:lnTo>
                  <a:lnTo>
                    <a:pt x="2430" y="316"/>
                  </a:lnTo>
                  <a:lnTo>
                    <a:pt x="1937" y="296"/>
                  </a:lnTo>
                  <a:lnTo>
                    <a:pt x="1502" y="277"/>
                  </a:lnTo>
                  <a:lnTo>
                    <a:pt x="1166" y="296"/>
                  </a:lnTo>
                  <a:lnTo>
                    <a:pt x="1008" y="316"/>
                  </a:lnTo>
                  <a:lnTo>
                    <a:pt x="870" y="356"/>
                  </a:lnTo>
                  <a:lnTo>
                    <a:pt x="751" y="395"/>
                  </a:lnTo>
                  <a:lnTo>
                    <a:pt x="633" y="474"/>
                  </a:lnTo>
                  <a:lnTo>
                    <a:pt x="534" y="533"/>
                  </a:lnTo>
                  <a:lnTo>
                    <a:pt x="455" y="632"/>
                  </a:lnTo>
                  <a:lnTo>
                    <a:pt x="356" y="751"/>
                  </a:lnTo>
                  <a:lnTo>
                    <a:pt x="277" y="889"/>
                  </a:lnTo>
                  <a:lnTo>
                    <a:pt x="218" y="1027"/>
                  </a:lnTo>
                  <a:lnTo>
                    <a:pt x="139" y="1205"/>
                  </a:lnTo>
                  <a:lnTo>
                    <a:pt x="80" y="1383"/>
                  </a:lnTo>
                  <a:lnTo>
                    <a:pt x="40" y="1560"/>
                  </a:lnTo>
                  <a:lnTo>
                    <a:pt x="21" y="1718"/>
                  </a:lnTo>
                  <a:lnTo>
                    <a:pt x="1" y="1876"/>
                  </a:lnTo>
                  <a:lnTo>
                    <a:pt x="1" y="2015"/>
                  </a:lnTo>
                  <a:lnTo>
                    <a:pt x="21" y="2153"/>
                  </a:lnTo>
                  <a:lnTo>
                    <a:pt x="60" y="2291"/>
                  </a:lnTo>
                  <a:lnTo>
                    <a:pt x="100" y="2410"/>
                  </a:lnTo>
                  <a:lnTo>
                    <a:pt x="159" y="2528"/>
                  </a:lnTo>
                  <a:lnTo>
                    <a:pt x="238" y="2647"/>
                  </a:lnTo>
                  <a:lnTo>
                    <a:pt x="317" y="2765"/>
                  </a:lnTo>
                  <a:lnTo>
                    <a:pt x="416" y="2864"/>
                  </a:lnTo>
                  <a:lnTo>
                    <a:pt x="613" y="3042"/>
                  </a:lnTo>
                  <a:lnTo>
                    <a:pt x="870" y="3200"/>
                  </a:lnTo>
                  <a:lnTo>
                    <a:pt x="1028" y="3279"/>
                  </a:lnTo>
                  <a:lnTo>
                    <a:pt x="1186" y="3338"/>
                  </a:lnTo>
                  <a:lnTo>
                    <a:pt x="1384" y="3397"/>
                  </a:lnTo>
                  <a:lnTo>
                    <a:pt x="1601" y="3457"/>
                  </a:lnTo>
                  <a:lnTo>
                    <a:pt x="2095" y="3536"/>
                  </a:lnTo>
                  <a:lnTo>
                    <a:pt x="2628" y="3595"/>
                  </a:lnTo>
                  <a:lnTo>
                    <a:pt x="3754" y="3694"/>
                  </a:lnTo>
                  <a:lnTo>
                    <a:pt x="4287" y="3733"/>
                  </a:lnTo>
                  <a:lnTo>
                    <a:pt x="4781" y="3792"/>
                  </a:lnTo>
                  <a:lnTo>
                    <a:pt x="5275" y="3832"/>
                  </a:lnTo>
                  <a:lnTo>
                    <a:pt x="5788" y="3852"/>
                  </a:lnTo>
                  <a:lnTo>
                    <a:pt x="6341" y="3852"/>
                  </a:lnTo>
                  <a:lnTo>
                    <a:pt x="6934" y="3812"/>
                  </a:lnTo>
                  <a:lnTo>
                    <a:pt x="7507" y="3753"/>
                  </a:lnTo>
                  <a:lnTo>
                    <a:pt x="8079" y="3674"/>
                  </a:lnTo>
                  <a:lnTo>
                    <a:pt x="8632" y="3575"/>
                  </a:lnTo>
                  <a:lnTo>
                    <a:pt x="9166" y="3437"/>
                  </a:lnTo>
                  <a:lnTo>
                    <a:pt x="9640" y="3299"/>
                  </a:lnTo>
                  <a:lnTo>
                    <a:pt x="10015" y="3180"/>
                  </a:lnTo>
                  <a:lnTo>
                    <a:pt x="10311" y="3062"/>
                  </a:lnTo>
                  <a:lnTo>
                    <a:pt x="10548" y="2943"/>
                  </a:lnTo>
                  <a:lnTo>
                    <a:pt x="10805" y="2805"/>
                  </a:lnTo>
                  <a:lnTo>
                    <a:pt x="10884" y="2746"/>
                  </a:lnTo>
                  <a:lnTo>
                    <a:pt x="10884" y="2627"/>
                  </a:lnTo>
                  <a:lnTo>
                    <a:pt x="10825" y="2351"/>
                  </a:lnTo>
                  <a:lnTo>
                    <a:pt x="10785" y="2153"/>
                  </a:lnTo>
                  <a:lnTo>
                    <a:pt x="10726" y="1936"/>
                  </a:lnTo>
                  <a:lnTo>
                    <a:pt x="10627" y="1718"/>
                  </a:lnTo>
                  <a:lnTo>
                    <a:pt x="10529" y="1481"/>
                  </a:lnTo>
                  <a:lnTo>
                    <a:pt x="10390" y="1225"/>
                  </a:lnTo>
                  <a:lnTo>
                    <a:pt x="10213" y="988"/>
                  </a:lnTo>
                  <a:lnTo>
                    <a:pt x="10015" y="770"/>
                  </a:lnTo>
                  <a:lnTo>
                    <a:pt x="9778" y="553"/>
                  </a:lnTo>
                  <a:lnTo>
                    <a:pt x="9640" y="454"/>
                  </a:lnTo>
                  <a:lnTo>
                    <a:pt x="9502" y="375"/>
                  </a:lnTo>
                  <a:lnTo>
                    <a:pt x="9344" y="296"/>
                  </a:lnTo>
                  <a:lnTo>
                    <a:pt x="9186" y="217"/>
                  </a:lnTo>
                  <a:lnTo>
                    <a:pt x="9008" y="158"/>
                  </a:lnTo>
                  <a:lnTo>
                    <a:pt x="8830" y="99"/>
                  </a:lnTo>
                  <a:lnTo>
                    <a:pt x="8632" y="59"/>
                  </a:lnTo>
                  <a:lnTo>
                    <a:pt x="8415" y="40"/>
                  </a:lnTo>
                  <a:lnTo>
                    <a:pt x="8040" y="20"/>
                  </a:lnTo>
                  <a:lnTo>
                    <a:pt x="766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4061491" y="-1489475"/>
              <a:ext cx="86156" cy="83938"/>
            </a:xfrm>
            <a:custGeom>
              <a:avLst/>
              <a:gdLst/>
              <a:ahLst/>
              <a:cxnLst/>
              <a:rect l="l" t="t" r="r" b="b"/>
              <a:pathLst>
                <a:path w="2292" h="2233" extrusionOk="0">
                  <a:moveTo>
                    <a:pt x="1106" y="119"/>
                  </a:moveTo>
                  <a:lnTo>
                    <a:pt x="1343" y="138"/>
                  </a:lnTo>
                  <a:lnTo>
                    <a:pt x="1580" y="138"/>
                  </a:lnTo>
                  <a:lnTo>
                    <a:pt x="1798" y="178"/>
                  </a:lnTo>
                  <a:lnTo>
                    <a:pt x="1956" y="237"/>
                  </a:lnTo>
                  <a:lnTo>
                    <a:pt x="2015" y="277"/>
                  </a:lnTo>
                  <a:lnTo>
                    <a:pt x="2074" y="356"/>
                  </a:lnTo>
                  <a:lnTo>
                    <a:pt x="2114" y="435"/>
                  </a:lnTo>
                  <a:lnTo>
                    <a:pt x="2153" y="533"/>
                  </a:lnTo>
                  <a:lnTo>
                    <a:pt x="2193" y="770"/>
                  </a:lnTo>
                  <a:lnTo>
                    <a:pt x="2193" y="1047"/>
                  </a:lnTo>
                  <a:lnTo>
                    <a:pt x="2153" y="1323"/>
                  </a:lnTo>
                  <a:lnTo>
                    <a:pt x="2133" y="1442"/>
                  </a:lnTo>
                  <a:lnTo>
                    <a:pt x="2074" y="1580"/>
                  </a:lnTo>
                  <a:lnTo>
                    <a:pt x="2035" y="1679"/>
                  </a:lnTo>
                  <a:lnTo>
                    <a:pt x="1956" y="1778"/>
                  </a:lnTo>
                  <a:lnTo>
                    <a:pt x="1877" y="1877"/>
                  </a:lnTo>
                  <a:lnTo>
                    <a:pt x="1798" y="1936"/>
                  </a:lnTo>
                  <a:lnTo>
                    <a:pt x="1699" y="1975"/>
                  </a:lnTo>
                  <a:lnTo>
                    <a:pt x="1580" y="2015"/>
                  </a:lnTo>
                  <a:lnTo>
                    <a:pt x="1343" y="2074"/>
                  </a:lnTo>
                  <a:lnTo>
                    <a:pt x="1067" y="2094"/>
                  </a:lnTo>
                  <a:lnTo>
                    <a:pt x="810" y="2114"/>
                  </a:lnTo>
                  <a:lnTo>
                    <a:pt x="553" y="2094"/>
                  </a:lnTo>
                  <a:lnTo>
                    <a:pt x="356" y="2054"/>
                  </a:lnTo>
                  <a:lnTo>
                    <a:pt x="217" y="1995"/>
                  </a:lnTo>
                  <a:lnTo>
                    <a:pt x="178" y="1956"/>
                  </a:lnTo>
                  <a:lnTo>
                    <a:pt x="158" y="1936"/>
                  </a:lnTo>
                  <a:lnTo>
                    <a:pt x="158" y="1798"/>
                  </a:lnTo>
                  <a:lnTo>
                    <a:pt x="158" y="1600"/>
                  </a:lnTo>
                  <a:lnTo>
                    <a:pt x="178" y="1343"/>
                  </a:lnTo>
                  <a:lnTo>
                    <a:pt x="217" y="1047"/>
                  </a:lnTo>
                  <a:lnTo>
                    <a:pt x="257" y="751"/>
                  </a:lnTo>
                  <a:lnTo>
                    <a:pt x="336" y="494"/>
                  </a:lnTo>
                  <a:lnTo>
                    <a:pt x="415" y="277"/>
                  </a:lnTo>
                  <a:lnTo>
                    <a:pt x="454" y="198"/>
                  </a:lnTo>
                  <a:lnTo>
                    <a:pt x="494" y="158"/>
                  </a:lnTo>
                  <a:lnTo>
                    <a:pt x="672" y="138"/>
                  </a:lnTo>
                  <a:lnTo>
                    <a:pt x="1106" y="119"/>
                  </a:lnTo>
                  <a:close/>
                  <a:moveTo>
                    <a:pt x="1067" y="0"/>
                  </a:moveTo>
                  <a:lnTo>
                    <a:pt x="593" y="20"/>
                  </a:lnTo>
                  <a:lnTo>
                    <a:pt x="395" y="40"/>
                  </a:lnTo>
                  <a:lnTo>
                    <a:pt x="336" y="99"/>
                  </a:lnTo>
                  <a:lnTo>
                    <a:pt x="277" y="178"/>
                  </a:lnTo>
                  <a:lnTo>
                    <a:pt x="198" y="415"/>
                  </a:lnTo>
                  <a:lnTo>
                    <a:pt x="119" y="711"/>
                  </a:lnTo>
                  <a:lnTo>
                    <a:pt x="59" y="1047"/>
                  </a:lnTo>
                  <a:lnTo>
                    <a:pt x="20" y="1363"/>
                  </a:lnTo>
                  <a:lnTo>
                    <a:pt x="0" y="1659"/>
                  </a:lnTo>
                  <a:lnTo>
                    <a:pt x="0" y="1896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59" y="2114"/>
                  </a:lnTo>
                  <a:lnTo>
                    <a:pt x="237" y="2173"/>
                  </a:lnTo>
                  <a:lnTo>
                    <a:pt x="454" y="2212"/>
                  </a:lnTo>
                  <a:lnTo>
                    <a:pt x="731" y="2232"/>
                  </a:lnTo>
                  <a:lnTo>
                    <a:pt x="1027" y="2232"/>
                  </a:lnTo>
                  <a:lnTo>
                    <a:pt x="1324" y="2193"/>
                  </a:lnTo>
                  <a:lnTo>
                    <a:pt x="1600" y="2133"/>
                  </a:lnTo>
                  <a:lnTo>
                    <a:pt x="1738" y="2094"/>
                  </a:lnTo>
                  <a:lnTo>
                    <a:pt x="1837" y="2035"/>
                  </a:lnTo>
                  <a:lnTo>
                    <a:pt x="1936" y="1975"/>
                  </a:lnTo>
                  <a:lnTo>
                    <a:pt x="2035" y="1877"/>
                  </a:lnTo>
                  <a:lnTo>
                    <a:pt x="2114" y="1758"/>
                  </a:lnTo>
                  <a:lnTo>
                    <a:pt x="2173" y="1640"/>
                  </a:lnTo>
                  <a:lnTo>
                    <a:pt x="2212" y="1501"/>
                  </a:lnTo>
                  <a:lnTo>
                    <a:pt x="2252" y="1343"/>
                  </a:lnTo>
                  <a:lnTo>
                    <a:pt x="2291" y="1047"/>
                  </a:lnTo>
                  <a:lnTo>
                    <a:pt x="2291" y="731"/>
                  </a:lnTo>
                  <a:lnTo>
                    <a:pt x="2272" y="593"/>
                  </a:lnTo>
                  <a:lnTo>
                    <a:pt x="2252" y="474"/>
                  </a:lnTo>
                  <a:lnTo>
                    <a:pt x="2212" y="356"/>
                  </a:lnTo>
                  <a:lnTo>
                    <a:pt x="2153" y="257"/>
                  </a:lnTo>
                  <a:lnTo>
                    <a:pt x="2094" y="178"/>
                  </a:lnTo>
                  <a:lnTo>
                    <a:pt x="2035" y="119"/>
                  </a:lnTo>
                  <a:lnTo>
                    <a:pt x="1857" y="59"/>
                  </a:lnTo>
                  <a:lnTo>
                    <a:pt x="1600" y="20"/>
                  </a:lnTo>
                  <a:lnTo>
                    <a:pt x="1343" y="20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4011006" y="-1882265"/>
              <a:ext cx="351955" cy="350489"/>
            </a:xfrm>
            <a:custGeom>
              <a:avLst/>
              <a:gdLst/>
              <a:ahLst/>
              <a:cxnLst/>
              <a:rect l="l" t="t" r="r" b="b"/>
              <a:pathLst>
                <a:path w="9363" h="9324" extrusionOk="0">
                  <a:moveTo>
                    <a:pt x="4859" y="376"/>
                  </a:moveTo>
                  <a:lnTo>
                    <a:pt x="5234" y="395"/>
                  </a:lnTo>
                  <a:lnTo>
                    <a:pt x="5610" y="455"/>
                  </a:lnTo>
                  <a:lnTo>
                    <a:pt x="5965" y="514"/>
                  </a:lnTo>
                  <a:lnTo>
                    <a:pt x="6163" y="573"/>
                  </a:lnTo>
                  <a:lnTo>
                    <a:pt x="6340" y="632"/>
                  </a:lnTo>
                  <a:lnTo>
                    <a:pt x="6696" y="771"/>
                  </a:lnTo>
                  <a:lnTo>
                    <a:pt x="7052" y="968"/>
                  </a:lnTo>
                  <a:lnTo>
                    <a:pt x="7387" y="1205"/>
                  </a:lnTo>
                  <a:lnTo>
                    <a:pt x="7684" y="1482"/>
                  </a:lnTo>
                  <a:lnTo>
                    <a:pt x="7980" y="1798"/>
                  </a:lnTo>
                  <a:lnTo>
                    <a:pt x="8237" y="2133"/>
                  </a:lnTo>
                  <a:lnTo>
                    <a:pt x="8454" y="2489"/>
                  </a:lnTo>
                  <a:lnTo>
                    <a:pt x="8651" y="2884"/>
                  </a:lnTo>
                  <a:lnTo>
                    <a:pt x="8790" y="3299"/>
                  </a:lnTo>
                  <a:lnTo>
                    <a:pt x="8849" y="3496"/>
                  </a:lnTo>
                  <a:lnTo>
                    <a:pt x="8908" y="3714"/>
                  </a:lnTo>
                  <a:lnTo>
                    <a:pt x="8928" y="3931"/>
                  </a:lnTo>
                  <a:lnTo>
                    <a:pt x="8948" y="4168"/>
                  </a:lnTo>
                  <a:lnTo>
                    <a:pt x="8967" y="4385"/>
                  </a:lnTo>
                  <a:lnTo>
                    <a:pt x="8948" y="4622"/>
                  </a:lnTo>
                  <a:lnTo>
                    <a:pt x="8928" y="4839"/>
                  </a:lnTo>
                  <a:lnTo>
                    <a:pt x="8908" y="5077"/>
                  </a:lnTo>
                  <a:lnTo>
                    <a:pt x="8849" y="5294"/>
                  </a:lnTo>
                  <a:lnTo>
                    <a:pt x="8790" y="5531"/>
                  </a:lnTo>
                  <a:lnTo>
                    <a:pt x="8711" y="5768"/>
                  </a:lnTo>
                  <a:lnTo>
                    <a:pt x="8612" y="6005"/>
                  </a:lnTo>
                  <a:lnTo>
                    <a:pt x="8493" y="6242"/>
                  </a:lnTo>
                  <a:lnTo>
                    <a:pt x="8375" y="6459"/>
                  </a:lnTo>
                  <a:lnTo>
                    <a:pt x="8237" y="6676"/>
                  </a:lnTo>
                  <a:lnTo>
                    <a:pt x="8098" y="6894"/>
                  </a:lnTo>
                  <a:lnTo>
                    <a:pt x="7940" y="7111"/>
                  </a:lnTo>
                  <a:lnTo>
                    <a:pt x="7782" y="7308"/>
                  </a:lnTo>
                  <a:lnTo>
                    <a:pt x="7605" y="7486"/>
                  </a:lnTo>
                  <a:lnTo>
                    <a:pt x="7427" y="7664"/>
                  </a:lnTo>
                  <a:lnTo>
                    <a:pt x="7249" y="7842"/>
                  </a:lnTo>
                  <a:lnTo>
                    <a:pt x="7052" y="8000"/>
                  </a:lnTo>
                  <a:lnTo>
                    <a:pt x="6854" y="8158"/>
                  </a:lnTo>
                  <a:lnTo>
                    <a:pt x="6637" y="8296"/>
                  </a:lnTo>
                  <a:lnTo>
                    <a:pt x="6439" y="8415"/>
                  </a:lnTo>
                  <a:lnTo>
                    <a:pt x="6222" y="8533"/>
                  </a:lnTo>
                  <a:lnTo>
                    <a:pt x="6005" y="8632"/>
                  </a:lnTo>
                  <a:lnTo>
                    <a:pt x="5768" y="8711"/>
                  </a:lnTo>
                  <a:lnTo>
                    <a:pt x="5531" y="8790"/>
                  </a:lnTo>
                  <a:lnTo>
                    <a:pt x="5313" y="8849"/>
                  </a:lnTo>
                  <a:lnTo>
                    <a:pt x="5076" y="8908"/>
                  </a:lnTo>
                  <a:lnTo>
                    <a:pt x="4820" y="8928"/>
                  </a:lnTo>
                  <a:lnTo>
                    <a:pt x="4583" y="8948"/>
                  </a:lnTo>
                  <a:lnTo>
                    <a:pt x="4345" y="8948"/>
                  </a:lnTo>
                  <a:lnTo>
                    <a:pt x="4089" y="8928"/>
                  </a:lnTo>
                  <a:lnTo>
                    <a:pt x="3852" y="8889"/>
                  </a:lnTo>
                  <a:lnTo>
                    <a:pt x="3595" y="8829"/>
                  </a:lnTo>
                  <a:lnTo>
                    <a:pt x="3338" y="8750"/>
                  </a:lnTo>
                  <a:lnTo>
                    <a:pt x="3101" y="8671"/>
                  </a:lnTo>
                  <a:lnTo>
                    <a:pt x="2844" y="8553"/>
                  </a:lnTo>
                  <a:lnTo>
                    <a:pt x="2607" y="8434"/>
                  </a:lnTo>
                  <a:lnTo>
                    <a:pt x="2351" y="8276"/>
                  </a:lnTo>
                  <a:lnTo>
                    <a:pt x="2114" y="8099"/>
                  </a:lnTo>
                  <a:lnTo>
                    <a:pt x="1857" y="7921"/>
                  </a:lnTo>
                  <a:lnTo>
                    <a:pt x="1521" y="7605"/>
                  </a:lnTo>
                  <a:lnTo>
                    <a:pt x="1343" y="7427"/>
                  </a:lnTo>
                  <a:lnTo>
                    <a:pt x="1165" y="7229"/>
                  </a:lnTo>
                  <a:lnTo>
                    <a:pt x="988" y="7012"/>
                  </a:lnTo>
                  <a:lnTo>
                    <a:pt x="830" y="6775"/>
                  </a:lnTo>
                  <a:lnTo>
                    <a:pt x="691" y="6518"/>
                  </a:lnTo>
                  <a:lnTo>
                    <a:pt x="573" y="6262"/>
                  </a:lnTo>
                  <a:lnTo>
                    <a:pt x="474" y="5965"/>
                  </a:lnTo>
                  <a:lnTo>
                    <a:pt x="395" y="5669"/>
                  </a:lnTo>
                  <a:lnTo>
                    <a:pt x="356" y="5333"/>
                  </a:lnTo>
                  <a:lnTo>
                    <a:pt x="356" y="4998"/>
                  </a:lnTo>
                  <a:lnTo>
                    <a:pt x="375" y="4622"/>
                  </a:lnTo>
                  <a:lnTo>
                    <a:pt x="454" y="4247"/>
                  </a:lnTo>
                  <a:lnTo>
                    <a:pt x="593" y="3832"/>
                  </a:lnTo>
                  <a:lnTo>
                    <a:pt x="770" y="3398"/>
                  </a:lnTo>
                  <a:lnTo>
                    <a:pt x="1007" y="2904"/>
                  </a:lnTo>
                  <a:lnTo>
                    <a:pt x="1264" y="2469"/>
                  </a:lnTo>
                  <a:lnTo>
                    <a:pt x="1541" y="2074"/>
                  </a:lnTo>
                  <a:lnTo>
                    <a:pt x="1837" y="1719"/>
                  </a:lnTo>
                  <a:lnTo>
                    <a:pt x="2133" y="1422"/>
                  </a:lnTo>
                  <a:lnTo>
                    <a:pt x="2449" y="1166"/>
                  </a:lnTo>
                  <a:lnTo>
                    <a:pt x="2765" y="948"/>
                  </a:lnTo>
                  <a:lnTo>
                    <a:pt x="3101" y="751"/>
                  </a:lnTo>
                  <a:lnTo>
                    <a:pt x="3437" y="613"/>
                  </a:lnTo>
                  <a:lnTo>
                    <a:pt x="3792" y="514"/>
                  </a:lnTo>
                  <a:lnTo>
                    <a:pt x="4148" y="435"/>
                  </a:lnTo>
                  <a:lnTo>
                    <a:pt x="4504" y="395"/>
                  </a:lnTo>
                  <a:lnTo>
                    <a:pt x="4859" y="376"/>
                  </a:lnTo>
                  <a:close/>
                  <a:moveTo>
                    <a:pt x="4899" y="0"/>
                  </a:moveTo>
                  <a:lnTo>
                    <a:pt x="4504" y="20"/>
                  </a:lnTo>
                  <a:lnTo>
                    <a:pt x="4108" y="59"/>
                  </a:lnTo>
                  <a:lnTo>
                    <a:pt x="3733" y="138"/>
                  </a:lnTo>
                  <a:lnTo>
                    <a:pt x="3358" y="257"/>
                  </a:lnTo>
                  <a:lnTo>
                    <a:pt x="2983" y="415"/>
                  </a:lnTo>
                  <a:lnTo>
                    <a:pt x="2627" y="613"/>
                  </a:lnTo>
                  <a:lnTo>
                    <a:pt x="2272" y="850"/>
                  </a:lnTo>
                  <a:lnTo>
                    <a:pt x="1936" y="1146"/>
                  </a:lnTo>
                  <a:lnTo>
                    <a:pt x="1600" y="1462"/>
                  </a:lnTo>
                  <a:lnTo>
                    <a:pt x="1284" y="1857"/>
                  </a:lnTo>
                  <a:lnTo>
                    <a:pt x="988" y="2272"/>
                  </a:lnTo>
                  <a:lnTo>
                    <a:pt x="711" y="2766"/>
                  </a:lnTo>
                  <a:lnTo>
                    <a:pt x="435" y="3299"/>
                  </a:lnTo>
                  <a:lnTo>
                    <a:pt x="257" y="3753"/>
                  </a:lnTo>
                  <a:lnTo>
                    <a:pt x="119" y="4207"/>
                  </a:lnTo>
                  <a:lnTo>
                    <a:pt x="20" y="4622"/>
                  </a:lnTo>
                  <a:lnTo>
                    <a:pt x="0" y="5017"/>
                  </a:lnTo>
                  <a:lnTo>
                    <a:pt x="0" y="5393"/>
                  </a:lnTo>
                  <a:lnTo>
                    <a:pt x="40" y="5748"/>
                  </a:lnTo>
                  <a:lnTo>
                    <a:pt x="119" y="6084"/>
                  </a:lnTo>
                  <a:lnTo>
                    <a:pt x="237" y="6400"/>
                  </a:lnTo>
                  <a:lnTo>
                    <a:pt x="375" y="6696"/>
                  </a:lnTo>
                  <a:lnTo>
                    <a:pt x="514" y="6953"/>
                  </a:lnTo>
                  <a:lnTo>
                    <a:pt x="691" y="7210"/>
                  </a:lnTo>
                  <a:lnTo>
                    <a:pt x="869" y="7447"/>
                  </a:lnTo>
                  <a:lnTo>
                    <a:pt x="1067" y="7664"/>
                  </a:lnTo>
                  <a:lnTo>
                    <a:pt x="1264" y="7862"/>
                  </a:lnTo>
                  <a:lnTo>
                    <a:pt x="1639" y="8197"/>
                  </a:lnTo>
                  <a:lnTo>
                    <a:pt x="1896" y="8415"/>
                  </a:lnTo>
                  <a:lnTo>
                    <a:pt x="2173" y="8592"/>
                  </a:lnTo>
                  <a:lnTo>
                    <a:pt x="2430" y="8750"/>
                  </a:lnTo>
                  <a:lnTo>
                    <a:pt x="2706" y="8908"/>
                  </a:lnTo>
                  <a:lnTo>
                    <a:pt x="2983" y="9027"/>
                  </a:lnTo>
                  <a:lnTo>
                    <a:pt x="3259" y="9126"/>
                  </a:lnTo>
                  <a:lnTo>
                    <a:pt x="3516" y="9205"/>
                  </a:lnTo>
                  <a:lnTo>
                    <a:pt x="3792" y="9264"/>
                  </a:lnTo>
                  <a:lnTo>
                    <a:pt x="4069" y="9303"/>
                  </a:lnTo>
                  <a:lnTo>
                    <a:pt x="4326" y="9323"/>
                  </a:lnTo>
                  <a:lnTo>
                    <a:pt x="4602" y="9323"/>
                  </a:lnTo>
                  <a:lnTo>
                    <a:pt x="4859" y="9303"/>
                  </a:lnTo>
                  <a:lnTo>
                    <a:pt x="5136" y="9264"/>
                  </a:lnTo>
                  <a:lnTo>
                    <a:pt x="5392" y="9224"/>
                  </a:lnTo>
                  <a:lnTo>
                    <a:pt x="5629" y="9165"/>
                  </a:lnTo>
                  <a:lnTo>
                    <a:pt x="5886" y="9086"/>
                  </a:lnTo>
                  <a:lnTo>
                    <a:pt x="6143" y="8987"/>
                  </a:lnTo>
                  <a:lnTo>
                    <a:pt x="6380" y="8869"/>
                  </a:lnTo>
                  <a:lnTo>
                    <a:pt x="6617" y="8750"/>
                  </a:lnTo>
                  <a:lnTo>
                    <a:pt x="6834" y="8612"/>
                  </a:lnTo>
                  <a:lnTo>
                    <a:pt x="7071" y="8454"/>
                  </a:lnTo>
                  <a:lnTo>
                    <a:pt x="7289" y="8296"/>
                  </a:lnTo>
                  <a:lnTo>
                    <a:pt x="7486" y="8118"/>
                  </a:lnTo>
                  <a:lnTo>
                    <a:pt x="7684" y="7941"/>
                  </a:lnTo>
                  <a:lnTo>
                    <a:pt x="7881" y="7743"/>
                  </a:lnTo>
                  <a:lnTo>
                    <a:pt x="8079" y="7546"/>
                  </a:lnTo>
                  <a:lnTo>
                    <a:pt x="8256" y="7328"/>
                  </a:lnTo>
                  <a:lnTo>
                    <a:pt x="8414" y="7091"/>
                  </a:lnTo>
                  <a:lnTo>
                    <a:pt x="8572" y="6854"/>
                  </a:lnTo>
                  <a:lnTo>
                    <a:pt x="8711" y="6617"/>
                  </a:lnTo>
                  <a:lnTo>
                    <a:pt x="8849" y="6380"/>
                  </a:lnTo>
                  <a:lnTo>
                    <a:pt x="8987" y="6123"/>
                  </a:lnTo>
                  <a:lnTo>
                    <a:pt x="9086" y="5867"/>
                  </a:lnTo>
                  <a:lnTo>
                    <a:pt x="9165" y="5610"/>
                  </a:lnTo>
                  <a:lnTo>
                    <a:pt x="9244" y="5353"/>
                  </a:lnTo>
                  <a:lnTo>
                    <a:pt x="9303" y="5116"/>
                  </a:lnTo>
                  <a:lnTo>
                    <a:pt x="9343" y="4859"/>
                  </a:lnTo>
                  <a:lnTo>
                    <a:pt x="9363" y="4602"/>
                  </a:lnTo>
                  <a:lnTo>
                    <a:pt x="9363" y="4365"/>
                  </a:lnTo>
                  <a:lnTo>
                    <a:pt x="9363" y="4109"/>
                  </a:lnTo>
                  <a:lnTo>
                    <a:pt x="9323" y="3872"/>
                  </a:lnTo>
                  <a:lnTo>
                    <a:pt x="9303" y="3635"/>
                  </a:lnTo>
                  <a:lnTo>
                    <a:pt x="9244" y="3398"/>
                  </a:lnTo>
                  <a:lnTo>
                    <a:pt x="9185" y="3180"/>
                  </a:lnTo>
                  <a:lnTo>
                    <a:pt x="9106" y="2943"/>
                  </a:lnTo>
                  <a:lnTo>
                    <a:pt x="9027" y="2726"/>
                  </a:lnTo>
                  <a:lnTo>
                    <a:pt x="8928" y="2509"/>
                  </a:lnTo>
                  <a:lnTo>
                    <a:pt x="8809" y="2311"/>
                  </a:lnTo>
                  <a:lnTo>
                    <a:pt x="8572" y="1916"/>
                  </a:lnTo>
                  <a:lnTo>
                    <a:pt x="8296" y="1541"/>
                  </a:lnTo>
                  <a:lnTo>
                    <a:pt x="7980" y="1205"/>
                  </a:lnTo>
                  <a:lnTo>
                    <a:pt x="7644" y="909"/>
                  </a:lnTo>
                  <a:lnTo>
                    <a:pt x="7289" y="652"/>
                  </a:lnTo>
                  <a:lnTo>
                    <a:pt x="6913" y="435"/>
                  </a:lnTo>
                  <a:lnTo>
                    <a:pt x="6716" y="336"/>
                  </a:lnTo>
                  <a:lnTo>
                    <a:pt x="6518" y="257"/>
                  </a:lnTo>
                  <a:lnTo>
                    <a:pt x="6321" y="198"/>
                  </a:lnTo>
                  <a:lnTo>
                    <a:pt x="6103" y="158"/>
                  </a:lnTo>
                  <a:lnTo>
                    <a:pt x="5708" y="79"/>
                  </a:lnTo>
                  <a:lnTo>
                    <a:pt x="5313" y="20"/>
                  </a:lnTo>
                  <a:lnTo>
                    <a:pt x="48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4556002" y="-1142735"/>
              <a:ext cx="752" cy="789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20" y="20"/>
                  </a:move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4619831" y="-1325390"/>
              <a:ext cx="38" cy="78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4475782" y="-1401136"/>
              <a:ext cx="160434" cy="330454"/>
            </a:xfrm>
            <a:custGeom>
              <a:avLst/>
              <a:gdLst/>
              <a:ahLst/>
              <a:cxnLst/>
              <a:rect l="l" t="t" r="r" b="b"/>
              <a:pathLst>
                <a:path w="4268" h="8791" extrusionOk="0">
                  <a:moveTo>
                    <a:pt x="2450" y="5551"/>
                  </a:moveTo>
                  <a:lnTo>
                    <a:pt x="2470" y="5610"/>
                  </a:lnTo>
                  <a:lnTo>
                    <a:pt x="2490" y="5669"/>
                  </a:lnTo>
                  <a:lnTo>
                    <a:pt x="2509" y="5669"/>
                  </a:lnTo>
                  <a:lnTo>
                    <a:pt x="2529" y="5650"/>
                  </a:lnTo>
                  <a:lnTo>
                    <a:pt x="2529" y="5610"/>
                  </a:lnTo>
                  <a:lnTo>
                    <a:pt x="2569" y="5590"/>
                  </a:lnTo>
                  <a:lnTo>
                    <a:pt x="2529" y="5590"/>
                  </a:lnTo>
                  <a:lnTo>
                    <a:pt x="2509" y="5571"/>
                  </a:lnTo>
                  <a:lnTo>
                    <a:pt x="2470" y="5551"/>
                  </a:lnTo>
                  <a:close/>
                  <a:moveTo>
                    <a:pt x="3062" y="1"/>
                  </a:moveTo>
                  <a:lnTo>
                    <a:pt x="3082" y="40"/>
                  </a:lnTo>
                  <a:lnTo>
                    <a:pt x="3082" y="60"/>
                  </a:lnTo>
                  <a:lnTo>
                    <a:pt x="3043" y="119"/>
                  </a:lnTo>
                  <a:lnTo>
                    <a:pt x="3043" y="139"/>
                  </a:lnTo>
                  <a:lnTo>
                    <a:pt x="3043" y="159"/>
                  </a:lnTo>
                  <a:lnTo>
                    <a:pt x="3023" y="198"/>
                  </a:lnTo>
                  <a:lnTo>
                    <a:pt x="3003" y="238"/>
                  </a:lnTo>
                  <a:lnTo>
                    <a:pt x="2944" y="297"/>
                  </a:lnTo>
                  <a:lnTo>
                    <a:pt x="2924" y="317"/>
                  </a:lnTo>
                  <a:lnTo>
                    <a:pt x="2924" y="336"/>
                  </a:lnTo>
                  <a:lnTo>
                    <a:pt x="2924" y="376"/>
                  </a:lnTo>
                  <a:lnTo>
                    <a:pt x="2964" y="415"/>
                  </a:lnTo>
                  <a:lnTo>
                    <a:pt x="3003" y="396"/>
                  </a:lnTo>
                  <a:lnTo>
                    <a:pt x="3043" y="396"/>
                  </a:lnTo>
                  <a:lnTo>
                    <a:pt x="3062" y="415"/>
                  </a:lnTo>
                  <a:lnTo>
                    <a:pt x="3023" y="435"/>
                  </a:lnTo>
                  <a:lnTo>
                    <a:pt x="3003" y="455"/>
                  </a:lnTo>
                  <a:lnTo>
                    <a:pt x="2983" y="475"/>
                  </a:lnTo>
                  <a:lnTo>
                    <a:pt x="2964" y="475"/>
                  </a:lnTo>
                  <a:lnTo>
                    <a:pt x="2944" y="435"/>
                  </a:lnTo>
                  <a:lnTo>
                    <a:pt x="2904" y="514"/>
                  </a:lnTo>
                  <a:lnTo>
                    <a:pt x="2885" y="554"/>
                  </a:lnTo>
                  <a:lnTo>
                    <a:pt x="2964" y="593"/>
                  </a:lnTo>
                  <a:lnTo>
                    <a:pt x="2983" y="633"/>
                  </a:lnTo>
                  <a:lnTo>
                    <a:pt x="3003" y="652"/>
                  </a:lnTo>
                  <a:lnTo>
                    <a:pt x="2964" y="672"/>
                  </a:lnTo>
                  <a:lnTo>
                    <a:pt x="2944" y="672"/>
                  </a:lnTo>
                  <a:lnTo>
                    <a:pt x="2904" y="652"/>
                  </a:lnTo>
                  <a:lnTo>
                    <a:pt x="2865" y="613"/>
                  </a:lnTo>
                  <a:lnTo>
                    <a:pt x="2845" y="593"/>
                  </a:lnTo>
                  <a:lnTo>
                    <a:pt x="2806" y="613"/>
                  </a:lnTo>
                  <a:lnTo>
                    <a:pt x="2825" y="731"/>
                  </a:lnTo>
                  <a:lnTo>
                    <a:pt x="2766" y="731"/>
                  </a:lnTo>
                  <a:lnTo>
                    <a:pt x="2727" y="771"/>
                  </a:lnTo>
                  <a:lnTo>
                    <a:pt x="2707" y="830"/>
                  </a:lnTo>
                  <a:lnTo>
                    <a:pt x="2707" y="949"/>
                  </a:lnTo>
                  <a:lnTo>
                    <a:pt x="2707" y="1067"/>
                  </a:lnTo>
                  <a:lnTo>
                    <a:pt x="2707" y="1126"/>
                  </a:lnTo>
                  <a:lnTo>
                    <a:pt x="2687" y="1186"/>
                  </a:lnTo>
                  <a:lnTo>
                    <a:pt x="2648" y="1146"/>
                  </a:lnTo>
                  <a:lnTo>
                    <a:pt x="2628" y="1087"/>
                  </a:lnTo>
                  <a:lnTo>
                    <a:pt x="2628" y="1028"/>
                  </a:lnTo>
                  <a:lnTo>
                    <a:pt x="2628" y="988"/>
                  </a:lnTo>
                  <a:lnTo>
                    <a:pt x="2608" y="988"/>
                  </a:lnTo>
                  <a:lnTo>
                    <a:pt x="2588" y="1008"/>
                  </a:lnTo>
                  <a:lnTo>
                    <a:pt x="2569" y="1067"/>
                  </a:lnTo>
                  <a:lnTo>
                    <a:pt x="2569" y="1107"/>
                  </a:lnTo>
                  <a:lnTo>
                    <a:pt x="2549" y="1126"/>
                  </a:lnTo>
                  <a:lnTo>
                    <a:pt x="2529" y="1146"/>
                  </a:lnTo>
                  <a:lnTo>
                    <a:pt x="2509" y="1205"/>
                  </a:lnTo>
                  <a:lnTo>
                    <a:pt x="2529" y="1245"/>
                  </a:lnTo>
                  <a:lnTo>
                    <a:pt x="2549" y="1284"/>
                  </a:lnTo>
                  <a:lnTo>
                    <a:pt x="2588" y="1304"/>
                  </a:lnTo>
                  <a:lnTo>
                    <a:pt x="2588" y="1344"/>
                  </a:lnTo>
                  <a:lnTo>
                    <a:pt x="2549" y="1344"/>
                  </a:lnTo>
                  <a:lnTo>
                    <a:pt x="2509" y="1324"/>
                  </a:lnTo>
                  <a:lnTo>
                    <a:pt x="2529" y="1383"/>
                  </a:lnTo>
                  <a:lnTo>
                    <a:pt x="2529" y="1442"/>
                  </a:lnTo>
                  <a:lnTo>
                    <a:pt x="2509" y="1541"/>
                  </a:lnTo>
                  <a:lnTo>
                    <a:pt x="2450" y="1521"/>
                  </a:lnTo>
                  <a:lnTo>
                    <a:pt x="2470" y="1640"/>
                  </a:lnTo>
                  <a:lnTo>
                    <a:pt x="2509" y="1640"/>
                  </a:lnTo>
                  <a:lnTo>
                    <a:pt x="2569" y="1680"/>
                  </a:lnTo>
                  <a:lnTo>
                    <a:pt x="2549" y="1699"/>
                  </a:lnTo>
                  <a:lnTo>
                    <a:pt x="2608" y="1680"/>
                  </a:lnTo>
                  <a:lnTo>
                    <a:pt x="2628" y="1660"/>
                  </a:lnTo>
                  <a:lnTo>
                    <a:pt x="2628" y="1561"/>
                  </a:lnTo>
                  <a:lnTo>
                    <a:pt x="2648" y="1521"/>
                  </a:lnTo>
                  <a:lnTo>
                    <a:pt x="2648" y="1482"/>
                  </a:lnTo>
                  <a:lnTo>
                    <a:pt x="2687" y="1442"/>
                  </a:lnTo>
                  <a:lnTo>
                    <a:pt x="2746" y="1442"/>
                  </a:lnTo>
                  <a:lnTo>
                    <a:pt x="2766" y="1462"/>
                  </a:lnTo>
                  <a:lnTo>
                    <a:pt x="2786" y="1462"/>
                  </a:lnTo>
                  <a:lnTo>
                    <a:pt x="2806" y="1482"/>
                  </a:lnTo>
                  <a:lnTo>
                    <a:pt x="2786" y="1502"/>
                  </a:lnTo>
                  <a:lnTo>
                    <a:pt x="2746" y="1502"/>
                  </a:lnTo>
                  <a:lnTo>
                    <a:pt x="2806" y="1541"/>
                  </a:lnTo>
                  <a:lnTo>
                    <a:pt x="2825" y="1561"/>
                  </a:lnTo>
                  <a:lnTo>
                    <a:pt x="2825" y="1541"/>
                  </a:lnTo>
                  <a:lnTo>
                    <a:pt x="2865" y="1561"/>
                  </a:lnTo>
                  <a:lnTo>
                    <a:pt x="2885" y="1581"/>
                  </a:lnTo>
                  <a:lnTo>
                    <a:pt x="2904" y="1640"/>
                  </a:lnTo>
                  <a:lnTo>
                    <a:pt x="2885" y="1699"/>
                  </a:lnTo>
                  <a:lnTo>
                    <a:pt x="2885" y="1759"/>
                  </a:lnTo>
                  <a:lnTo>
                    <a:pt x="2825" y="1759"/>
                  </a:lnTo>
                  <a:lnTo>
                    <a:pt x="2806" y="1719"/>
                  </a:lnTo>
                  <a:lnTo>
                    <a:pt x="2786" y="1660"/>
                  </a:lnTo>
                  <a:lnTo>
                    <a:pt x="2766" y="1600"/>
                  </a:lnTo>
                  <a:lnTo>
                    <a:pt x="2766" y="1660"/>
                  </a:lnTo>
                  <a:lnTo>
                    <a:pt x="2766" y="1680"/>
                  </a:lnTo>
                  <a:lnTo>
                    <a:pt x="2746" y="1699"/>
                  </a:lnTo>
                  <a:lnTo>
                    <a:pt x="2667" y="1660"/>
                  </a:lnTo>
                  <a:lnTo>
                    <a:pt x="2687" y="1719"/>
                  </a:lnTo>
                  <a:lnTo>
                    <a:pt x="2707" y="1739"/>
                  </a:lnTo>
                  <a:lnTo>
                    <a:pt x="2746" y="1739"/>
                  </a:lnTo>
                  <a:lnTo>
                    <a:pt x="2806" y="1778"/>
                  </a:lnTo>
                  <a:lnTo>
                    <a:pt x="2825" y="1798"/>
                  </a:lnTo>
                  <a:lnTo>
                    <a:pt x="2845" y="1818"/>
                  </a:lnTo>
                  <a:lnTo>
                    <a:pt x="2825" y="1838"/>
                  </a:lnTo>
                  <a:lnTo>
                    <a:pt x="2786" y="1857"/>
                  </a:lnTo>
                  <a:lnTo>
                    <a:pt x="2746" y="1877"/>
                  </a:lnTo>
                  <a:lnTo>
                    <a:pt x="2746" y="1838"/>
                  </a:lnTo>
                  <a:lnTo>
                    <a:pt x="2727" y="1897"/>
                  </a:lnTo>
                  <a:lnTo>
                    <a:pt x="2727" y="1936"/>
                  </a:lnTo>
                  <a:lnTo>
                    <a:pt x="2727" y="1976"/>
                  </a:lnTo>
                  <a:lnTo>
                    <a:pt x="2727" y="2015"/>
                  </a:lnTo>
                  <a:lnTo>
                    <a:pt x="2667" y="2015"/>
                  </a:lnTo>
                  <a:lnTo>
                    <a:pt x="2687" y="1976"/>
                  </a:lnTo>
                  <a:lnTo>
                    <a:pt x="2667" y="1936"/>
                  </a:lnTo>
                  <a:lnTo>
                    <a:pt x="2628" y="1877"/>
                  </a:lnTo>
                  <a:lnTo>
                    <a:pt x="2628" y="1857"/>
                  </a:lnTo>
                  <a:lnTo>
                    <a:pt x="2549" y="1857"/>
                  </a:lnTo>
                  <a:lnTo>
                    <a:pt x="2529" y="1838"/>
                  </a:lnTo>
                  <a:lnTo>
                    <a:pt x="2490" y="1818"/>
                  </a:lnTo>
                  <a:lnTo>
                    <a:pt x="2411" y="1680"/>
                  </a:lnTo>
                  <a:lnTo>
                    <a:pt x="2411" y="1719"/>
                  </a:lnTo>
                  <a:lnTo>
                    <a:pt x="2391" y="1739"/>
                  </a:lnTo>
                  <a:lnTo>
                    <a:pt x="2371" y="1778"/>
                  </a:lnTo>
                  <a:lnTo>
                    <a:pt x="2332" y="1778"/>
                  </a:lnTo>
                  <a:lnTo>
                    <a:pt x="2351" y="1818"/>
                  </a:lnTo>
                  <a:lnTo>
                    <a:pt x="2332" y="1857"/>
                  </a:lnTo>
                  <a:lnTo>
                    <a:pt x="2312" y="1917"/>
                  </a:lnTo>
                  <a:lnTo>
                    <a:pt x="2272" y="1976"/>
                  </a:lnTo>
                  <a:lnTo>
                    <a:pt x="2292" y="2015"/>
                  </a:lnTo>
                  <a:lnTo>
                    <a:pt x="2312" y="2055"/>
                  </a:lnTo>
                  <a:lnTo>
                    <a:pt x="2292" y="2055"/>
                  </a:lnTo>
                  <a:lnTo>
                    <a:pt x="2272" y="2035"/>
                  </a:lnTo>
                  <a:lnTo>
                    <a:pt x="2253" y="2015"/>
                  </a:lnTo>
                  <a:lnTo>
                    <a:pt x="2253" y="2035"/>
                  </a:lnTo>
                  <a:lnTo>
                    <a:pt x="2193" y="2154"/>
                  </a:lnTo>
                  <a:lnTo>
                    <a:pt x="2193" y="2233"/>
                  </a:lnTo>
                  <a:lnTo>
                    <a:pt x="2193" y="2312"/>
                  </a:lnTo>
                  <a:lnTo>
                    <a:pt x="2174" y="2331"/>
                  </a:lnTo>
                  <a:lnTo>
                    <a:pt x="2154" y="2331"/>
                  </a:lnTo>
                  <a:lnTo>
                    <a:pt x="2095" y="2312"/>
                  </a:lnTo>
                  <a:lnTo>
                    <a:pt x="2055" y="2391"/>
                  </a:lnTo>
                  <a:lnTo>
                    <a:pt x="2035" y="2450"/>
                  </a:lnTo>
                  <a:lnTo>
                    <a:pt x="2035" y="2588"/>
                  </a:lnTo>
                  <a:lnTo>
                    <a:pt x="2035" y="2726"/>
                  </a:lnTo>
                  <a:lnTo>
                    <a:pt x="2016" y="2805"/>
                  </a:lnTo>
                  <a:lnTo>
                    <a:pt x="1976" y="2884"/>
                  </a:lnTo>
                  <a:lnTo>
                    <a:pt x="1956" y="2825"/>
                  </a:lnTo>
                  <a:lnTo>
                    <a:pt x="1917" y="2884"/>
                  </a:lnTo>
                  <a:lnTo>
                    <a:pt x="1917" y="2924"/>
                  </a:lnTo>
                  <a:lnTo>
                    <a:pt x="1937" y="2944"/>
                  </a:lnTo>
                  <a:lnTo>
                    <a:pt x="1877" y="2963"/>
                  </a:lnTo>
                  <a:lnTo>
                    <a:pt x="1858" y="2983"/>
                  </a:lnTo>
                  <a:lnTo>
                    <a:pt x="1858" y="3062"/>
                  </a:lnTo>
                  <a:lnTo>
                    <a:pt x="1838" y="3121"/>
                  </a:lnTo>
                  <a:lnTo>
                    <a:pt x="1838" y="3161"/>
                  </a:lnTo>
                  <a:lnTo>
                    <a:pt x="1798" y="3181"/>
                  </a:lnTo>
                  <a:lnTo>
                    <a:pt x="1759" y="3200"/>
                  </a:lnTo>
                  <a:lnTo>
                    <a:pt x="1739" y="3240"/>
                  </a:lnTo>
                  <a:lnTo>
                    <a:pt x="1719" y="3260"/>
                  </a:lnTo>
                  <a:lnTo>
                    <a:pt x="1739" y="3319"/>
                  </a:lnTo>
                  <a:lnTo>
                    <a:pt x="1778" y="3378"/>
                  </a:lnTo>
                  <a:lnTo>
                    <a:pt x="1798" y="3437"/>
                  </a:lnTo>
                  <a:lnTo>
                    <a:pt x="1739" y="3398"/>
                  </a:lnTo>
                  <a:lnTo>
                    <a:pt x="1680" y="3398"/>
                  </a:lnTo>
                  <a:lnTo>
                    <a:pt x="1620" y="3615"/>
                  </a:lnTo>
                  <a:lnTo>
                    <a:pt x="1581" y="3813"/>
                  </a:lnTo>
                  <a:lnTo>
                    <a:pt x="1443" y="4208"/>
                  </a:lnTo>
                  <a:lnTo>
                    <a:pt x="1423" y="4188"/>
                  </a:lnTo>
                  <a:lnTo>
                    <a:pt x="1403" y="4247"/>
                  </a:lnTo>
                  <a:lnTo>
                    <a:pt x="1383" y="4326"/>
                  </a:lnTo>
                  <a:lnTo>
                    <a:pt x="1364" y="4465"/>
                  </a:lnTo>
                  <a:lnTo>
                    <a:pt x="1344" y="4623"/>
                  </a:lnTo>
                  <a:lnTo>
                    <a:pt x="1324" y="4682"/>
                  </a:lnTo>
                  <a:lnTo>
                    <a:pt x="1285" y="4741"/>
                  </a:lnTo>
                  <a:lnTo>
                    <a:pt x="1304" y="4820"/>
                  </a:lnTo>
                  <a:lnTo>
                    <a:pt x="1324" y="4860"/>
                  </a:lnTo>
                  <a:lnTo>
                    <a:pt x="1423" y="4860"/>
                  </a:lnTo>
                  <a:lnTo>
                    <a:pt x="1502" y="4879"/>
                  </a:lnTo>
                  <a:lnTo>
                    <a:pt x="1502" y="4919"/>
                  </a:lnTo>
                  <a:lnTo>
                    <a:pt x="1482" y="4958"/>
                  </a:lnTo>
                  <a:lnTo>
                    <a:pt x="1383" y="4958"/>
                  </a:lnTo>
                  <a:lnTo>
                    <a:pt x="1364" y="4978"/>
                  </a:lnTo>
                  <a:lnTo>
                    <a:pt x="1364" y="4998"/>
                  </a:lnTo>
                  <a:lnTo>
                    <a:pt x="1304" y="4978"/>
                  </a:lnTo>
                  <a:lnTo>
                    <a:pt x="1265" y="4939"/>
                  </a:lnTo>
                  <a:lnTo>
                    <a:pt x="1245" y="4899"/>
                  </a:lnTo>
                  <a:lnTo>
                    <a:pt x="1206" y="4879"/>
                  </a:lnTo>
                  <a:lnTo>
                    <a:pt x="1225" y="5037"/>
                  </a:lnTo>
                  <a:lnTo>
                    <a:pt x="1186" y="5077"/>
                  </a:lnTo>
                  <a:lnTo>
                    <a:pt x="1166" y="5136"/>
                  </a:lnTo>
                  <a:lnTo>
                    <a:pt x="1146" y="5195"/>
                  </a:lnTo>
                  <a:lnTo>
                    <a:pt x="1107" y="5235"/>
                  </a:lnTo>
                  <a:lnTo>
                    <a:pt x="1107" y="5215"/>
                  </a:lnTo>
                  <a:lnTo>
                    <a:pt x="1087" y="5195"/>
                  </a:lnTo>
                  <a:lnTo>
                    <a:pt x="1067" y="5176"/>
                  </a:lnTo>
                  <a:lnTo>
                    <a:pt x="1087" y="5156"/>
                  </a:lnTo>
                  <a:lnTo>
                    <a:pt x="1107" y="5176"/>
                  </a:lnTo>
                  <a:lnTo>
                    <a:pt x="1127" y="5116"/>
                  </a:lnTo>
                  <a:lnTo>
                    <a:pt x="1127" y="5097"/>
                  </a:lnTo>
                  <a:lnTo>
                    <a:pt x="1107" y="5057"/>
                  </a:lnTo>
                  <a:lnTo>
                    <a:pt x="1087" y="5018"/>
                  </a:lnTo>
                  <a:lnTo>
                    <a:pt x="1067" y="5156"/>
                  </a:lnTo>
                  <a:lnTo>
                    <a:pt x="1048" y="5235"/>
                  </a:lnTo>
                  <a:lnTo>
                    <a:pt x="1008" y="5274"/>
                  </a:lnTo>
                  <a:lnTo>
                    <a:pt x="1048" y="5294"/>
                  </a:lnTo>
                  <a:lnTo>
                    <a:pt x="1048" y="5334"/>
                  </a:lnTo>
                  <a:lnTo>
                    <a:pt x="1048" y="5373"/>
                  </a:lnTo>
                  <a:lnTo>
                    <a:pt x="1067" y="5393"/>
                  </a:lnTo>
                  <a:lnTo>
                    <a:pt x="1048" y="5393"/>
                  </a:lnTo>
                  <a:lnTo>
                    <a:pt x="1067" y="5413"/>
                  </a:lnTo>
                  <a:lnTo>
                    <a:pt x="1087" y="5452"/>
                  </a:lnTo>
                  <a:lnTo>
                    <a:pt x="1087" y="5492"/>
                  </a:lnTo>
                  <a:lnTo>
                    <a:pt x="988" y="5472"/>
                  </a:lnTo>
                  <a:lnTo>
                    <a:pt x="988" y="5492"/>
                  </a:lnTo>
                  <a:lnTo>
                    <a:pt x="1028" y="5492"/>
                  </a:lnTo>
                  <a:lnTo>
                    <a:pt x="1048" y="5511"/>
                  </a:lnTo>
                  <a:lnTo>
                    <a:pt x="1028" y="5571"/>
                  </a:lnTo>
                  <a:lnTo>
                    <a:pt x="1008" y="5650"/>
                  </a:lnTo>
                  <a:lnTo>
                    <a:pt x="949" y="5709"/>
                  </a:lnTo>
                  <a:lnTo>
                    <a:pt x="909" y="5729"/>
                  </a:lnTo>
                  <a:lnTo>
                    <a:pt x="870" y="5729"/>
                  </a:lnTo>
                  <a:lnTo>
                    <a:pt x="870" y="5768"/>
                  </a:lnTo>
                  <a:lnTo>
                    <a:pt x="890" y="5808"/>
                  </a:lnTo>
                  <a:lnTo>
                    <a:pt x="890" y="5827"/>
                  </a:lnTo>
                  <a:lnTo>
                    <a:pt x="870" y="5867"/>
                  </a:lnTo>
                  <a:lnTo>
                    <a:pt x="830" y="5827"/>
                  </a:lnTo>
                  <a:lnTo>
                    <a:pt x="751" y="6025"/>
                  </a:lnTo>
                  <a:lnTo>
                    <a:pt x="692" y="6143"/>
                  </a:lnTo>
                  <a:lnTo>
                    <a:pt x="633" y="6222"/>
                  </a:lnTo>
                  <a:lnTo>
                    <a:pt x="613" y="6361"/>
                  </a:lnTo>
                  <a:lnTo>
                    <a:pt x="613" y="6440"/>
                  </a:lnTo>
                  <a:lnTo>
                    <a:pt x="633" y="6499"/>
                  </a:lnTo>
                  <a:lnTo>
                    <a:pt x="653" y="6479"/>
                  </a:lnTo>
                  <a:lnTo>
                    <a:pt x="672" y="6460"/>
                  </a:lnTo>
                  <a:lnTo>
                    <a:pt x="692" y="6440"/>
                  </a:lnTo>
                  <a:lnTo>
                    <a:pt x="732" y="6479"/>
                  </a:lnTo>
                  <a:lnTo>
                    <a:pt x="751" y="6519"/>
                  </a:lnTo>
                  <a:lnTo>
                    <a:pt x="751" y="6539"/>
                  </a:lnTo>
                  <a:lnTo>
                    <a:pt x="732" y="6598"/>
                  </a:lnTo>
                  <a:lnTo>
                    <a:pt x="692" y="6598"/>
                  </a:lnTo>
                  <a:lnTo>
                    <a:pt x="672" y="6618"/>
                  </a:lnTo>
                  <a:lnTo>
                    <a:pt x="653" y="6637"/>
                  </a:lnTo>
                  <a:lnTo>
                    <a:pt x="633" y="6598"/>
                  </a:lnTo>
                  <a:lnTo>
                    <a:pt x="593" y="6598"/>
                  </a:lnTo>
                  <a:lnTo>
                    <a:pt x="574" y="6618"/>
                  </a:lnTo>
                  <a:lnTo>
                    <a:pt x="554" y="6677"/>
                  </a:lnTo>
                  <a:lnTo>
                    <a:pt x="534" y="6716"/>
                  </a:lnTo>
                  <a:lnTo>
                    <a:pt x="514" y="6736"/>
                  </a:lnTo>
                  <a:lnTo>
                    <a:pt x="475" y="6736"/>
                  </a:lnTo>
                  <a:lnTo>
                    <a:pt x="495" y="6776"/>
                  </a:lnTo>
                  <a:lnTo>
                    <a:pt x="475" y="6815"/>
                  </a:lnTo>
                  <a:lnTo>
                    <a:pt x="475" y="6874"/>
                  </a:lnTo>
                  <a:lnTo>
                    <a:pt x="495" y="6934"/>
                  </a:lnTo>
                  <a:lnTo>
                    <a:pt x="455" y="6914"/>
                  </a:lnTo>
                  <a:lnTo>
                    <a:pt x="455" y="6894"/>
                  </a:lnTo>
                  <a:lnTo>
                    <a:pt x="455" y="6874"/>
                  </a:lnTo>
                  <a:lnTo>
                    <a:pt x="435" y="6855"/>
                  </a:lnTo>
                  <a:lnTo>
                    <a:pt x="435" y="6914"/>
                  </a:lnTo>
                  <a:lnTo>
                    <a:pt x="396" y="6894"/>
                  </a:lnTo>
                  <a:lnTo>
                    <a:pt x="376" y="6934"/>
                  </a:lnTo>
                  <a:lnTo>
                    <a:pt x="376" y="6953"/>
                  </a:lnTo>
                  <a:lnTo>
                    <a:pt x="416" y="7013"/>
                  </a:lnTo>
                  <a:lnTo>
                    <a:pt x="435" y="7072"/>
                  </a:lnTo>
                  <a:lnTo>
                    <a:pt x="455" y="7131"/>
                  </a:lnTo>
                  <a:lnTo>
                    <a:pt x="455" y="7171"/>
                  </a:lnTo>
                  <a:lnTo>
                    <a:pt x="376" y="7092"/>
                  </a:lnTo>
                  <a:lnTo>
                    <a:pt x="376" y="7131"/>
                  </a:lnTo>
                  <a:lnTo>
                    <a:pt x="396" y="7190"/>
                  </a:lnTo>
                  <a:lnTo>
                    <a:pt x="416" y="7250"/>
                  </a:lnTo>
                  <a:lnTo>
                    <a:pt x="416" y="7289"/>
                  </a:lnTo>
                  <a:lnTo>
                    <a:pt x="396" y="7289"/>
                  </a:lnTo>
                  <a:lnTo>
                    <a:pt x="396" y="7348"/>
                  </a:lnTo>
                  <a:lnTo>
                    <a:pt x="376" y="7329"/>
                  </a:lnTo>
                  <a:lnTo>
                    <a:pt x="416" y="7388"/>
                  </a:lnTo>
                  <a:lnTo>
                    <a:pt x="416" y="7447"/>
                  </a:lnTo>
                  <a:lnTo>
                    <a:pt x="416" y="7506"/>
                  </a:lnTo>
                  <a:lnTo>
                    <a:pt x="435" y="7546"/>
                  </a:lnTo>
                  <a:lnTo>
                    <a:pt x="356" y="7566"/>
                  </a:lnTo>
                  <a:lnTo>
                    <a:pt x="337" y="7585"/>
                  </a:lnTo>
                  <a:lnTo>
                    <a:pt x="356" y="7625"/>
                  </a:lnTo>
                  <a:lnTo>
                    <a:pt x="258" y="7585"/>
                  </a:lnTo>
                  <a:lnTo>
                    <a:pt x="277" y="7526"/>
                  </a:lnTo>
                  <a:lnTo>
                    <a:pt x="297" y="7526"/>
                  </a:lnTo>
                  <a:lnTo>
                    <a:pt x="337" y="7506"/>
                  </a:lnTo>
                  <a:lnTo>
                    <a:pt x="337" y="7447"/>
                  </a:lnTo>
                  <a:lnTo>
                    <a:pt x="277" y="7467"/>
                  </a:lnTo>
                  <a:lnTo>
                    <a:pt x="238" y="7506"/>
                  </a:lnTo>
                  <a:lnTo>
                    <a:pt x="159" y="7605"/>
                  </a:lnTo>
                  <a:lnTo>
                    <a:pt x="100" y="7724"/>
                  </a:lnTo>
                  <a:lnTo>
                    <a:pt x="60" y="7842"/>
                  </a:lnTo>
                  <a:lnTo>
                    <a:pt x="60" y="7901"/>
                  </a:lnTo>
                  <a:lnTo>
                    <a:pt x="40" y="7980"/>
                  </a:lnTo>
                  <a:lnTo>
                    <a:pt x="1" y="8040"/>
                  </a:lnTo>
                  <a:lnTo>
                    <a:pt x="1" y="8119"/>
                  </a:lnTo>
                  <a:lnTo>
                    <a:pt x="1265" y="8790"/>
                  </a:lnTo>
                  <a:lnTo>
                    <a:pt x="1383" y="8652"/>
                  </a:lnTo>
                  <a:lnTo>
                    <a:pt x="1423" y="8593"/>
                  </a:lnTo>
                  <a:lnTo>
                    <a:pt x="1423" y="8514"/>
                  </a:lnTo>
                  <a:lnTo>
                    <a:pt x="1304" y="8533"/>
                  </a:lnTo>
                  <a:lnTo>
                    <a:pt x="1383" y="8593"/>
                  </a:lnTo>
                  <a:lnTo>
                    <a:pt x="1324" y="8593"/>
                  </a:lnTo>
                  <a:lnTo>
                    <a:pt x="1265" y="8553"/>
                  </a:lnTo>
                  <a:lnTo>
                    <a:pt x="1166" y="8454"/>
                  </a:lnTo>
                  <a:lnTo>
                    <a:pt x="1186" y="8454"/>
                  </a:lnTo>
                  <a:lnTo>
                    <a:pt x="1206" y="8415"/>
                  </a:lnTo>
                  <a:lnTo>
                    <a:pt x="1245" y="8415"/>
                  </a:lnTo>
                  <a:lnTo>
                    <a:pt x="1245" y="8336"/>
                  </a:lnTo>
                  <a:lnTo>
                    <a:pt x="1206" y="8336"/>
                  </a:lnTo>
                  <a:lnTo>
                    <a:pt x="1206" y="8356"/>
                  </a:lnTo>
                  <a:lnTo>
                    <a:pt x="1186" y="8356"/>
                  </a:lnTo>
                  <a:lnTo>
                    <a:pt x="1166" y="8336"/>
                  </a:lnTo>
                  <a:lnTo>
                    <a:pt x="1225" y="8277"/>
                  </a:lnTo>
                  <a:lnTo>
                    <a:pt x="1265" y="8277"/>
                  </a:lnTo>
                  <a:lnTo>
                    <a:pt x="1285" y="8316"/>
                  </a:lnTo>
                  <a:lnTo>
                    <a:pt x="1285" y="8277"/>
                  </a:lnTo>
                  <a:lnTo>
                    <a:pt x="1285" y="8237"/>
                  </a:lnTo>
                  <a:lnTo>
                    <a:pt x="1285" y="8198"/>
                  </a:lnTo>
                  <a:lnTo>
                    <a:pt x="1245" y="8198"/>
                  </a:lnTo>
                  <a:lnTo>
                    <a:pt x="1265" y="8178"/>
                  </a:lnTo>
                  <a:lnTo>
                    <a:pt x="1304" y="8198"/>
                  </a:lnTo>
                  <a:lnTo>
                    <a:pt x="1364" y="8277"/>
                  </a:lnTo>
                  <a:lnTo>
                    <a:pt x="1403" y="8257"/>
                  </a:lnTo>
                  <a:lnTo>
                    <a:pt x="1423" y="8257"/>
                  </a:lnTo>
                  <a:lnTo>
                    <a:pt x="1482" y="8296"/>
                  </a:lnTo>
                  <a:lnTo>
                    <a:pt x="1502" y="8217"/>
                  </a:lnTo>
                  <a:lnTo>
                    <a:pt x="1541" y="8237"/>
                  </a:lnTo>
                  <a:lnTo>
                    <a:pt x="1561" y="8277"/>
                  </a:lnTo>
                  <a:lnTo>
                    <a:pt x="1581" y="8237"/>
                  </a:lnTo>
                  <a:lnTo>
                    <a:pt x="1581" y="8198"/>
                  </a:lnTo>
                  <a:lnTo>
                    <a:pt x="1581" y="8178"/>
                  </a:lnTo>
                  <a:lnTo>
                    <a:pt x="1620" y="8158"/>
                  </a:lnTo>
                  <a:lnTo>
                    <a:pt x="1561" y="8099"/>
                  </a:lnTo>
                  <a:lnTo>
                    <a:pt x="1680" y="8000"/>
                  </a:lnTo>
                  <a:lnTo>
                    <a:pt x="1739" y="7882"/>
                  </a:lnTo>
                  <a:lnTo>
                    <a:pt x="1680" y="7882"/>
                  </a:lnTo>
                  <a:lnTo>
                    <a:pt x="1660" y="7842"/>
                  </a:lnTo>
                  <a:lnTo>
                    <a:pt x="1680" y="7822"/>
                  </a:lnTo>
                  <a:lnTo>
                    <a:pt x="1719" y="7803"/>
                  </a:lnTo>
                  <a:lnTo>
                    <a:pt x="1778" y="7763"/>
                  </a:lnTo>
                  <a:lnTo>
                    <a:pt x="1798" y="7743"/>
                  </a:lnTo>
                  <a:lnTo>
                    <a:pt x="1798" y="7704"/>
                  </a:lnTo>
                  <a:lnTo>
                    <a:pt x="1798" y="7645"/>
                  </a:lnTo>
                  <a:lnTo>
                    <a:pt x="1798" y="7585"/>
                  </a:lnTo>
                  <a:lnTo>
                    <a:pt x="1759" y="7546"/>
                  </a:lnTo>
                  <a:lnTo>
                    <a:pt x="1719" y="7526"/>
                  </a:lnTo>
                  <a:lnTo>
                    <a:pt x="1719" y="7506"/>
                  </a:lnTo>
                  <a:lnTo>
                    <a:pt x="1739" y="7487"/>
                  </a:lnTo>
                  <a:lnTo>
                    <a:pt x="1798" y="7487"/>
                  </a:lnTo>
                  <a:lnTo>
                    <a:pt x="1739" y="7368"/>
                  </a:lnTo>
                  <a:lnTo>
                    <a:pt x="1739" y="7329"/>
                  </a:lnTo>
                  <a:lnTo>
                    <a:pt x="1759" y="7309"/>
                  </a:lnTo>
                  <a:lnTo>
                    <a:pt x="1778" y="7289"/>
                  </a:lnTo>
                  <a:lnTo>
                    <a:pt x="1798" y="7408"/>
                  </a:lnTo>
                  <a:lnTo>
                    <a:pt x="1838" y="7408"/>
                  </a:lnTo>
                  <a:lnTo>
                    <a:pt x="1858" y="7368"/>
                  </a:lnTo>
                  <a:lnTo>
                    <a:pt x="1877" y="7309"/>
                  </a:lnTo>
                  <a:lnTo>
                    <a:pt x="1917" y="7269"/>
                  </a:lnTo>
                  <a:lnTo>
                    <a:pt x="1858" y="7131"/>
                  </a:lnTo>
                  <a:lnTo>
                    <a:pt x="1798" y="6953"/>
                  </a:lnTo>
                  <a:lnTo>
                    <a:pt x="1739" y="6934"/>
                  </a:lnTo>
                  <a:lnTo>
                    <a:pt x="1680" y="6914"/>
                  </a:lnTo>
                  <a:lnTo>
                    <a:pt x="1620" y="6874"/>
                  </a:lnTo>
                  <a:lnTo>
                    <a:pt x="1581" y="6815"/>
                  </a:lnTo>
                  <a:lnTo>
                    <a:pt x="1620" y="6815"/>
                  </a:lnTo>
                  <a:lnTo>
                    <a:pt x="1640" y="6795"/>
                  </a:lnTo>
                  <a:lnTo>
                    <a:pt x="1680" y="6756"/>
                  </a:lnTo>
                  <a:lnTo>
                    <a:pt x="1719" y="6716"/>
                  </a:lnTo>
                  <a:lnTo>
                    <a:pt x="1759" y="6736"/>
                  </a:lnTo>
                  <a:lnTo>
                    <a:pt x="1818" y="6716"/>
                  </a:lnTo>
                  <a:lnTo>
                    <a:pt x="1858" y="6736"/>
                  </a:lnTo>
                  <a:lnTo>
                    <a:pt x="1858" y="6776"/>
                  </a:lnTo>
                  <a:lnTo>
                    <a:pt x="1798" y="6776"/>
                  </a:lnTo>
                  <a:lnTo>
                    <a:pt x="1759" y="6795"/>
                  </a:lnTo>
                  <a:lnTo>
                    <a:pt x="1759" y="6815"/>
                  </a:lnTo>
                  <a:lnTo>
                    <a:pt x="1858" y="6795"/>
                  </a:lnTo>
                  <a:lnTo>
                    <a:pt x="1976" y="6736"/>
                  </a:lnTo>
                  <a:lnTo>
                    <a:pt x="2016" y="6776"/>
                  </a:lnTo>
                  <a:lnTo>
                    <a:pt x="2016" y="6835"/>
                  </a:lnTo>
                  <a:lnTo>
                    <a:pt x="1976" y="6815"/>
                  </a:lnTo>
                  <a:lnTo>
                    <a:pt x="1956" y="6815"/>
                  </a:lnTo>
                  <a:lnTo>
                    <a:pt x="1956" y="6855"/>
                  </a:lnTo>
                  <a:lnTo>
                    <a:pt x="1976" y="6874"/>
                  </a:lnTo>
                  <a:lnTo>
                    <a:pt x="2035" y="6874"/>
                  </a:lnTo>
                  <a:lnTo>
                    <a:pt x="2095" y="6855"/>
                  </a:lnTo>
                  <a:lnTo>
                    <a:pt x="2134" y="6874"/>
                  </a:lnTo>
                  <a:lnTo>
                    <a:pt x="2134" y="6815"/>
                  </a:lnTo>
                  <a:lnTo>
                    <a:pt x="2134" y="6795"/>
                  </a:lnTo>
                  <a:lnTo>
                    <a:pt x="2114" y="6795"/>
                  </a:lnTo>
                  <a:lnTo>
                    <a:pt x="2154" y="6776"/>
                  </a:lnTo>
                  <a:lnTo>
                    <a:pt x="2174" y="6756"/>
                  </a:lnTo>
                  <a:lnTo>
                    <a:pt x="2174" y="6677"/>
                  </a:lnTo>
                  <a:lnTo>
                    <a:pt x="2174" y="6618"/>
                  </a:lnTo>
                  <a:lnTo>
                    <a:pt x="2193" y="6578"/>
                  </a:lnTo>
                  <a:lnTo>
                    <a:pt x="2233" y="6558"/>
                  </a:lnTo>
                  <a:lnTo>
                    <a:pt x="2174" y="6558"/>
                  </a:lnTo>
                  <a:lnTo>
                    <a:pt x="2154" y="6519"/>
                  </a:lnTo>
                  <a:lnTo>
                    <a:pt x="2174" y="6479"/>
                  </a:lnTo>
                  <a:lnTo>
                    <a:pt x="2193" y="6479"/>
                  </a:lnTo>
                  <a:lnTo>
                    <a:pt x="2253" y="6460"/>
                  </a:lnTo>
                  <a:lnTo>
                    <a:pt x="2253" y="6420"/>
                  </a:lnTo>
                  <a:lnTo>
                    <a:pt x="2233" y="6381"/>
                  </a:lnTo>
                  <a:lnTo>
                    <a:pt x="2253" y="6341"/>
                  </a:lnTo>
                  <a:lnTo>
                    <a:pt x="2253" y="6321"/>
                  </a:lnTo>
                  <a:lnTo>
                    <a:pt x="2233" y="6321"/>
                  </a:lnTo>
                  <a:lnTo>
                    <a:pt x="2174" y="6301"/>
                  </a:lnTo>
                  <a:lnTo>
                    <a:pt x="2114" y="6301"/>
                  </a:lnTo>
                  <a:lnTo>
                    <a:pt x="2095" y="6282"/>
                  </a:lnTo>
                  <a:lnTo>
                    <a:pt x="2095" y="6262"/>
                  </a:lnTo>
                  <a:lnTo>
                    <a:pt x="2055" y="6203"/>
                  </a:lnTo>
                  <a:lnTo>
                    <a:pt x="2075" y="6163"/>
                  </a:lnTo>
                  <a:lnTo>
                    <a:pt x="2095" y="6143"/>
                  </a:lnTo>
                  <a:lnTo>
                    <a:pt x="2114" y="6104"/>
                  </a:lnTo>
                  <a:lnTo>
                    <a:pt x="2154" y="6104"/>
                  </a:lnTo>
                  <a:lnTo>
                    <a:pt x="2154" y="6124"/>
                  </a:lnTo>
                  <a:lnTo>
                    <a:pt x="2134" y="6163"/>
                  </a:lnTo>
                  <a:lnTo>
                    <a:pt x="2154" y="6203"/>
                  </a:lnTo>
                  <a:lnTo>
                    <a:pt x="2174" y="6025"/>
                  </a:lnTo>
                  <a:lnTo>
                    <a:pt x="2213" y="6025"/>
                  </a:lnTo>
                  <a:lnTo>
                    <a:pt x="2233" y="6045"/>
                  </a:lnTo>
                  <a:lnTo>
                    <a:pt x="2233" y="6084"/>
                  </a:lnTo>
                  <a:lnTo>
                    <a:pt x="2213" y="6124"/>
                  </a:lnTo>
                  <a:lnTo>
                    <a:pt x="2253" y="6084"/>
                  </a:lnTo>
                  <a:lnTo>
                    <a:pt x="2272" y="6025"/>
                  </a:lnTo>
                  <a:lnTo>
                    <a:pt x="2253" y="5985"/>
                  </a:lnTo>
                  <a:lnTo>
                    <a:pt x="2213" y="5926"/>
                  </a:lnTo>
                  <a:lnTo>
                    <a:pt x="2253" y="5887"/>
                  </a:lnTo>
                  <a:lnTo>
                    <a:pt x="2292" y="5847"/>
                  </a:lnTo>
                  <a:lnTo>
                    <a:pt x="2312" y="5887"/>
                  </a:lnTo>
                  <a:lnTo>
                    <a:pt x="2371" y="5926"/>
                  </a:lnTo>
                  <a:lnTo>
                    <a:pt x="2411" y="5966"/>
                  </a:lnTo>
                  <a:lnTo>
                    <a:pt x="2430" y="6005"/>
                  </a:lnTo>
                  <a:lnTo>
                    <a:pt x="2411" y="6045"/>
                  </a:lnTo>
                  <a:lnTo>
                    <a:pt x="2391" y="6045"/>
                  </a:lnTo>
                  <a:lnTo>
                    <a:pt x="2371" y="6025"/>
                  </a:lnTo>
                  <a:lnTo>
                    <a:pt x="2332" y="6005"/>
                  </a:lnTo>
                  <a:lnTo>
                    <a:pt x="2312" y="6005"/>
                  </a:lnTo>
                  <a:lnTo>
                    <a:pt x="2292" y="6025"/>
                  </a:lnTo>
                  <a:lnTo>
                    <a:pt x="2371" y="6045"/>
                  </a:lnTo>
                  <a:lnTo>
                    <a:pt x="2351" y="6064"/>
                  </a:lnTo>
                  <a:lnTo>
                    <a:pt x="2332" y="6104"/>
                  </a:lnTo>
                  <a:lnTo>
                    <a:pt x="2351" y="6163"/>
                  </a:lnTo>
                  <a:lnTo>
                    <a:pt x="2312" y="6163"/>
                  </a:lnTo>
                  <a:lnTo>
                    <a:pt x="2312" y="6124"/>
                  </a:lnTo>
                  <a:lnTo>
                    <a:pt x="2272" y="6222"/>
                  </a:lnTo>
                  <a:lnTo>
                    <a:pt x="2272" y="6262"/>
                  </a:lnTo>
                  <a:lnTo>
                    <a:pt x="2292" y="6321"/>
                  </a:lnTo>
                  <a:lnTo>
                    <a:pt x="2332" y="6301"/>
                  </a:lnTo>
                  <a:lnTo>
                    <a:pt x="2351" y="6262"/>
                  </a:lnTo>
                  <a:lnTo>
                    <a:pt x="2371" y="6183"/>
                  </a:lnTo>
                  <a:lnTo>
                    <a:pt x="2411" y="6104"/>
                  </a:lnTo>
                  <a:lnTo>
                    <a:pt x="2430" y="6084"/>
                  </a:lnTo>
                  <a:lnTo>
                    <a:pt x="2470" y="6064"/>
                  </a:lnTo>
                  <a:lnTo>
                    <a:pt x="2430" y="5847"/>
                  </a:lnTo>
                  <a:lnTo>
                    <a:pt x="2332" y="5847"/>
                  </a:lnTo>
                  <a:lnTo>
                    <a:pt x="2292" y="5808"/>
                  </a:lnTo>
                  <a:lnTo>
                    <a:pt x="2351" y="5808"/>
                  </a:lnTo>
                  <a:lnTo>
                    <a:pt x="2411" y="5788"/>
                  </a:lnTo>
                  <a:lnTo>
                    <a:pt x="2450" y="5748"/>
                  </a:lnTo>
                  <a:lnTo>
                    <a:pt x="2490" y="5709"/>
                  </a:lnTo>
                  <a:lnTo>
                    <a:pt x="2470" y="5709"/>
                  </a:lnTo>
                  <a:lnTo>
                    <a:pt x="2450" y="5689"/>
                  </a:lnTo>
                  <a:lnTo>
                    <a:pt x="2430" y="5630"/>
                  </a:lnTo>
                  <a:lnTo>
                    <a:pt x="2411" y="5590"/>
                  </a:lnTo>
                  <a:lnTo>
                    <a:pt x="2391" y="5571"/>
                  </a:lnTo>
                  <a:lnTo>
                    <a:pt x="2371" y="5571"/>
                  </a:lnTo>
                  <a:lnTo>
                    <a:pt x="2371" y="5590"/>
                  </a:lnTo>
                  <a:lnTo>
                    <a:pt x="2351" y="5610"/>
                  </a:lnTo>
                  <a:lnTo>
                    <a:pt x="2312" y="5610"/>
                  </a:lnTo>
                  <a:lnTo>
                    <a:pt x="2312" y="5571"/>
                  </a:lnTo>
                  <a:lnTo>
                    <a:pt x="2272" y="5551"/>
                  </a:lnTo>
                  <a:lnTo>
                    <a:pt x="2253" y="5551"/>
                  </a:lnTo>
                  <a:lnTo>
                    <a:pt x="2233" y="5531"/>
                  </a:lnTo>
                  <a:lnTo>
                    <a:pt x="2272" y="5472"/>
                  </a:lnTo>
                  <a:lnTo>
                    <a:pt x="2312" y="5492"/>
                  </a:lnTo>
                  <a:lnTo>
                    <a:pt x="2332" y="5492"/>
                  </a:lnTo>
                  <a:lnTo>
                    <a:pt x="2371" y="5452"/>
                  </a:lnTo>
                  <a:lnTo>
                    <a:pt x="2450" y="5551"/>
                  </a:lnTo>
                  <a:lnTo>
                    <a:pt x="2430" y="5373"/>
                  </a:lnTo>
                  <a:lnTo>
                    <a:pt x="2430" y="5255"/>
                  </a:lnTo>
                  <a:lnTo>
                    <a:pt x="2450" y="5156"/>
                  </a:lnTo>
                  <a:lnTo>
                    <a:pt x="2470" y="5195"/>
                  </a:lnTo>
                  <a:lnTo>
                    <a:pt x="2509" y="5235"/>
                  </a:lnTo>
                  <a:lnTo>
                    <a:pt x="2529" y="5314"/>
                  </a:lnTo>
                  <a:lnTo>
                    <a:pt x="2529" y="5353"/>
                  </a:lnTo>
                  <a:lnTo>
                    <a:pt x="2549" y="5393"/>
                  </a:lnTo>
                  <a:lnTo>
                    <a:pt x="2588" y="5413"/>
                  </a:lnTo>
                  <a:lnTo>
                    <a:pt x="2628" y="5432"/>
                  </a:lnTo>
                  <a:lnTo>
                    <a:pt x="2628" y="5393"/>
                  </a:lnTo>
                  <a:lnTo>
                    <a:pt x="2608" y="5353"/>
                  </a:lnTo>
                  <a:lnTo>
                    <a:pt x="2588" y="5334"/>
                  </a:lnTo>
                  <a:lnTo>
                    <a:pt x="2608" y="5294"/>
                  </a:lnTo>
                  <a:lnTo>
                    <a:pt x="2628" y="5294"/>
                  </a:lnTo>
                  <a:lnTo>
                    <a:pt x="2648" y="5274"/>
                  </a:lnTo>
                  <a:lnTo>
                    <a:pt x="2687" y="5215"/>
                  </a:lnTo>
                  <a:lnTo>
                    <a:pt x="2687" y="5136"/>
                  </a:lnTo>
                  <a:lnTo>
                    <a:pt x="2707" y="5077"/>
                  </a:lnTo>
                  <a:lnTo>
                    <a:pt x="2648" y="5097"/>
                  </a:lnTo>
                  <a:lnTo>
                    <a:pt x="2648" y="5057"/>
                  </a:lnTo>
                  <a:lnTo>
                    <a:pt x="2648" y="5037"/>
                  </a:lnTo>
                  <a:lnTo>
                    <a:pt x="2687" y="4978"/>
                  </a:lnTo>
                  <a:lnTo>
                    <a:pt x="2707" y="4998"/>
                  </a:lnTo>
                  <a:lnTo>
                    <a:pt x="2707" y="4939"/>
                  </a:lnTo>
                  <a:lnTo>
                    <a:pt x="2707" y="4899"/>
                  </a:lnTo>
                  <a:lnTo>
                    <a:pt x="2727" y="4840"/>
                  </a:lnTo>
                  <a:lnTo>
                    <a:pt x="2766" y="4781"/>
                  </a:lnTo>
                  <a:lnTo>
                    <a:pt x="2766" y="4721"/>
                  </a:lnTo>
                  <a:lnTo>
                    <a:pt x="2746" y="4721"/>
                  </a:lnTo>
                  <a:lnTo>
                    <a:pt x="2727" y="4741"/>
                  </a:lnTo>
                  <a:lnTo>
                    <a:pt x="2727" y="4781"/>
                  </a:lnTo>
                  <a:lnTo>
                    <a:pt x="2727" y="4820"/>
                  </a:lnTo>
                  <a:lnTo>
                    <a:pt x="2667" y="4840"/>
                  </a:lnTo>
                  <a:lnTo>
                    <a:pt x="2648" y="4860"/>
                  </a:lnTo>
                  <a:lnTo>
                    <a:pt x="2608" y="4840"/>
                  </a:lnTo>
                  <a:lnTo>
                    <a:pt x="2628" y="4761"/>
                  </a:lnTo>
                  <a:lnTo>
                    <a:pt x="2628" y="4682"/>
                  </a:lnTo>
                  <a:lnTo>
                    <a:pt x="2628" y="4623"/>
                  </a:lnTo>
                  <a:lnTo>
                    <a:pt x="2648" y="4544"/>
                  </a:lnTo>
                  <a:lnTo>
                    <a:pt x="2608" y="4563"/>
                  </a:lnTo>
                  <a:lnTo>
                    <a:pt x="2588" y="4524"/>
                  </a:lnTo>
                  <a:lnTo>
                    <a:pt x="2608" y="4504"/>
                  </a:lnTo>
                  <a:lnTo>
                    <a:pt x="2628" y="4425"/>
                  </a:lnTo>
                  <a:lnTo>
                    <a:pt x="2667" y="4405"/>
                  </a:lnTo>
                  <a:lnTo>
                    <a:pt x="2687" y="4405"/>
                  </a:lnTo>
                  <a:lnTo>
                    <a:pt x="2707" y="4445"/>
                  </a:lnTo>
                  <a:lnTo>
                    <a:pt x="2727" y="4484"/>
                  </a:lnTo>
                  <a:lnTo>
                    <a:pt x="2746" y="4504"/>
                  </a:lnTo>
                  <a:lnTo>
                    <a:pt x="2766" y="4484"/>
                  </a:lnTo>
                  <a:lnTo>
                    <a:pt x="2766" y="4524"/>
                  </a:lnTo>
                  <a:lnTo>
                    <a:pt x="2766" y="4563"/>
                  </a:lnTo>
                  <a:lnTo>
                    <a:pt x="2766" y="4603"/>
                  </a:lnTo>
                  <a:lnTo>
                    <a:pt x="2786" y="4623"/>
                  </a:lnTo>
                  <a:lnTo>
                    <a:pt x="2904" y="4603"/>
                  </a:lnTo>
                  <a:lnTo>
                    <a:pt x="2904" y="4563"/>
                  </a:lnTo>
                  <a:lnTo>
                    <a:pt x="2924" y="4544"/>
                  </a:lnTo>
                  <a:lnTo>
                    <a:pt x="2964" y="4504"/>
                  </a:lnTo>
                  <a:lnTo>
                    <a:pt x="2983" y="4484"/>
                  </a:lnTo>
                  <a:lnTo>
                    <a:pt x="2924" y="4504"/>
                  </a:lnTo>
                  <a:lnTo>
                    <a:pt x="2904" y="4484"/>
                  </a:lnTo>
                  <a:lnTo>
                    <a:pt x="2904" y="4465"/>
                  </a:lnTo>
                  <a:lnTo>
                    <a:pt x="2944" y="4445"/>
                  </a:lnTo>
                  <a:lnTo>
                    <a:pt x="2825" y="4425"/>
                  </a:lnTo>
                  <a:lnTo>
                    <a:pt x="2806" y="4465"/>
                  </a:lnTo>
                  <a:lnTo>
                    <a:pt x="2825" y="4504"/>
                  </a:lnTo>
                  <a:lnTo>
                    <a:pt x="2825" y="4544"/>
                  </a:lnTo>
                  <a:lnTo>
                    <a:pt x="2786" y="4563"/>
                  </a:lnTo>
                  <a:lnTo>
                    <a:pt x="2786" y="4484"/>
                  </a:lnTo>
                  <a:lnTo>
                    <a:pt x="2746" y="4445"/>
                  </a:lnTo>
                  <a:lnTo>
                    <a:pt x="2727" y="4386"/>
                  </a:lnTo>
                  <a:lnTo>
                    <a:pt x="2746" y="4326"/>
                  </a:lnTo>
                  <a:lnTo>
                    <a:pt x="2766" y="4326"/>
                  </a:lnTo>
                  <a:lnTo>
                    <a:pt x="2766" y="4346"/>
                  </a:lnTo>
                  <a:lnTo>
                    <a:pt x="2766" y="4366"/>
                  </a:lnTo>
                  <a:lnTo>
                    <a:pt x="2786" y="4346"/>
                  </a:lnTo>
                  <a:lnTo>
                    <a:pt x="2786" y="4307"/>
                  </a:lnTo>
                  <a:lnTo>
                    <a:pt x="2786" y="4267"/>
                  </a:lnTo>
                  <a:lnTo>
                    <a:pt x="2806" y="4228"/>
                  </a:lnTo>
                  <a:lnTo>
                    <a:pt x="2845" y="4307"/>
                  </a:lnTo>
                  <a:lnTo>
                    <a:pt x="2865" y="4326"/>
                  </a:lnTo>
                  <a:lnTo>
                    <a:pt x="2904" y="4326"/>
                  </a:lnTo>
                  <a:lnTo>
                    <a:pt x="2845" y="4267"/>
                  </a:lnTo>
                  <a:lnTo>
                    <a:pt x="2885" y="4247"/>
                  </a:lnTo>
                  <a:lnTo>
                    <a:pt x="2904" y="4247"/>
                  </a:lnTo>
                  <a:lnTo>
                    <a:pt x="2904" y="4228"/>
                  </a:lnTo>
                  <a:lnTo>
                    <a:pt x="2885" y="4228"/>
                  </a:lnTo>
                  <a:lnTo>
                    <a:pt x="2865" y="4208"/>
                  </a:lnTo>
                  <a:lnTo>
                    <a:pt x="2865" y="4168"/>
                  </a:lnTo>
                  <a:lnTo>
                    <a:pt x="2924" y="4168"/>
                  </a:lnTo>
                  <a:lnTo>
                    <a:pt x="2944" y="4129"/>
                  </a:lnTo>
                  <a:lnTo>
                    <a:pt x="2924" y="4109"/>
                  </a:lnTo>
                  <a:lnTo>
                    <a:pt x="2924" y="4089"/>
                  </a:lnTo>
                  <a:lnTo>
                    <a:pt x="2904" y="4030"/>
                  </a:lnTo>
                  <a:lnTo>
                    <a:pt x="2885" y="4050"/>
                  </a:lnTo>
                  <a:lnTo>
                    <a:pt x="2865" y="4070"/>
                  </a:lnTo>
                  <a:lnTo>
                    <a:pt x="2825" y="4070"/>
                  </a:lnTo>
                  <a:lnTo>
                    <a:pt x="2786" y="4030"/>
                  </a:lnTo>
                  <a:lnTo>
                    <a:pt x="2766" y="3991"/>
                  </a:lnTo>
                  <a:lnTo>
                    <a:pt x="2806" y="3911"/>
                  </a:lnTo>
                  <a:lnTo>
                    <a:pt x="2806" y="3852"/>
                  </a:lnTo>
                  <a:lnTo>
                    <a:pt x="2845" y="3813"/>
                  </a:lnTo>
                  <a:lnTo>
                    <a:pt x="2904" y="3793"/>
                  </a:lnTo>
                  <a:lnTo>
                    <a:pt x="2865" y="3734"/>
                  </a:lnTo>
                  <a:lnTo>
                    <a:pt x="2904" y="3753"/>
                  </a:lnTo>
                  <a:lnTo>
                    <a:pt x="2924" y="3714"/>
                  </a:lnTo>
                  <a:lnTo>
                    <a:pt x="2944" y="3655"/>
                  </a:lnTo>
                  <a:lnTo>
                    <a:pt x="2964" y="3674"/>
                  </a:lnTo>
                  <a:lnTo>
                    <a:pt x="2983" y="3694"/>
                  </a:lnTo>
                  <a:lnTo>
                    <a:pt x="2964" y="3734"/>
                  </a:lnTo>
                  <a:lnTo>
                    <a:pt x="2964" y="3793"/>
                  </a:lnTo>
                  <a:lnTo>
                    <a:pt x="2983" y="3832"/>
                  </a:lnTo>
                  <a:lnTo>
                    <a:pt x="3023" y="3852"/>
                  </a:lnTo>
                  <a:lnTo>
                    <a:pt x="3043" y="3832"/>
                  </a:lnTo>
                  <a:lnTo>
                    <a:pt x="3062" y="3832"/>
                  </a:lnTo>
                  <a:lnTo>
                    <a:pt x="3122" y="3872"/>
                  </a:lnTo>
                  <a:lnTo>
                    <a:pt x="3102" y="3832"/>
                  </a:lnTo>
                  <a:lnTo>
                    <a:pt x="3082" y="3813"/>
                  </a:lnTo>
                  <a:lnTo>
                    <a:pt x="3023" y="3793"/>
                  </a:lnTo>
                  <a:lnTo>
                    <a:pt x="2983" y="3753"/>
                  </a:lnTo>
                  <a:lnTo>
                    <a:pt x="3023" y="3753"/>
                  </a:lnTo>
                  <a:lnTo>
                    <a:pt x="3043" y="3714"/>
                  </a:lnTo>
                  <a:lnTo>
                    <a:pt x="3062" y="3694"/>
                  </a:lnTo>
                  <a:lnTo>
                    <a:pt x="3102" y="3714"/>
                  </a:lnTo>
                  <a:lnTo>
                    <a:pt x="3102" y="3674"/>
                  </a:lnTo>
                  <a:lnTo>
                    <a:pt x="3082" y="3655"/>
                  </a:lnTo>
                  <a:lnTo>
                    <a:pt x="3082" y="3615"/>
                  </a:lnTo>
                  <a:lnTo>
                    <a:pt x="3082" y="3595"/>
                  </a:lnTo>
                  <a:lnTo>
                    <a:pt x="3201" y="3655"/>
                  </a:lnTo>
                  <a:lnTo>
                    <a:pt x="3181" y="3635"/>
                  </a:lnTo>
                  <a:lnTo>
                    <a:pt x="3201" y="3615"/>
                  </a:lnTo>
                  <a:lnTo>
                    <a:pt x="3240" y="3595"/>
                  </a:lnTo>
                  <a:lnTo>
                    <a:pt x="3201" y="3576"/>
                  </a:lnTo>
                  <a:lnTo>
                    <a:pt x="3181" y="3576"/>
                  </a:lnTo>
                  <a:lnTo>
                    <a:pt x="3181" y="3595"/>
                  </a:lnTo>
                  <a:lnTo>
                    <a:pt x="3161" y="3576"/>
                  </a:lnTo>
                  <a:lnTo>
                    <a:pt x="3161" y="3556"/>
                  </a:lnTo>
                  <a:lnTo>
                    <a:pt x="3161" y="3516"/>
                  </a:lnTo>
                  <a:lnTo>
                    <a:pt x="3181" y="3497"/>
                  </a:lnTo>
                  <a:lnTo>
                    <a:pt x="3181" y="3477"/>
                  </a:lnTo>
                  <a:lnTo>
                    <a:pt x="3201" y="3457"/>
                  </a:lnTo>
                  <a:lnTo>
                    <a:pt x="3220" y="3418"/>
                  </a:lnTo>
                  <a:lnTo>
                    <a:pt x="3240" y="3378"/>
                  </a:lnTo>
                  <a:lnTo>
                    <a:pt x="3280" y="3339"/>
                  </a:lnTo>
                  <a:lnTo>
                    <a:pt x="3220" y="3319"/>
                  </a:lnTo>
                  <a:lnTo>
                    <a:pt x="3201" y="3319"/>
                  </a:lnTo>
                  <a:lnTo>
                    <a:pt x="3201" y="3339"/>
                  </a:lnTo>
                  <a:lnTo>
                    <a:pt x="3201" y="3358"/>
                  </a:lnTo>
                  <a:lnTo>
                    <a:pt x="3201" y="3398"/>
                  </a:lnTo>
                  <a:lnTo>
                    <a:pt x="3201" y="3418"/>
                  </a:lnTo>
                  <a:lnTo>
                    <a:pt x="3141" y="3418"/>
                  </a:lnTo>
                  <a:lnTo>
                    <a:pt x="3141" y="3339"/>
                  </a:lnTo>
                  <a:lnTo>
                    <a:pt x="3181" y="3240"/>
                  </a:lnTo>
                  <a:lnTo>
                    <a:pt x="3201" y="3141"/>
                  </a:lnTo>
                  <a:lnTo>
                    <a:pt x="3220" y="3102"/>
                  </a:lnTo>
                  <a:lnTo>
                    <a:pt x="3201" y="3042"/>
                  </a:lnTo>
                  <a:lnTo>
                    <a:pt x="3260" y="3023"/>
                  </a:lnTo>
                  <a:lnTo>
                    <a:pt x="3280" y="3023"/>
                  </a:lnTo>
                  <a:lnTo>
                    <a:pt x="3299" y="3062"/>
                  </a:lnTo>
                  <a:lnTo>
                    <a:pt x="3339" y="3082"/>
                  </a:lnTo>
                  <a:lnTo>
                    <a:pt x="3339" y="3141"/>
                  </a:lnTo>
                  <a:lnTo>
                    <a:pt x="3319" y="3181"/>
                  </a:lnTo>
                  <a:lnTo>
                    <a:pt x="3280" y="3220"/>
                  </a:lnTo>
                  <a:lnTo>
                    <a:pt x="3280" y="3260"/>
                  </a:lnTo>
                  <a:lnTo>
                    <a:pt x="3319" y="3200"/>
                  </a:lnTo>
                  <a:lnTo>
                    <a:pt x="3359" y="3121"/>
                  </a:lnTo>
                  <a:lnTo>
                    <a:pt x="3359" y="3042"/>
                  </a:lnTo>
                  <a:lnTo>
                    <a:pt x="3359" y="2983"/>
                  </a:lnTo>
                  <a:lnTo>
                    <a:pt x="3378" y="2944"/>
                  </a:lnTo>
                  <a:lnTo>
                    <a:pt x="3398" y="2944"/>
                  </a:lnTo>
                  <a:lnTo>
                    <a:pt x="3477" y="2924"/>
                  </a:lnTo>
                  <a:lnTo>
                    <a:pt x="3536" y="2884"/>
                  </a:lnTo>
                  <a:lnTo>
                    <a:pt x="3556" y="2865"/>
                  </a:lnTo>
                  <a:lnTo>
                    <a:pt x="3576" y="2825"/>
                  </a:lnTo>
                  <a:lnTo>
                    <a:pt x="3497" y="2825"/>
                  </a:lnTo>
                  <a:lnTo>
                    <a:pt x="3457" y="2845"/>
                  </a:lnTo>
                  <a:lnTo>
                    <a:pt x="3457" y="2805"/>
                  </a:lnTo>
                  <a:lnTo>
                    <a:pt x="3477" y="2786"/>
                  </a:lnTo>
                  <a:lnTo>
                    <a:pt x="3497" y="2746"/>
                  </a:lnTo>
                  <a:lnTo>
                    <a:pt x="3477" y="2726"/>
                  </a:lnTo>
                  <a:lnTo>
                    <a:pt x="3457" y="2746"/>
                  </a:lnTo>
                  <a:lnTo>
                    <a:pt x="3438" y="2746"/>
                  </a:lnTo>
                  <a:lnTo>
                    <a:pt x="3418" y="2726"/>
                  </a:lnTo>
                  <a:lnTo>
                    <a:pt x="3457" y="2687"/>
                  </a:lnTo>
                  <a:lnTo>
                    <a:pt x="3477" y="2687"/>
                  </a:lnTo>
                  <a:lnTo>
                    <a:pt x="3497" y="2707"/>
                  </a:lnTo>
                  <a:lnTo>
                    <a:pt x="3517" y="2667"/>
                  </a:lnTo>
                  <a:lnTo>
                    <a:pt x="3517" y="2647"/>
                  </a:lnTo>
                  <a:lnTo>
                    <a:pt x="3576" y="2647"/>
                  </a:lnTo>
                  <a:lnTo>
                    <a:pt x="3615" y="2628"/>
                  </a:lnTo>
                  <a:lnTo>
                    <a:pt x="3615" y="2608"/>
                  </a:lnTo>
                  <a:lnTo>
                    <a:pt x="3596" y="2568"/>
                  </a:lnTo>
                  <a:lnTo>
                    <a:pt x="3576" y="2568"/>
                  </a:lnTo>
                  <a:lnTo>
                    <a:pt x="3576" y="2588"/>
                  </a:lnTo>
                  <a:lnTo>
                    <a:pt x="3576" y="2608"/>
                  </a:lnTo>
                  <a:lnTo>
                    <a:pt x="3536" y="2588"/>
                  </a:lnTo>
                  <a:lnTo>
                    <a:pt x="3497" y="2549"/>
                  </a:lnTo>
                  <a:lnTo>
                    <a:pt x="3477" y="2470"/>
                  </a:lnTo>
                  <a:lnTo>
                    <a:pt x="3517" y="2470"/>
                  </a:lnTo>
                  <a:lnTo>
                    <a:pt x="3536" y="2410"/>
                  </a:lnTo>
                  <a:lnTo>
                    <a:pt x="3556" y="2430"/>
                  </a:lnTo>
                  <a:lnTo>
                    <a:pt x="3556" y="2470"/>
                  </a:lnTo>
                  <a:lnTo>
                    <a:pt x="3536" y="2489"/>
                  </a:lnTo>
                  <a:lnTo>
                    <a:pt x="3556" y="2529"/>
                  </a:lnTo>
                  <a:lnTo>
                    <a:pt x="3596" y="2450"/>
                  </a:lnTo>
                  <a:lnTo>
                    <a:pt x="3576" y="2470"/>
                  </a:lnTo>
                  <a:lnTo>
                    <a:pt x="3556" y="2351"/>
                  </a:lnTo>
                  <a:lnTo>
                    <a:pt x="3536" y="2391"/>
                  </a:lnTo>
                  <a:lnTo>
                    <a:pt x="3517" y="2371"/>
                  </a:lnTo>
                  <a:lnTo>
                    <a:pt x="3477" y="2351"/>
                  </a:lnTo>
                  <a:lnTo>
                    <a:pt x="3477" y="2331"/>
                  </a:lnTo>
                  <a:lnTo>
                    <a:pt x="3536" y="2252"/>
                  </a:lnTo>
                  <a:lnTo>
                    <a:pt x="3576" y="2233"/>
                  </a:lnTo>
                  <a:lnTo>
                    <a:pt x="3615" y="2252"/>
                  </a:lnTo>
                  <a:lnTo>
                    <a:pt x="3576" y="2213"/>
                  </a:lnTo>
                  <a:lnTo>
                    <a:pt x="3576" y="2173"/>
                  </a:lnTo>
                  <a:lnTo>
                    <a:pt x="3596" y="2094"/>
                  </a:lnTo>
                  <a:lnTo>
                    <a:pt x="3536" y="2094"/>
                  </a:lnTo>
                  <a:lnTo>
                    <a:pt x="3517" y="2035"/>
                  </a:lnTo>
                  <a:lnTo>
                    <a:pt x="3615" y="1996"/>
                  </a:lnTo>
                  <a:lnTo>
                    <a:pt x="3615" y="2035"/>
                  </a:lnTo>
                  <a:lnTo>
                    <a:pt x="3734" y="2035"/>
                  </a:lnTo>
                  <a:lnTo>
                    <a:pt x="3754" y="2075"/>
                  </a:lnTo>
                  <a:lnTo>
                    <a:pt x="3754" y="2114"/>
                  </a:lnTo>
                  <a:lnTo>
                    <a:pt x="3694" y="2173"/>
                  </a:lnTo>
                  <a:lnTo>
                    <a:pt x="3754" y="2154"/>
                  </a:lnTo>
                  <a:lnTo>
                    <a:pt x="3773" y="2134"/>
                  </a:lnTo>
                  <a:lnTo>
                    <a:pt x="3773" y="2114"/>
                  </a:lnTo>
                  <a:lnTo>
                    <a:pt x="3773" y="2075"/>
                  </a:lnTo>
                  <a:lnTo>
                    <a:pt x="3754" y="2015"/>
                  </a:lnTo>
                  <a:lnTo>
                    <a:pt x="3754" y="1996"/>
                  </a:lnTo>
                  <a:lnTo>
                    <a:pt x="3773" y="1956"/>
                  </a:lnTo>
                  <a:lnTo>
                    <a:pt x="3813" y="1976"/>
                  </a:lnTo>
                  <a:lnTo>
                    <a:pt x="3833" y="2015"/>
                  </a:lnTo>
                  <a:lnTo>
                    <a:pt x="3833" y="1956"/>
                  </a:lnTo>
                  <a:lnTo>
                    <a:pt x="3833" y="1917"/>
                  </a:lnTo>
                  <a:lnTo>
                    <a:pt x="3852" y="1897"/>
                  </a:lnTo>
                  <a:lnTo>
                    <a:pt x="3793" y="1897"/>
                  </a:lnTo>
                  <a:lnTo>
                    <a:pt x="3754" y="1877"/>
                  </a:lnTo>
                  <a:lnTo>
                    <a:pt x="3734" y="1838"/>
                  </a:lnTo>
                  <a:lnTo>
                    <a:pt x="3852" y="1798"/>
                  </a:lnTo>
                  <a:lnTo>
                    <a:pt x="3872" y="1778"/>
                  </a:lnTo>
                  <a:lnTo>
                    <a:pt x="3872" y="1759"/>
                  </a:lnTo>
                  <a:lnTo>
                    <a:pt x="3833" y="1739"/>
                  </a:lnTo>
                  <a:lnTo>
                    <a:pt x="3793" y="1699"/>
                  </a:lnTo>
                  <a:lnTo>
                    <a:pt x="3773" y="1660"/>
                  </a:lnTo>
                  <a:lnTo>
                    <a:pt x="3694" y="1660"/>
                  </a:lnTo>
                  <a:lnTo>
                    <a:pt x="3675" y="1640"/>
                  </a:lnTo>
                  <a:lnTo>
                    <a:pt x="3675" y="1600"/>
                  </a:lnTo>
                  <a:lnTo>
                    <a:pt x="3694" y="1581"/>
                  </a:lnTo>
                  <a:lnTo>
                    <a:pt x="3655" y="1541"/>
                  </a:lnTo>
                  <a:lnTo>
                    <a:pt x="3655" y="1581"/>
                  </a:lnTo>
                  <a:lnTo>
                    <a:pt x="3655" y="1600"/>
                  </a:lnTo>
                  <a:lnTo>
                    <a:pt x="3655" y="1640"/>
                  </a:lnTo>
                  <a:lnTo>
                    <a:pt x="3655" y="1660"/>
                  </a:lnTo>
                  <a:lnTo>
                    <a:pt x="3615" y="1640"/>
                  </a:lnTo>
                  <a:lnTo>
                    <a:pt x="3596" y="1620"/>
                  </a:lnTo>
                  <a:lnTo>
                    <a:pt x="3615" y="1581"/>
                  </a:lnTo>
                  <a:lnTo>
                    <a:pt x="3596" y="1541"/>
                  </a:lnTo>
                  <a:lnTo>
                    <a:pt x="3675" y="1482"/>
                  </a:lnTo>
                  <a:lnTo>
                    <a:pt x="3754" y="1442"/>
                  </a:lnTo>
                  <a:lnTo>
                    <a:pt x="3833" y="1502"/>
                  </a:lnTo>
                  <a:lnTo>
                    <a:pt x="3872" y="1561"/>
                  </a:lnTo>
                  <a:lnTo>
                    <a:pt x="3931" y="1640"/>
                  </a:lnTo>
                  <a:lnTo>
                    <a:pt x="3971" y="1660"/>
                  </a:lnTo>
                  <a:lnTo>
                    <a:pt x="4010" y="1680"/>
                  </a:lnTo>
                  <a:lnTo>
                    <a:pt x="4050" y="1521"/>
                  </a:lnTo>
                  <a:lnTo>
                    <a:pt x="4089" y="1442"/>
                  </a:lnTo>
                  <a:lnTo>
                    <a:pt x="4129" y="1403"/>
                  </a:lnTo>
                  <a:lnTo>
                    <a:pt x="4109" y="1344"/>
                  </a:lnTo>
                  <a:lnTo>
                    <a:pt x="4070" y="1304"/>
                  </a:lnTo>
                  <a:lnTo>
                    <a:pt x="4030" y="1284"/>
                  </a:lnTo>
                  <a:lnTo>
                    <a:pt x="3971" y="1265"/>
                  </a:lnTo>
                  <a:lnTo>
                    <a:pt x="3971" y="1205"/>
                  </a:lnTo>
                  <a:lnTo>
                    <a:pt x="4010" y="1186"/>
                  </a:lnTo>
                  <a:lnTo>
                    <a:pt x="4030" y="1245"/>
                  </a:lnTo>
                  <a:lnTo>
                    <a:pt x="4030" y="1107"/>
                  </a:lnTo>
                  <a:lnTo>
                    <a:pt x="4050" y="1028"/>
                  </a:lnTo>
                  <a:lnTo>
                    <a:pt x="4070" y="949"/>
                  </a:lnTo>
                  <a:lnTo>
                    <a:pt x="4070" y="909"/>
                  </a:lnTo>
                  <a:lnTo>
                    <a:pt x="4030" y="889"/>
                  </a:lnTo>
                  <a:lnTo>
                    <a:pt x="3931" y="870"/>
                  </a:lnTo>
                  <a:lnTo>
                    <a:pt x="3951" y="791"/>
                  </a:lnTo>
                  <a:lnTo>
                    <a:pt x="3931" y="810"/>
                  </a:lnTo>
                  <a:lnTo>
                    <a:pt x="3892" y="771"/>
                  </a:lnTo>
                  <a:lnTo>
                    <a:pt x="3892" y="731"/>
                  </a:lnTo>
                  <a:lnTo>
                    <a:pt x="3931" y="672"/>
                  </a:lnTo>
                  <a:lnTo>
                    <a:pt x="3971" y="692"/>
                  </a:lnTo>
                  <a:lnTo>
                    <a:pt x="3991" y="712"/>
                  </a:lnTo>
                  <a:lnTo>
                    <a:pt x="4010" y="692"/>
                  </a:lnTo>
                  <a:lnTo>
                    <a:pt x="4030" y="672"/>
                  </a:lnTo>
                  <a:lnTo>
                    <a:pt x="4030" y="633"/>
                  </a:lnTo>
                  <a:lnTo>
                    <a:pt x="4030" y="593"/>
                  </a:lnTo>
                  <a:lnTo>
                    <a:pt x="4089" y="633"/>
                  </a:lnTo>
                  <a:lnTo>
                    <a:pt x="4089" y="672"/>
                  </a:lnTo>
                  <a:lnTo>
                    <a:pt x="4070" y="692"/>
                  </a:lnTo>
                  <a:lnTo>
                    <a:pt x="4050" y="692"/>
                  </a:lnTo>
                  <a:lnTo>
                    <a:pt x="4050" y="791"/>
                  </a:lnTo>
                  <a:lnTo>
                    <a:pt x="4070" y="731"/>
                  </a:lnTo>
                  <a:lnTo>
                    <a:pt x="4129" y="692"/>
                  </a:lnTo>
                  <a:lnTo>
                    <a:pt x="4188" y="692"/>
                  </a:lnTo>
                  <a:lnTo>
                    <a:pt x="4247" y="712"/>
                  </a:lnTo>
                  <a:lnTo>
                    <a:pt x="4228" y="672"/>
                  </a:lnTo>
                  <a:lnTo>
                    <a:pt x="4149" y="672"/>
                  </a:lnTo>
                  <a:lnTo>
                    <a:pt x="4149" y="652"/>
                  </a:lnTo>
                  <a:lnTo>
                    <a:pt x="4149" y="633"/>
                  </a:lnTo>
                  <a:lnTo>
                    <a:pt x="4228" y="573"/>
                  </a:lnTo>
                  <a:lnTo>
                    <a:pt x="4267" y="514"/>
                  </a:lnTo>
                  <a:lnTo>
                    <a:pt x="3141" y="139"/>
                  </a:lnTo>
                  <a:lnTo>
                    <a:pt x="3102" y="178"/>
                  </a:lnTo>
                  <a:lnTo>
                    <a:pt x="3082" y="119"/>
                  </a:lnTo>
                  <a:lnTo>
                    <a:pt x="3082" y="99"/>
                  </a:lnTo>
                  <a:lnTo>
                    <a:pt x="3102" y="119"/>
                  </a:lnTo>
                  <a:lnTo>
                    <a:pt x="3082" y="80"/>
                  </a:lnTo>
                  <a:lnTo>
                    <a:pt x="3102" y="60"/>
                  </a:lnTo>
                  <a:lnTo>
                    <a:pt x="3082" y="2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4577504" y="-1215512"/>
              <a:ext cx="789" cy="789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1"/>
                  </a:moveTo>
                  <a:lnTo>
                    <a:pt x="1" y="1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4712644" y="-2018156"/>
              <a:ext cx="789" cy="38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1"/>
                  </a:move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4622049" y="-2251296"/>
              <a:ext cx="96569" cy="297788"/>
            </a:xfrm>
            <a:custGeom>
              <a:avLst/>
              <a:gdLst/>
              <a:ahLst/>
              <a:cxnLst/>
              <a:rect l="l" t="t" r="r" b="b"/>
              <a:pathLst>
                <a:path w="2569" h="7922" extrusionOk="0">
                  <a:moveTo>
                    <a:pt x="1206" y="60"/>
                  </a:moveTo>
                  <a:lnTo>
                    <a:pt x="1186" y="79"/>
                  </a:lnTo>
                  <a:lnTo>
                    <a:pt x="1186" y="119"/>
                  </a:lnTo>
                  <a:lnTo>
                    <a:pt x="1226" y="178"/>
                  </a:lnTo>
                  <a:lnTo>
                    <a:pt x="1245" y="237"/>
                  </a:lnTo>
                  <a:lnTo>
                    <a:pt x="1245" y="257"/>
                  </a:lnTo>
                  <a:lnTo>
                    <a:pt x="1206" y="277"/>
                  </a:lnTo>
                  <a:lnTo>
                    <a:pt x="1245" y="297"/>
                  </a:lnTo>
                  <a:lnTo>
                    <a:pt x="1265" y="316"/>
                  </a:lnTo>
                  <a:lnTo>
                    <a:pt x="1344" y="336"/>
                  </a:lnTo>
                  <a:lnTo>
                    <a:pt x="1344" y="376"/>
                  </a:lnTo>
                  <a:lnTo>
                    <a:pt x="1384" y="356"/>
                  </a:lnTo>
                  <a:lnTo>
                    <a:pt x="1463" y="316"/>
                  </a:lnTo>
                  <a:lnTo>
                    <a:pt x="1364" y="218"/>
                  </a:lnTo>
                  <a:lnTo>
                    <a:pt x="1344" y="178"/>
                  </a:lnTo>
                  <a:lnTo>
                    <a:pt x="1324" y="99"/>
                  </a:lnTo>
                  <a:lnTo>
                    <a:pt x="1285" y="99"/>
                  </a:lnTo>
                  <a:lnTo>
                    <a:pt x="1265" y="79"/>
                  </a:lnTo>
                  <a:lnTo>
                    <a:pt x="1245" y="60"/>
                  </a:lnTo>
                  <a:close/>
                  <a:moveTo>
                    <a:pt x="21" y="593"/>
                  </a:moveTo>
                  <a:lnTo>
                    <a:pt x="60" y="613"/>
                  </a:lnTo>
                  <a:lnTo>
                    <a:pt x="60" y="593"/>
                  </a:lnTo>
                  <a:close/>
                  <a:moveTo>
                    <a:pt x="1265" y="1521"/>
                  </a:moveTo>
                  <a:lnTo>
                    <a:pt x="1265" y="1561"/>
                  </a:lnTo>
                  <a:lnTo>
                    <a:pt x="1285" y="1581"/>
                  </a:lnTo>
                  <a:lnTo>
                    <a:pt x="1305" y="1600"/>
                  </a:lnTo>
                  <a:lnTo>
                    <a:pt x="1305" y="1561"/>
                  </a:lnTo>
                  <a:lnTo>
                    <a:pt x="1305" y="1541"/>
                  </a:lnTo>
                  <a:lnTo>
                    <a:pt x="1265" y="1521"/>
                  </a:lnTo>
                  <a:close/>
                  <a:moveTo>
                    <a:pt x="2068" y="5065"/>
                  </a:moveTo>
                  <a:lnTo>
                    <a:pt x="2075" y="5077"/>
                  </a:lnTo>
                  <a:lnTo>
                    <a:pt x="2079" y="5073"/>
                  </a:lnTo>
                  <a:lnTo>
                    <a:pt x="2079" y="5073"/>
                  </a:lnTo>
                  <a:lnTo>
                    <a:pt x="2068" y="5065"/>
                  </a:lnTo>
                  <a:close/>
                  <a:moveTo>
                    <a:pt x="2095" y="5057"/>
                  </a:moveTo>
                  <a:lnTo>
                    <a:pt x="2079" y="5073"/>
                  </a:lnTo>
                  <a:lnTo>
                    <a:pt x="2079" y="5073"/>
                  </a:lnTo>
                  <a:lnTo>
                    <a:pt x="2114" y="5096"/>
                  </a:lnTo>
                  <a:lnTo>
                    <a:pt x="2154" y="5136"/>
                  </a:lnTo>
                  <a:lnTo>
                    <a:pt x="2174" y="5136"/>
                  </a:lnTo>
                  <a:lnTo>
                    <a:pt x="2174" y="5096"/>
                  </a:lnTo>
                  <a:lnTo>
                    <a:pt x="2174" y="5077"/>
                  </a:lnTo>
                  <a:lnTo>
                    <a:pt x="2193" y="5057"/>
                  </a:lnTo>
                  <a:close/>
                  <a:moveTo>
                    <a:pt x="613" y="5254"/>
                  </a:moveTo>
                  <a:lnTo>
                    <a:pt x="673" y="5373"/>
                  </a:lnTo>
                  <a:lnTo>
                    <a:pt x="673" y="5393"/>
                  </a:lnTo>
                  <a:lnTo>
                    <a:pt x="692" y="5373"/>
                  </a:lnTo>
                  <a:lnTo>
                    <a:pt x="712" y="5373"/>
                  </a:lnTo>
                  <a:lnTo>
                    <a:pt x="692" y="5314"/>
                  </a:lnTo>
                  <a:lnTo>
                    <a:pt x="673" y="5294"/>
                  </a:lnTo>
                  <a:lnTo>
                    <a:pt x="653" y="5294"/>
                  </a:lnTo>
                  <a:lnTo>
                    <a:pt x="613" y="5254"/>
                  </a:lnTo>
                  <a:close/>
                  <a:moveTo>
                    <a:pt x="890" y="0"/>
                  </a:moveTo>
                  <a:lnTo>
                    <a:pt x="850" y="60"/>
                  </a:lnTo>
                  <a:lnTo>
                    <a:pt x="850" y="13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811" y="79"/>
                  </a:lnTo>
                  <a:lnTo>
                    <a:pt x="21" y="119"/>
                  </a:lnTo>
                  <a:lnTo>
                    <a:pt x="1" y="158"/>
                  </a:lnTo>
                  <a:lnTo>
                    <a:pt x="40" y="139"/>
                  </a:lnTo>
                  <a:lnTo>
                    <a:pt x="80" y="158"/>
                  </a:lnTo>
                  <a:lnTo>
                    <a:pt x="179" y="158"/>
                  </a:lnTo>
                  <a:lnTo>
                    <a:pt x="218" y="198"/>
                  </a:lnTo>
                  <a:lnTo>
                    <a:pt x="218" y="237"/>
                  </a:lnTo>
                  <a:lnTo>
                    <a:pt x="218" y="297"/>
                  </a:lnTo>
                  <a:lnTo>
                    <a:pt x="179" y="297"/>
                  </a:lnTo>
                  <a:lnTo>
                    <a:pt x="159" y="277"/>
                  </a:lnTo>
                  <a:lnTo>
                    <a:pt x="119" y="237"/>
                  </a:lnTo>
                  <a:lnTo>
                    <a:pt x="80" y="198"/>
                  </a:lnTo>
                  <a:lnTo>
                    <a:pt x="60" y="198"/>
                  </a:lnTo>
                  <a:lnTo>
                    <a:pt x="21" y="218"/>
                  </a:lnTo>
                  <a:lnTo>
                    <a:pt x="21" y="237"/>
                  </a:lnTo>
                  <a:lnTo>
                    <a:pt x="40" y="257"/>
                  </a:lnTo>
                  <a:lnTo>
                    <a:pt x="80" y="257"/>
                  </a:lnTo>
                  <a:lnTo>
                    <a:pt x="100" y="237"/>
                  </a:lnTo>
                  <a:lnTo>
                    <a:pt x="80" y="336"/>
                  </a:lnTo>
                  <a:lnTo>
                    <a:pt x="40" y="395"/>
                  </a:lnTo>
                  <a:lnTo>
                    <a:pt x="1" y="435"/>
                  </a:lnTo>
                  <a:lnTo>
                    <a:pt x="40" y="474"/>
                  </a:lnTo>
                  <a:lnTo>
                    <a:pt x="80" y="514"/>
                  </a:lnTo>
                  <a:lnTo>
                    <a:pt x="100" y="534"/>
                  </a:lnTo>
                  <a:lnTo>
                    <a:pt x="159" y="573"/>
                  </a:lnTo>
                  <a:lnTo>
                    <a:pt x="139" y="553"/>
                  </a:lnTo>
                  <a:lnTo>
                    <a:pt x="119" y="534"/>
                  </a:lnTo>
                  <a:lnTo>
                    <a:pt x="100" y="514"/>
                  </a:lnTo>
                  <a:lnTo>
                    <a:pt x="119" y="494"/>
                  </a:lnTo>
                  <a:lnTo>
                    <a:pt x="218" y="534"/>
                  </a:lnTo>
                  <a:lnTo>
                    <a:pt x="198" y="593"/>
                  </a:lnTo>
                  <a:lnTo>
                    <a:pt x="179" y="632"/>
                  </a:lnTo>
                  <a:lnTo>
                    <a:pt x="139" y="712"/>
                  </a:lnTo>
                  <a:lnTo>
                    <a:pt x="80" y="652"/>
                  </a:lnTo>
                  <a:lnTo>
                    <a:pt x="100" y="652"/>
                  </a:lnTo>
                  <a:lnTo>
                    <a:pt x="80" y="632"/>
                  </a:lnTo>
                  <a:lnTo>
                    <a:pt x="60" y="613"/>
                  </a:lnTo>
                  <a:lnTo>
                    <a:pt x="60" y="652"/>
                  </a:lnTo>
                  <a:lnTo>
                    <a:pt x="60" y="692"/>
                  </a:lnTo>
                  <a:lnTo>
                    <a:pt x="80" y="712"/>
                  </a:lnTo>
                  <a:lnTo>
                    <a:pt x="60" y="712"/>
                  </a:lnTo>
                  <a:lnTo>
                    <a:pt x="80" y="751"/>
                  </a:lnTo>
                  <a:lnTo>
                    <a:pt x="80" y="791"/>
                  </a:lnTo>
                  <a:lnTo>
                    <a:pt x="60" y="850"/>
                  </a:lnTo>
                  <a:lnTo>
                    <a:pt x="40" y="889"/>
                  </a:lnTo>
                  <a:lnTo>
                    <a:pt x="40" y="909"/>
                  </a:lnTo>
                  <a:lnTo>
                    <a:pt x="60" y="929"/>
                  </a:lnTo>
                  <a:lnTo>
                    <a:pt x="119" y="949"/>
                  </a:lnTo>
                  <a:lnTo>
                    <a:pt x="159" y="929"/>
                  </a:lnTo>
                  <a:lnTo>
                    <a:pt x="179" y="909"/>
                  </a:lnTo>
                  <a:lnTo>
                    <a:pt x="218" y="909"/>
                  </a:lnTo>
                  <a:lnTo>
                    <a:pt x="198" y="929"/>
                  </a:lnTo>
                  <a:lnTo>
                    <a:pt x="179" y="968"/>
                  </a:lnTo>
                  <a:lnTo>
                    <a:pt x="159" y="988"/>
                  </a:lnTo>
                  <a:lnTo>
                    <a:pt x="139" y="988"/>
                  </a:lnTo>
                  <a:lnTo>
                    <a:pt x="119" y="968"/>
                  </a:lnTo>
                  <a:lnTo>
                    <a:pt x="100" y="1047"/>
                  </a:lnTo>
                  <a:lnTo>
                    <a:pt x="119" y="1087"/>
                  </a:lnTo>
                  <a:lnTo>
                    <a:pt x="198" y="1087"/>
                  </a:lnTo>
                  <a:lnTo>
                    <a:pt x="238" y="1107"/>
                  </a:lnTo>
                  <a:lnTo>
                    <a:pt x="258" y="1126"/>
                  </a:lnTo>
                  <a:lnTo>
                    <a:pt x="238" y="1146"/>
                  </a:lnTo>
                  <a:lnTo>
                    <a:pt x="218" y="1166"/>
                  </a:lnTo>
                  <a:lnTo>
                    <a:pt x="179" y="1146"/>
                  </a:lnTo>
                  <a:lnTo>
                    <a:pt x="100" y="1146"/>
                  </a:lnTo>
                  <a:lnTo>
                    <a:pt x="60" y="1166"/>
                  </a:lnTo>
                  <a:lnTo>
                    <a:pt x="139" y="1245"/>
                  </a:lnTo>
                  <a:lnTo>
                    <a:pt x="80" y="1284"/>
                  </a:lnTo>
                  <a:lnTo>
                    <a:pt x="80" y="1324"/>
                  </a:lnTo>
                  <a:lnTo>
                    <a:pt x="80" y="1383"/>
                  </a:lnTo>
                  <a:lnTo>
                    <a:pt x="139" y="1462"/>
                  </a:lnTo>
                  <a:lnTo>
                    <a:pt x="198" y="1561"/>
                  </a:lnTo>
                  <a:lnTo>
                    <a:pt x="218" y="1600"/>
                  </a:lnTo>
                  <a:lnTo>
                    <a:pt x="238" y="1660"/>
                  </a:lnTo>
                  <a:lnTo>
                    <a:pt x="179" y="1660"/>
                  </a:lnTo>
                  <a:lnTo>
                    <a:pt x="119" y="1620"/>
                  </a:lnTo>
                  <a:lnTo>
                    <a:pt x="100" y="1561"/>
                  </a:lnTo>
                  <a:lnTo>
                    <a:pt x="80" y="1521"/>
                  </a:lnTo>
                  <a:lnTo>
                    <a:pt x="60" y="1541"/>
                  </a:lnTo>
                  <a:lnTo>
                    <a:pt x="60" y="1561"/>
                  </a:lnTo>
                  <a:lnTo>
                    <a:pt x="60" y="1620"/>
                  </a:lnTo>
                  <a:lnTo>
                    <a:pt x="80" y="1660"/>
                  </a:lnTo>
                  <a:lnTo>
                    <a:pt x="80" y="1679"/>
                  </a:lnTo>
                  <a:lnTo>
                    <a:pt x="80" y="1699"/>
                  </a:lnTo>
                  <a:lnTo>
                    <a:pt x="80" y="1739"/>
                  </a:lnTo>
                  <a:lnTo>
                    <a:pt x="119" y="1778"/>
                  </a:lnTo>
                  <a:lnTo>
                    <a:pt x="159" y="1798"/>
                  </a:lnTo>
                  <a:lnTo>
                    <a:pt x="198" y="1798"/>
                  </a:lnTo>
                  <a:lnTo>
                    <a:pt x="198" y="1818"/>
                  </a:lnTo>
                  <a:lnTo>
                    <a:pt x="179" y="1837"/>
                  </a:lnTo>
                  <a:lnTo>
                    <a:pt x="139" y="1857"/>
                  </a:lnTo>
                  <a:lnTo>
                    <a:pt x="179" y="1877"/>
                  </a:lnTo>
                  <a:lnTo>
                    <a:pt x="218" y="1916"/>
                  </a:lnTo>
                  <a:lnTo>
                    <a:pt x="238" y="2015"/>
                  </a:lnTo>
                  <a:lnTo>
                    <a:pt x="179" y="2015"/>
                  </a:lnTo>
                  <a:lnTo>
                    <a:pt x="258" y="2114"/>
                  </a:lnTo>
                  <a:lnTo>
                    <a:pt x="258" y="2094"/>
                  </a:lnTo>
                  <a:lnTo>
                    <a:pt x="337" y="2094"/>
                  </a:lnTo>
                  <a:lnTo>
                    <a:pt x="337" y="2114"/>
                  </a:lnTo>
                  <a:lnTo>
                    <a:pt x="376" y="2074"/>
                  </a:lnTo>
                  <a:lnTo>
                    <a:pt x="396" y="2055"/>
                  </a:lnTo>
                  <a:lnTo>
                    <a:pt x="356" y="1976"/>
                  </a:lnTo>
                  <a:lnTo>
                    <a:pt x="337" y="1936"/>
                  </a:lnTo>
                  <a:lnTo>
                    <a:pt x="337" y="1897"/>
                  </a:lnTo>
                  <a:lnTo>
                    <a:pt x="337" y="1857"/>
                  </a:lnTo>
                  <a:lnTo>
                    <a:pt x="396" y="1837"/>
                  </a:lnTo>
                  <a:lnTo>
                    <a:pt x="475" y="1837"/>
                  </a:lnTo>
                  <a:lnTo>
                    <a:pt x="455" y="1857"/>
                  </a:lnTo>
                  <a:lnTo>
                    <a:pt x="436" y="1877"/>
                  </a:lnTo>
                  <a:lnTo>
                    <a:pt x="495" y="1897"/>
                  </a:lnTo>
                  <a:lnTo>
                    <a:pt x="515" y="1897"/>
                  </a:lnTo>
                  <a:lnTo>
                    <a:pt x="515" y="1877"/>
                  </a:lnTo>
                  <a:lnTo>
                    <a:pt x="594" y="1877"/>
                  </a:lnTo>
                  <a:lnTo>
                    <a:pt x="613" y="1916"/>
                  </a:lnTo>
                  <a:lnTo>
                    <a:pt x="633" y="1976"/>
                  </a:lnTo>
                  <a:lnTo>
                    <a:pt x="673" y="2015"/>
                  </a:lnTo>
                  <a:lnTo>
                    <a:pt x="613" y="2035"/>
                  </a:lnTo>
                  <a:lnTo>
                    <a:pt x="574" y="2015"/>
                  </a:lnTo>
                  <a:lnTo>
                    <a:pt x="534" y="1976"/>
                  </a:lnTo>
                  <a:lnTo>
                    <a:pt x="475" y="1956"/>
                  </a:lnTo>
                  <a:lnTo>
                    <a:pt x="515" y="1995"/>
                  </a:lnTo>
                  <a:lnTo>
                    <a:pt x="534" y="2015"/>
                  </a:lnTo>
                  <a:lnTo>
                    <a:pt x="515" y="2035"/>
                  </a:lnTo>
                  <a:lnTo>
                    <a:pt x="436" y="2035"/>
                  </a:lnTo>
                  <a:lnTo>
                    <a:pt x="475" y="2074"/>
                  </a:lnTo>
                  <a:lnTo>
                    <a:pt x="534" y="2074"/>
                  </a:lnTo>
                  <a:lnTo>
                    <a:pt x="594" y="2055"/>
                  </a:lnTo>
                  <a:lnTo>
                    <a:pt x="653" y="2074"/>
                  </a:lnTo>
                  <a:lnTo>
                    <a:pt x="653" y="2114"/>
                  </a:lnTo>
                  <a:lnTo>
                    <a:pt x="613" y="2153"/>
                  </a:lnTo>
                  <a:lnTo>
                    <a:pt x="613" y="2173"/>
                  </a:lnTo>
                  <a:lnTo>
                    <a:pt x="594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52"/>
                  </a:lnTo>
                  <a:lnTo>
                    <a:pt x="653" y="2292"/>
                  </a:lnTo>
                  <a:lnTo>
                    <a:pt x="574" y="2331"/>
                  </a:lnTo>
                  <a:lnTo>
                    <a:pt x="594" y="2292"/>
                  </a:lnTo>
                  <a:lnTo>
                    <a:pt x="594" y="2272"/>
                  </a:lnTo>
                  <a:lnTo>
                    <a:pt x="554" y="2232"/>
                  </a:lnTo>
                  <a:lnTo>
                    <a:pt x="495" y="2213"/>
                  </a:lnTo>
                  <a:lnTo>
                    <a:pt x="475" y="2213"/>
                  </a:lnTo>
                  <a:lnTo>
                    <a:pt x="495" y="2193"/>
                  </a:lnTo>
                  <a:lnTo>
                    <a:pt x="455" y="2213"/>
                  </a:lnTo>
                  <a:lnTo>
                    <a:pt x="416" y="2232"/>
                  </a:lnTo>
                  <a:lnTo>
                    <a:pt x="356" y="2232"/>
                  </a:lnTo>
                  <a:lnTo>
                    <a:pt x="218" y="2153"/>
                  </a:lnTo>
                  <a:lnTo>
                    <a:pt x="218" y="2213"/>
                  </a:lnTo>
                  <a:lnTo>
                    <a:pt x="218" y="2252"/>
                  </a:lnTo>
                  <a:lnTo>
                    <a:pt x="179" y="2272"/>
                  </a:lnTo>
                  <a:lnTo>
                    <a:pt x="218" y="2292"/>
                  </a:lnTo>
                  <a:lnTo>
                    <a:pt x="238" y="2331"/>
                  </a:lnTo>
                  <a:lnTo>
                    <a:pt x="238" y="2390"/>
                  </a:lnTo>
                  <a:lnTo>
                    <a:pt x="238" y="2430"/>
                  </a:lnTo>
                  <a:lnTo>
                    <a:pt x="258" y="2469"/>
                  </a:lnTo>
                  <a:lnTo>
                    <a:pt x="297" y="2489"/>
                  </a:lnTo>
                  <a:lnTo>
                    <a:pt x="277" y="2509"/>
                  </a:lnTo>
                  <a:lnTo>
                    <a:pt x="258" y="2489"/>
                  </a:lnTo>
                  <a:lnTo>
                    <a:pt x="238" y="2489"/>
                  </a:lnTo>
                  <a:lnTo>
                    <a:pt x="238" y="2509"/>
                  </a:lnTo>
                  <a:lnTo>
                    <a:pt x="258" y="2608"/>
                  </a:lnTo>
                  <a:lnTo>
                    <a:pt x="277" y="2667"/>
                  </a:lnTo>
                  <a:lnTo>
                    <a:pt x="317" y="2726"/>
                  </a:lnTo>
                  <a:lnTo>
                    <a:pt x="297" y="2746"/>
                  </a:lnTo>
                  <a:lnTo>
                    <a:pt x="277" y="2766"/>
                  </a:lnTo>
                  <a:lnTo>
                    <a:pt x="238" y="2785"/>
                  </a:lnTo>
                  <a:lnTo>
                    <a:pt x="238" y="2845"/>
                  </a:lnTo>
                  <a:lnTo>
                    <a:pt x="238" y="2904"/>
                  </a:lnTo>
                  <a:lnTo>
                    <a:pt x="317" y="3003"/>
                  </a:lnTo>
                  <a:lnTo>
                    <a:pt x="376" y="3121"/>
                  </a:lnTo>
                  <a:lnTo>
                    <a:pt x="396" y="3181"/>
                  </a:lnTo>
                  <a:lnTo>
                    <a:pt x="396" y="3260"/>
                  </a:lnTo>
                  <a:lnTo>
                    <a:pt x="337" y="3220"/>
                  </a:lnTo>
                  <a:lnTo>
                    <a:pt x="337" y="3299"/>
                  </a:lnTo>
                  <a:lnTo>
                    <a:pt x="356" y="3319"/>
                  </a:lnTo>
                  <a:lnTo>
                    <a:pt x="396" y="3339"/>
                  </a:lnTo>
                  <a:lnTo>
                    <a:pt x="356" y="3358"/>
                  </a:lnTo>
                  <a:lnTo>
                    <a:pt x="337" y="3398"/>
                  </a:lnTo>
                  <a:lnTo>
                    <a:pt x="376" y="3457"/>
                  </a:lnTo>
                  <a:lnTo>
                    <a:pt x="396" y="3497"/>
                  </a:lnTo>
                  <a:lnTo>
                    <a:pt x="396" y="3536"/>
                  </a:lnTo>
                  <a:lnTo>
                    <a:pt x="376" y="3576"/>
                  </a:lnTo>
                  <a:lnTo>
                    <a:pt x="337" y="3595"/>
                  </a:lnTo>
                  <a:lnTo>
                    <a:pt x="337" y="3635"/>
                  </a:lnTo>
                  <a:lnTo>
                    <a:pt x="356" y="3655"/>
                  </a:lnTo>
                  <a:lnTo>
                    <a:pt x="396" y="3694"/>
                  </a:lnTo>
                  <a:lnTo>
                    <a:pt x="455" y="3714"/>
                  </a:lnTo>
                  <a:lnTo>
                    <a:pt x="495" y="3753"/>
                  </a:lnTo>
                  <a:lnTo>
                    <a:pt x="416" y="3753"/>
                  </a:lnTo>
                  <a:lnTo>
                    <a:pt x="396" y="3773"/>
                  </a:lnTo>
                  <a:lnTo>
                    <a:pt x="376" y="3793"/>
                  </a:lnTo>
                  <a:lnTo>
                    <a:pt x="475" y="4129"/>
                  </a:lnTo>
                  <a:lnTo>
                    <a:pt x="554" y="4504"/>
                  </a:lnTo>
                  <a:lnTo>
                    <a:pt x="515" y="4484"/>
                  </a:lnTo>
                  <a:lnTo>
                    <a:pt x="534" y="4543"/>
                  </a:lnTo>
                  <a:lnTo>
                    <a:pt x="554" y="4603"/>
                  </a:lnTo>
                  <a:lnTo>
                    <a:pt x="613" y="4721"/>
                  </a:lnTo>
                  <a:lnTo>
                    <a:pt x="653" y="4840"/>
                  </a:lnTo>
                  <a:lnTo>
                    <a:pt x="673" y="4899"/>
                  </a:lnTo>
                  <a:lnTo>
                    <a:pt x="653" y="4958"/>
                  </a:lnTo>
                  <a:lnTo>
                    <a:pt x="712" y="5017"/>
                  </a:lnTo>
                  <a:lnTo>
                    <a:pt x="752" y="5037"/>
                  </a:lnTo>
                  <a:lnTo>
                    <a:pt x="791" y="5017"/>
                  </a:lnTo>
                  <a:lnTo>
                    <a:pt x="811" y="4998"/>
                  </a:lnTo>
                  <a:lnTo>
                    <a:pt x="831" y="4978"/>
                  </a:lnTo>
                  <a:lnTo>
                    <a:pt x="929" y="4978"/>
                  </a:lnTo>
                  <a:lnTo>
                    <a:pt x="949" y="5017"/>
                  </a:lnTo>
                  <a:lnTo>
                    <a:pt x="949" y="5037"/>
                  </a:lnTo>
                  <a:lnTo>
                    <a:pt x="910" y="5057"/>
                  </a:lnTo>
                  <a:lnTo>
                    <a:pt x="850" y="5077"/>
                  </a:lnTo>
                  <a:lnTo>
                    <a:pt x="850" y="5096"/>
                  </a:lnTo>
                  <a:lnTo>
                    <a:pt x="850" y="5136"/>
                  </a:lnTo>
                  <a:lnTo>
                    <a:pt x="771" y="5136"/>
                  </a:lnTo>
                  <a:lnTo>
                    <a:pt x="752" y="5116"/>
                  </a:lnTo>
                  <a:lnTo>
                    <a:pt x="712" y="5096"/>
                  </a:lnTo>
                  <a:lnTo>
                    <a:pt x="653" y="5096"/>
                  </a:lnTo>
                  <a:lnTo>
                    <a:pt x="752" y="5215"/>
                  </a:lnTo>
                  <a:lnTo>
                    <a:pt x="732" y="5254"/>
                  </a:lnTo>
                  <a:lnTo>
                    <a:pt x="752" y="5314"/>
                  </a:lnTo>
                  <a:lnTo>
                    <a:pt x="752" y="5353"/>
                  </a:lnTo>
                  <a:lnTo>
                    <a:pt x="732" y="5413"/>
                  </a:lnTo>
                  <a:lnTo>
                    <a:pt x="732" y="5393"/>
                  </a:lnTo>
                  <a:lnTo>
                    <a:pt x="673" y="5393"/>
                  </a:lnTo>
                  <a:lnTo>
                    <a:pt x="673" y="5432"/>
                  </a:lnTo>
                  <a:lnTo>
                    <a:pt x="673" y="5492"/>
                  </a:lnTo>
                  <a:lnTo>
                    <a:pt x="712" y="5492"/>
                  </a:lnTo>
                  <a:lnTo>
                    <a:pt x="732" y="5511"/>
                  </a:lnTo>
                  <a:lnTo>
                    <a:pt x="752" y="5531"/>
                  </a:lnTo>
                  <a:lnTo>
                    <a:pt x="771" y="5551"/>
                  </a:lnTo>
                  <a:lnTo>
                    <a:pt x="771" y="5571"/>
                  </a:lnTo>
                  <a:lnTo>
                    <a:pt x="811" y="5571"/>
                  </a:lnTo>
                  <a:lnTo>
                    <a:pt x="850" y="5610"/>
                  </a:lnTo>
                  <a:lnTo>
                    <a:pt x="732" y="5650"/>
                  </a:lnTo>
                  <a:lnTo>
                    <a:pt x="811" y="5650"/>
                  </a:lnTo>
                  <a:lnTo>
                    <a:pt x="831" y="5709"/>
                  </a:lnTo>
                  <a:lnTo>
                    <a:pt x="831" y="5768"/>
                  </a:lnTo>
                  <a:lnTo>
                    <a:pt x="811" y="5847"/>
                  </a:lnTo>
                  <a:lnTo>
                    <a:pt x="791" y="5867"/>
                  </a:lnTo>
                  <a:lnTo>
                    <a:pt x="771" y="5887"/>
                  </a:lnTo>
                  <a:lnTo>
                    <a:pt x="771" y="5906"/>
                  </a:lnTo>
                  <a:lnTo>
                    <a:pt x="811" y="5926"/>
                  </a:lnTo>
                  <a:lnTo>
                    <a:pt x="831" y="5966"/>
                  </a:lnTo>
                  <a:lnTo>
                    <a:pt x="831" y="5985"/>
                  </a:lnTo>
                  <a:lnTo>
                    <a:pt x="771" y="5985"/>
                  </a:lnTo>
                  <a:lnTo>
                    <a:pt x="771" y="6064"/>
                  </a:lnTo>
                  <a:lnTo>
                    <a:pt x="791" y="6163"/>
                  </a:lnTo>
                  <a:lnTo>
                    <a:pt x="791" y="6262"/>
                  </a:lnTo>
                  <a:lnTo>
                    <a:pt x="771" y="6361"/>
                  </a:lnTo>
                  <a:lnTo>
                    <a:pt x="831" y="6479"/>
                  </a:lnTo>
                  <a:lnTo>
                    <a:pt x="870" y="6519"/>
                  </a:lnTo>
                  <a:lnTo>
                    <a:pt x="910" y="6578"/>
                  </a:lnTo>
                  <a:lnTo>
                    <a:pt x="910" y="6538"/>
                  </a:lnTo>
                  <a:lnTo>
                    <a:pt x="929" y="6519"/>
                  </a:lnTo>
                  <a:lnTo>
                    <a:pt x="949" y="6499"/>
                  </a:lnTo>
                  <a:lnTo>
                    <a:pt x="989" y="6519"/>
                  </a:lnTo>
                  <a:lnTo>
                    <a:pt x="1008" y="6519"/>
                  </a:lnTo>
                  <a:lnTo>
                    <a:pt x="1028" y="6558"/>
                  </a:lnTo>
                  <a:lnTo>
                    <a:pt x="1048" y="6598"/>
                  </a:lnTo>
                  <a:lnTo>
                    <a:pt x="1008" y="6617"/>
                  </a:lnTo>
                  <a:lnTo>
                    <a:pt x="1008" y="6637"/>
                  </a:lnTo>
                  <a:lnTo>
                    <a:pt x="989" y="6657"/>
                  </a:lnTo>
                  <a:lnTo>
                    <a:pt x="969" y="6637"/>
                  </a:lnTo>
                  <a:lnTo>
                    <a:pt x="929" y="6657"/>
                  </a:lnTo>
                  <a:lnTo>
                    <a:pt x="910" y="6677"/>
                  </a:lnTo>
                  <a:lnTo>
                    <a:pt x="929" y="6736"/>
                  </a:lnTo>
                  <a:lnTo>
                    <a:pt x="929" y="6775"/>
                  </a:lnTo>
                  <a:lnTo>
                    <a:pt x="910" y="6795"/>
                  </a:lnTo>
                  <a:lnTo>
                    <a:pt x="890" y="6815"/>
                  </a:lnTo>
                  <a:lnTo>
                    <a:pt x="910" y="6835"/>
                  </a:lnTo>
                  <a:lnTo>
                    <a:pt x="929" y="6874"/>
                  </a:lnTo>
                  <a:lnTo>
                    <a:pt x="949" y="6933"/>
                  </a:lnTo>
                  <a:lnTo>
                    <a:pt x="989" y="6953"/>
                  </a:lnTo>
                  <a:lnTo>
                    <a:pt x="949" y="6953"/>
                  </a:lnTo>
                  <a:lnTo>
                    <a:pt x="929" y="6933"/>
                  </a:lnTo>
                  <a:lnTo>
                    <a:pt x="929" y="6914"/>
                  </a:lnTo>
                  <a:lnTo>
                    <a:pt x="910" y="6914"/>
                  </a:lnTo>
                  <a:lnTo>
                    <a:pt x="929" y="6953"/>
                  </a:lnTo>
                  <a:lnTo>
                    <a:pt x="890" y="6953"/>
                  </a:lnTo>
                  <a:lnTo>
                    <a:pt x="890" y="6993"/>
                  </a:lnTo>
                  <a:lnTo>
                    <a:pt x="910" y="7012"/>
                  </a:lnTo>
                  <a:lnTo>
                    <a:pt x="949" y="7052"/>
                  </a:lnTo>
                  <a:lnTo>
                    <a:pt x="1008" y="7072"/>
                  </a:lnTo>
                  <a:lnTo>
                    <a:pt x="1048" y="7111"/>
                  </a:lnTo>
                  <a:lnTo>
                    <a:pt x="1028" y="7111"/>
                  </a:lnTo>
                  <a:lnTo>
                    <a:pt x="1068" y="7151"/>
                  </a:lnTo>
                  <a:lnTo>
                    <a:pt x="949" y="7111"/>
                  </a:lnTo>
                  <a:lnTo>
                    <a:pt x="989" y="7151"/>
                  </a:lnTo>
                  <a:lnTo>
                    <a:pt x="1028" y="7190"/>
                  </a:lnTo>
                  <a:lnTo>
                    <a:pt x="1068" y="7210"/>
                  </a:lnTo>
                  <a:lnTo>
                    <a:pt x="1087" y="7249"/>
                  </a:lnTo>
                  <a:lnTo>
                    <a:pt x="1068" y="7269"/>
                  </a:lnTo>
                  <a:lnTo>
                    <a:pt x="1107" y="7309"/>
                  </a:lnTo>
                  <a:lnTo>
                    <a:pt x="1068" y="7309"/>
                  </a:lnTo>
                  <a:lnTo>
                    <a:pt x="1127" y="7328"/>
                  </a:lnTo>
                  <a:lnTo>
                    <a:pt x="1147" y="7368"/>
                  </a:lnTo>
                  <a:lnTo>
                    <a:pt x="1186" y="7407"/>
                  </a:lnTo>
                  <a:lnTo>
                    <a:pt x="1226" y="7447"/>
                  </a:lnTo>
                  <a:lnTo>
                    <a:pt x="1166" y="7486"/>
                  </a:lnTo>
                  <a:lnTo>
                    <a:pt x="1147" y="7506"/>
                  </a:lnTo>
                  <a:lnTo>
                    <a:pt x="1186" y="7526"/>
                  </a:lnTo>
                  <a:lnTo>
                    <a:pt x="1068" y="7546"/>
                  </a:lnTo>
                  <a:lnTo>
                    <a:pt x="1068" y="7486"/>
                  </a:lnTo>
                  <a:lnTo>
                    <a:pt x="1087" y="7467"/>
                  </a:lnTo>
                  <a:lnTo>
                    <a:pt x="1107" y="7447"/>
                  </a:lnTo>
                  <a:lnTo>
                    <a:pt x="1087" y="7407"/>
                  </a:lnTo>
                  <a:lnTo>
                    <a:pt x="1048" y="7447"/>
                  </a:lnTo>
                  <a:lnTo>
                    <a:pt x="1028" y="7486"/>
                  </a:lnTo>
                  <a:lnTo>
                    <a:pt x="989" y="7605"/>
                  </a:lnTo>
                  <a:lnTo>
                    <a:pt x="1008" y="7704"/>
                  </a:lnTo>
                  <a:lnTo>
                    <a:pt x="1028" y="7803"/>
                  </a:lnTo>
                  <a:lnTo>
                    <a:pt x="1048" y="7842"/>
                  </a:lnTo>
                  <a:lnTo>
                    <a:pt x="1048" y="7882"/>
                  </a:lnTo>
                  <a:lnTo>
                    <a:pt x="2549" y="7921"/>
                  </a:lnTo>
                  <a:lnTo>
                    <a:pt x="2569" y="7842"/>
                  </a:lnTo>
                  <a:lnTo>
                    <a:pt x="2549" y="7783"/>
                  </a:lnTo>
                  <a:lnTo>
                    <a:pt x="2529" y="7743"/>
                  </a:lnTo>
                  <a:lnTo>
                    <a:pt x="2450" y="7822"/>
                  </a:lnTo>
                  <a:lnTo>
                    <a:pt x="2549" y="7822"/>
                  </a:lnTo>
                  <a:lnTo>
                    <a:pt x="2490" y="7862"/>
                  </a:lnTo>
                  <a:lnTo>
                    <a:pt x="2411" y="7862"/>
                  </a:lnTo>
                  <a:lnTo>
                    <a:pt x="2272" y="7822"/>
                  </a:lnTo>
                  <a:lnTo>
                    <a:pt x="2292" y="7803"/>
                  </a:lnTo>
                  <a:lnTo>
                    <a:pt x="2292" y="7783"/>
                  </a:lnTo>
                  <a:lnTo>
                    <a:pt x="2312" y="7763"/>
                  </a:lnTo>
                  <a:lnTo>
                    <a:pt x="2332" y="7763"/>
                  </a:lnTo>
                  <a:lnTo>
                    <a:pt x="2292" y="7684"/>
                  </a:lnTo>
                  <a:lnTo>
                    <a:pt x="2272" y="7704"/>
                  </a:lnTo>
                  <a:lnTo>
                    <a:pt x="2253" y="7723"/>
                  </a:lnTo>
                  <a:lnTo>
                    <a:pt x="2233" y="7723"/>
                  </a:lnTo>
                  <a:lnTo>
                    <a:pt x="2272" y="7664"/>
                  </a:lnTo>
                  <a:lnTo>
                    <a:pt x="2292" y="7644"/>
                  </a:lnTo>
                  <a:lnTo>
                    <a:pt x="2312" y="7664"/>
                  </a:lnTo>
                  <a:lnTo>
                    <a:pt x="2292" y="7605"/>
                  </a:lnTo>
                  <a:lnTo>
                    <a:pt x="2272" y="7585"/>
                  </a:lnTo>
                  <a:lnTo>
                    <a:pt x="2233" y="7585"/>
                  </a:lnTo>
                  <a:lnTo>
                    <a:pt x="2233" y="7565"/>
                  </a:lnTo>
                  <a:lnTo>
                    <a:pt x="2292" y="7565"/>
                  </a:lnTo>
                  <a:lnTo>
                    <a:pt x="2391" y="7605"/>
                  </a:lnTo>
                  <a:lnTo>
                    <a:pt x="2391" y="7565"/>
                  </a:lnTo>
                  <a:lnTo>
                    <a:pt x="2490" y="7565"/>
                  </a:lnTo>
                  <a:lnTo>
                    <a:pt x="2470" y="7486"/>
                  </a:lnTo>
                  <a:lnTo>
                    <a:pt x="2569" y="7506"/>
                  </a:lnTo>
                  <a:lnTo>
                    <a:pt x="2569" y="7486"/>
                  </a:lnTo>
                  <a:lnTo>
                    <a:pt x="2549" y="7447"/>
                  </a:lnTo>
                  <a:lnTo>
                    <a:pt x="2529" y="7427"/>
                  </a:lnTo>
                  <a:lnTo>
                    <a:pt x="2549" y="7388"/>
                  </a:lnTo>
                  <a:lnTo>
                    <a:pt x="2470" y="7388"/>
                  </a:lnTo>
                  <a:lnTo>
                    <a:pt x="2529" y="7249"/>
                  </a:lnTo>
                  <a:lnTo>
                    <a:pt x="2529" y="7131"/>
                  </a:lnTo>
                  <a:lnTo>
                    <a:pt x="2470" y="7170"/>
                  </a:lnTo>
                  <a:lnTo>
                    <a:pt x="2450" y="7131"/>
                  </a:lnTo>
                  <a:lnTo>
                    <a:pt x="2450" y="7111"/>
                  </a:lnTo>
                  <a:lnTo>
                    <a:pt x="2470" y="7072"/>
                  </a:lnTo>
                  <a:lnTo>
                    <a:pt x="2509" y="7032"/>
                  </a:lnTo>
                  <a:lnTo>
                    <a:pt x="2509" y="7012"/>
                  </a:lnTo>
                  <a:lnTo>
                    <a:pt x="2509" y="6973"/>
                  </a:lnTo>
                  <a:lnTo>
                    <a:pt x="2470" y="6933"/>
                  </a:lnTo>
                  <a:lnTo>
                    <a:pt x="2430" y="6894"/>
                  </a:lnTo>
                  <a:lnTo>
                    <a:pt x="2391" y="6874"/>
                  </a:lnTo>
                  <a:lnTo>
                    <a:pt x="2332" y="6874"/>
                  </a:lnTo>
                  <a:lnTo>
                    <a:pt x="2332" y="6854"/>
                  </a:lnTo>
                  <a:lnTo>
                    <a:pt x="2332" y="6835"/>
                  </a:lnTo>
                  <a:lnTo>
                    <a:pt x="2391" y="6815"/>
                  </a:lnTo>
                  <a:lnTo>
                    <a:pt x="2292" y="6756"/>
                  </a:lnTo>
                  <a:lnTo>
                    <a:pt x="2272" y="6716"/>
                  </a:lnTo>
                  <a:lnTo>
                    <a:pt x="2272" y="6696"/>
                  </a:lnTo>
                  <a:lnTo>
                    <a:pt x="2272" y="6677"/>
                  </a:lnTo>
                  <a:lnTo>
                    <a:pt x="2351" y="6756"/>
                  </a:lnTo>
                  <a:lnTo>
                    <a:pt x="2391" y="6736"/>
                  </a:lnTo>
                  <a:lnTo>
                    <a:pt x="2391" y="6677"/>
                  </a:lnTo>
                  <a:lnTo>
                    <a:pt x="2391" y="6637"/>
                  </a:lnTo>
                  <a:lnTo>
                    <a:pt x="2391" y="6598"/>
                  </a:lnTo>
                  <a:lnTo>
                    <a:pt x="2154" y="6400"/>
                  </a:lnTo>
                  <a:lnTo>
                    <a:pt x="2095" y="6420"/>
                  </a:lnTo>
                  <a:lnTo>
                    <a:pt x="2016" y="6440"/>
                  </a:lnTo>
                  <a:lnTo>
                    <a:pt x="1956" y="6420"/>
                  </a:lnTo>
                  <a:lnTo>
                    <a:pt x="1897" y="6400"/>
                  </a:lnTo>
                  <a:lnTo>
                    <a:pt x="1917" y="6380"/>
                  </a:lnTo>
                  <a:lnTo>
                    <a:pt x="1937" y="6341"/>
                  </a:lnTo>
                  <a:lnTo>
                    <a:pt x="1976" y="6262"/>
                  </a:lnTo>
                  <a:lnTo>
                    <a:pt x="2016" y="6262"/>
                  </a:lnTo>
                  <a:lnTo>
                    <a:pt x="2055" y="6222"/>
                  </a:lnTo>
                  <a:lnTo>
                    <a:pt x="2095" y="6203"/>
                  </a:lnTo>
                  <a:lnTo>
                    <a:pt x="2114" y="6222"/>
                  </a:lnTo>
                  <a:lnTo>
                    <a:pt x="2114" y="6242"/>
                  </a:lnTo>
                  <a:lnTo>
                    <a:pt x="2075" y="6282"/>
                  </a:lnTo>
                  <a:lnTo>
                    <a:pt x="2055" y="6301"/>
                  </a:lnTo>
                  <a:lnTo>
                    <a:pt x="2055" y="6321"/>
                  </a:lnTo>
                  <a:lnTo>
                    <a:pt x="2134" y="6262"/>
                  </a:lnTo>
                  <a:lnTo>
                    <a:pt x="2213" y="6163"/>
                  </a:lnTo>
                  <a:lnTo>
                    <a:pt x="2253" y="6183"/>
                  </a:lnTo>
                  <a:lnTo>
                    <a:pt x="2272" y="6222"/>
                  </a:lnTo>
                  <a:lnTo>
                    <a:pt x="2213" y="6222"/>
                  </a:lnTo>
                  <a:lnTo>
                    <a:pt x="2253" y="6262"/>
                  </a:lnTo>
                  <a:lnTo>
                    <a:pt x="2272" y="6262"/>
                  </a:lnTo>
                  <a:lnTo>
                    <a:pt x="2312" y="6242"/>
                  </a:lnTo>
                  <a:lnTo>
                    <a:pt x="2351" y="6203"/>
                  </a:lnTo>
                  <a:lnTo>
                    <a:pt x="2411" y="6203"/>
                  </a:lnTo>
                  <a:lnTo>
                    <a:pt x="2391" y="6143"/>
                  </a:lnTo>
                  <a:lnTo>
                    <a:pt x="2351" y="6143"/>
                  </a:lnTo>
                  <a:lnTo>
                    <a:pt x="2371" y="6124"/>
                  </a:lnTo>
                  <a:lnTo>
                    <a:pt x="2391" y="6084"/>
                  </a:lnTo>
                  <a:lnTo>
                    <a:pt x="2351" y="6045"/>
                  </a:lnTo>
                  <a:lnTo>
                    <a:pt x="2332" y="5985"/>
                  </a:lnTo>
                  <a:lnTo>
                    <a:pt x="2332" y="5946"/>
                  </a:lnTo>
                  <a:lnTo>
                    <a:pt x="2351" y="5926"/>
                  </a:lnTo>
                  <a:lnTo>
                    <a:pt x="2312" y="5946"/>
                  </a:lnTo>
                  <a:lnTo>
                    <a:pt x="2292" y="5946"/>
                  </a:lnTo>
                  <a:lnTo>
                    <a:pt x="2253" y="5926"/>
                  </a:lnTo>
                  <a:lnTo>
                    <a:pt x="2253" y="5887"/>
                  </a:lnTo>
                  <a:lnTo>
                    <a:pt x="2272" y="5867"/>
                  </a:lnTo>
                  <a:lnTo>
                    <a:pt x="2332" y="5827"/>
                  </a:lnTo>
                  <a:lnTo>
                    <a:pt x="2292" y="5808"/>
                  </a:lnTo>
                  <a:lnTo>
                    <a:pt x="2272" y="5788"/>
                  </a:lnTo>
                  <a:lnTo>
                    <a:pt x="2272" y="5748"/>
                  </a:lnTo>
                  <a:lnTo>
                    <a:pt x="2233" y="5729"/>
                  </a:lnTo>
                  <a:lnTo>
                    <a:pt x="2174" y="5748"/>
                  </a:lnTo>
                  <a:lnTo>
                    <a:pt x="2134" y="5768"/>
                  </a:lnTo>
                  <a:lnTo>
                    <a:pt x="2075" y="5748"/>
                  </a:lnTo>
                  <a:lnTo>
                    <a:pt x="2035" y="5729"/>
                  </a:lnTo>
                  <a:lnTo>
                    <a:pt x="2016" y="5689"/>
                  </a:lnTo>
                  <a:lnTo>
                    <a:pt x="2035" y="5650"/>
                  </a:lnTo>
                  <a:lnTo>
                    <a:pt x="2016" y="5630"/>
                  </a:lnTo>
                  <a:lnTo>
                    <a:pt x="2055" y="5610"/>
                  </a:lnTo>
                  <a:lnTo>
                    <a:pt x="2075" y="5630"/>
                  </a:lnTo>
                  <a:lnTo>
                    <a:pt x="2095" y="5669"/>
                  </a:lnTo>
                  <a:lnTo>
                    <a:pt x="2114" y="5689"/>
                  </a:lnTo>
                  <a:lnTo>
                    <a:pt x="2035" y="5551"/>
                  </a:lnTo>
                  <a:lnTo>
                    <a:pt x="2075" y="5531"/>
                  </a:lnTo>
                  <a:lnTo>
                    <a:pt x="2114" y="5531"/>
                  </a:lnTo>
                  <a:lnTo>
                    <a:pt x="2134" y="5571"/>
                  </a:lnTo>
                  <a:lnTo>
                    <a:pt x="2134" y="5610"/>
                  </a:lnTo>
                  <a:lnTo>
                    <a:pt x="2154" y="5551"/>
                  </a:lnTo>
                  <a:lnTo>
                    <a:pt x="2134" y="5511"/>
                  </a:lnTo>
                  <a:lnTo>
                    <a:pt x="2095" y="5472"/>
                  </a:lnTo>
                  <a:lnTo>
                    <a:pt x="2035" y="5452"/>
                  </a:lnTo>
                  <a:lnTo>
                    <a:pt x="2055" y="5413"/>
                  </a:lnTo>
                  <a:lnTo>
                    <a:pt x="2055" y="5353"/>
                  </a:lnTo>
                  <a:lnTo>
                    <a:pt x="2114" y="5373"/>
                  </a:lnTo>
                  <a:lnTo>
                    <a:pt x="2174" y="5373"/>
                  </a:lnTo>
                  <a:lnTo>
                    <a:pt x="2233" y="5393"/>
                  </a:lnTo>
                  <a:lnTo>
                    <a:pt x="2272" y="5413"/>
                  </a:lnTo>
                  <a:lnTo>
                    <a:pt x="2253" y="5452"/>
                  </a:lnTo>
                  <a:lnTo>
                    <a:pt x="2154" y="5452"/>
                  </a:lnTo>
                  <a:lnTo>
                    <a:pt x="2154" y="5472"/>
                  </a:lnTo>
                  <a:lnTo>
                    <a:pt x="2233" y="5472"/>
                  </a:lnTo>
                  <a:lnTo>
                    <a:pt x="2213" y="5511"/>
                  </a:lnTo>
                  <a:lnTo>
                    <a:pt x="2233" y="5531"/>
                  </a:lnTo>
                  <a:lnTo>
                    <a:pt x="2253" y="5571"/>
                  </a:lnTo>
                  <a:lnTo>
                    <a:pt x="2233" y="5571"/>
                  </a:lnTo>
                  <a:lnTo>
                    <a:pt x="2213" y="5551"/>
                  </a:lnTo>
                  <a:lnTo>
                    <a:pt x="2233" y="5650"/>
                  </a:lnTo>
                  <a:lnTo>
                    <a:pt x="2253" y="5689"/>
                  </a:lnTo>
                  <a:lnTo>
                    <a:pt x="2292" y="5709"/>
                  </a:lnTo>
                  <a:lnTo>
                    <a:pt x="2312" y="5669"/>
                  </a:lnTo>
                  <a:lnTo>
                    <a:pt x="2312" y="5650"/>
                  </a:lnTo>
                  <a:lnTo>
                    <a:pt x="2292" y="5571"/>
                  </a:lnTo>
                  <a:lnTo>
                    <a:pt x="2292" y="5492"/>
                  </a:lnTo>
                  <a:lnTo>
                    <a:pt x="2292" y="5472"/>
                  </a:lnTo>
                  <a:lnTo>
                    <a:pt x="2332" y="5452"/>
                  </a:lnTo>
                  <a:lnTo>
                    <a:pt x="2193" y="5294"/>
                  </a:lnTo>
                  <a:lnTo>
                    <a:pt x="2134" y="5333"/>
                  </a:lnTo>
                  <a:lnTo>
                    <a:pt x="2095" y="5333"/>
                  </a:lnTo>
                  <a:lnTo>
                    <a:pt x="2055" y="5314"/>
                  </a:lnTo>
                  <a:lnTo>
                    <a:pt x="2114" y="5294"/>
                  </a:lnTo>
                  <a:lnTo>
                    <a:pt x="2154" y="5254"/>
                  </a:lnTo>
                  <a:lnTo>
                    <a:pt x="2174" y="5215"/>
                  </a:lnTo>
                  <a:lnTo>
                    <a:pt x="2174" y="5175"/>
                  </a:lnTo>
                  <a:lnTo>
                    <a:pt x="2134" y="5175"/>
                  </a:lnTo>
                  <a:lnTo>
                    <a:pt x="2095" y="5136"/>
                  </a:lnTo>
                  <a:lnTo>
                    <a:pt x="2055" y="5116"/>
                  </a:lnTo>
                  <a:lnTo>
                    <a:pt x="1996" y="5116"/>
                  </a:lnTo>
                  <a:lnTo>
                    <a:pt x="2016" y="5136"/>
                  </a:lnTo>
                  <a:lnTo>
                    <a:pt x="2016" y="5156"/>
                  </a:lnTo>
                  <a:lnTo>
                    <a:pt x="1976" y="5175"/>
                  </a:lnTo>
                  <a:lnTo>
                    <a:pt x="1956" y="5136"/>
                  </a:lnTo>
                  <a:lnTo>
                    <a:pt x="1917" y="5136"/>
                  </a:lnTo>
                  <a:lnTo>
                    <a:pt x="1877" y="5156"/>
                  </a:lnTo>
                  <a:lnTo>
                    <a:pt x="1877" y="5136"/>
                  </a:lnTo>
                  <a:lnTo>
                    <a:pt x="1877" y="5077"/>
                  </a:lnTo>
                  <a:lnTo>
                    <a:pt x="1937" y="5077"/>
                  </a:lnTo>
                  <a:lnTo>
                    <a:pt x="1956" y="5017"/>
                  </a:lnTo>
                  <a:lnTo>
                    <a:pt x="2055" y="5057"/>
                  </a:lnTo>
                  <a:lnTo>
                    <a:pt x="2068" y="5065"/>
                  </a:lnTo>
                  <a:lnTo>
                    <a:pt x="1976" y="4919"/>
                  </a:lnTo>
                  <a:lnTo>
                    <a:pt x="1917" y="4859"/>
                  </a:lnTo>
                  <a:lnTo>
                    <a:pt x="1877" y="4780"/>
                  </a:lnTo>
                  <a:lnTo>
                    <a:pt x="1917" y="4780"/>
                  </a:lnTo>
                  <a:lnTo>
                    <a:pt x="1956" y="4800"/>
                  </a:lnTo>
                  <a:lnTo>
                    <a:pt x="2016" y="4859"/>
                  </a:lnTo>
                  <a:lnTo>
                    <a:pt x="2075" y="4899"/>
                  </a:lnTo>
                  <a:lnTo>
                    <a:pt x="2174" y="4899"/>
                  </a:lnTo>
                  <a:lnTo>
                    <a:pt x="2154" y="4859"/>
                  </a:lnTo>
                  <a:lnTo>
                    <a:pt x="2114" y="4840"/>
                  </a:lnTo>
                  <a:lnTo>
                    <a:pt x="2095" y="4840"/>
                  </a:lnTo>
                  <a:lnTo>
                    <a:pt x="2075" y="4800"/>
                  </a:lnTo>
                  <a:lnTo>
                    <a:pt x="2095" y="4780"/>
                  </a:lnTo>
                  <a:lnTo>
                    <a:pt x="2114" y="4761"/>
                  </a:lnTo>
                  <a:lnTo>
                    <a:pt x="2114" y="4721"/>
                  </a:lnTo>
                  <a:lnTo>
                    <a:pt x="2075" y="4662"/>
                  </a:lnTo>
                  <a:lnTo>
                    <a:pt x="2055" y="4603"/>
                  </a:lnTo>
                  <a:lnTo>
                    <a:pt x="2016" y="4642"/>
                  </a:lnTo>
                  <a:lnTo>
                    <a:pt x="1996" y="4622"/>
                  </a:lnTo>
                  <a:lnTo>
                    <a:pt x="1996" y="4583"/>
                  </a:lnTo>
                  <a:lnTo>
                    <a:pt x="2016" y="4524"/>
                  </a:lnTo>
                  <a:lnTo>
                    <a:pt x="2035" y="4524"/>
                  </a:lnTo>
                  <a:lnTo>
                    <a:pt x="1996" y="4504"/>
                  </a:lnTo>
                  <a:lnTo>
                    <a:pt x="2016" y="4484"/>
                  </a:lnTo>
                  <a:lnTo>
                    <a:pt x="1996" y="4464"/>
                  </a:lnTo>
                  <a:lnTo>
                    <a:pt x="1976" y="4405"/>
                  </a:lnTo>
                  <a:lnTo>
                    <a:pt x="1976" y="4346"/>
                  </a:lnTo>
                  <a:lnTo>
                    <a:pt x="1956" y="4306"/>
                  </a:lnTo>
                  <a:lnTo>
                    <a:pt x="1937" y="4306"/>
                  </a:lnTo>
                  <a:lnTo>
                    <a:pt x="1937" y="4346"/>
                  </a:lnTo>
                  <a:lnTo>
                    <a:pt x="1956" y="4366"/>
                  </a:lnTo>
                  <a:lnTo>
                    <a:pt x="1956" y="4405"/>
                  </a:lnTo>
                  <a:lnTo>
                    <a:pt x="1937" y="4445"/>
                  </a:lnTo>
                  <a:lnTo>
                    <a:pt x="1897" y="4464"/>
                  </a:lnTo>
                  <a:lnTo>
                    <a:pt x="1877" y="4445"/>
                  </a:lnTo>
                  <a:lnTo>
                    <a:pt x="1858" y="4385"/>
                  </a:lnTo>
                  <a:lnTo>
                    <a:pt x="1818" y="4346"/>
                  </a:lnTo>
                  <a:lnTo>
                    <a:pt x="1779" y="4287"/>
                  </a:lnTo>
                  <a:lnTo>
                    <a:pt x="1759" y="4227"/>
                  </a:lnTo>
                  <a:lnTo>
                    <a:pt x="1739" y="4247"/>
                  </a:lnTo>
                  <a:lnTo>
                    <a:pt x="1719" y="4227"/>
                  </a:lnTo>
                  <a:lnTo>
                    <a:pt x="1700" y="4208"/>
                  </a:lnTo>
                  <a:lnTo>
                    <a:pt x="1700" y="4148"/>
                  </a:lnTo>
                  <a:lnTo>
                    <a:pt x="1719" y="4109"/>
                  </a:lnTo>
                  <a:lnTo>
                    <a:pt x="1739" y="4109"/>
                  </a:lnTo>
                  <a:lnTo>
                    <a:pt x="1779" y="4129"/>
                  </a:lnTo>
                  <a:lnTo>
                    <a:pt x="1818" y="4148"/>
                  </a:lnTo>
                  <a:lnTo>
                    <a:pt x="1838" y="4129"/>
                  </a:lnTo>
                  <a:lnTo>
                    <a:pt x="1877" y="4168"/>
                  </a:lnTo>
                  <a:lnTo>
                    <a:pt x="1877" y="4188"/>
                  </a:lnTo>
                  <a:lnTo>
                    <a:pt x="1897" y="4208"/>
                  </a:lnTo>
                  <a:lnTo>
                    <a:pt x="1937" y="4227"/>
                  </a:lnTo>
                  <a:lnTo>
                    <a:pt x="2035" y="4168"/>
                  </a:lnTo>
                  <a:lnTo>
                    <a:pt x="1996" y="4129"/>
                  </a:lnTo>
                  <a:lnTo>
                    <a:pt x="2016" y="4089"/>
                  </a:lnTo>
                  <a:lnTo>
                    <a:pt x="2035" y="4069"/>
                  </a:lnTo>
                  <a:lnTo>
                    <a:pt x="2035" y="4030"/>
                  </a:lnTo>
                  <a:lnTo>
                    <a:pt x="1996" y="4069"/>
                  </a:lnTo>
                  <a:lnTo>
                    <a:pt x="1956" y="4069"/>
                  </a:lnTo>
                  <a:lnTo>
                    <a:pt x="1956" y="4050"/>
                  </a:lnTo>
                  <a:lnTo>
                    <a:pt x="1976" y="4030"/>
                  </a:lnTo>
                  <a:lnTo>
                    <a:pt x="1858" y="4050"/>
                  </a:lnTo>
                  <a:lnTo>
                    <a:pt x="1877" y="4089"/>
                  </a:lnTo>
                  <a:lnTo>
                    <a:pt x="1897" y="4109"/>
                  </a:lnTo>
                  <a:lnTo>
                    <a:pt x="1917" y="4148"/>
                  </a:lnTo>
                  <a:lnTo>
                    <a:pt x="1897" y="4168"/>
                  </a:lnTo>
                  <a:lnTo>
                    <a:pt x="1858" y="4129"/>
                  </a:lnTo>
                  <a:lnTo>
                    <a:pt x="1798" y="4109"/>
                  </a:lnTo>
                  <a:lnTo>
                    <a:pt x="1759" y="4069"/>
                  </a:lnTo>
                  <a:lnTo>
                    <a:pt x="1739" y="4010"/>
                  </a:lnTo>
                  <a:lnTo>
                    <a:pt x="1759" y="4010"/>
                  </a:lnTo>
                  <a:lnTo>
                    <a:pt x="1779" y="4030"/>
                  </a:lnTo>
                  <a:lnTo>
                    <a:pt x="1798" y="4050"/>
                  </a:lnTo>
                  <a:lnTo>
                    <a:pt x="1798" y="4010"/>
                  </a:lnTo>
                  <a:lnTo>
                    <a:pt x="1779" y="3990"/>
                  </a:lnTo>
                  <a:lnTo>
                    <a:pt x="1759" y="3951"/>
                  </a:lnTo>
                  <a:lnTo>
                    <a:pt x="1759" y="3911"/>
                  </a:lnTo>
                  <a:lnTo>
                    <a:pt x="1818" y="3951"/>
                  </a:lnTo>
                  <a:lnTo>
                    <a:pt x="1858" y="3971"/>
                  </a:lnTo>
                  <a:lnTo>
                    <a:pt x="1897" y="3951"/>
                  </a:lnTo>
                  <a:lnTo>
                    <a:pt x="1798" y="3931"/>
                  </a:lnTo>
                  <a:lnTo>
                    <a:pt x="1838" y="3892"/>
                  </a:lnTo>
                  <a:lnTo>
                    <a:pt x="1858" y="3892"/>
                  </a:lnTo>
                  <a:lnTo>
                    <a:pt x="1838" y="3872"/>
                  </a:lnTo>
                  <a:lnTo>
                    <a:pt x="1779" y="3872"/>
                  </a:lnTo>
                  <a:lnTo>
                    <a:pt x="1779" y="3852"/>
                  </a:lnTo>
                  <a:lnTo>
                    <a:pt x="1798" y="3832"/>
                  </a:lnTo>
                  <a:lnTo>
                    <a:pt x="1838" y="3813"/>
                  </a:lnTo>
                  <a:lnTo>
                    <a:pt x="1818" y="3793"/>
                  </a:lnTo>
                  <a:lnTo>
                    <a:pt x="1818" y="3773"/>
                  </a:lnTo>
                  <a:lnTo>
                    <a:pt x="1779" y="3753"/>
                  </a:lnTo>
                  <a:lnTo>
                    <a:pt x="1759" y="3734"/>
                  </a:lnTo>
                  <a:lnTo>
                    <a:pt x="1739" y="3773"/>
                  </a:lnTo>
                  <a:lnTo>
                    <a:pt x="1640" y="3773"/>
                  </a:lnTo>
                  <a:lnTo>
                    <a:pt x="1601" y="3753"/>
                  </a:lnTo>
                  <a:lnTo>
                    <a:pt x="1601" y="3694"/>
                  </a:lnTo>
                  <a:lnTo>
                    <a:pt x="1581" y="3635"/>
                  </a:lnTo>
                  <a:lnTo>
                    <a:pt x="1601" y="3595"/>
                  </a:lnTo>
                  <a:lnTo>
                    <a:pt x="1640" y="3536"/>
                  </a:lnTo>
                  <a:lnTo>
                    <a:pt x="1581" y="3516"/>
                  </a:lnTo>
                  <a:lnTo>
                    <a:pt x="1621" y="3516"/>
                  </a:lnTo>
                  <a:lnTo>
                    <a:pt x="1621" y="3477"/>
                  </a:lnTo>
                  <a:lnTo>
                    <a:pt x="1621" y="3437"/>
                  </a:lnTo>
                  <a:lnTo>
                    <a:pt x="1660" y="3437"/>
                  </a:lnTo>
                  <a:lnTo>
                    <a:pt x="1660" y="3477"/>
                  </a:lnTo>
                  <a:lnTo>
                    <a:pt x="1700" y="3516"/>
                  </a:lnTo>
                  <a:lnTo>
                    <a:pt x="1719" y="3536"/>
                  </a:lnTo>
                  <a:lnTo>
                    <a:pt x="1759" y="3536"/>
                  </a:lnTo>
                  <a:lnTo>
                    <a:pt x="1779" y="3516"/>
                  </a:lnTo>
                  <a:lnTo>
                    <a:pt x="1798" y="3497"/>
                  </a:lnTo>
                  <a:lnTo>
                    <a:pt x="1858" y="3516"/>
                  </a:lnTo>
                  <a:lnTo>
                    <a:pt x="1858" y="3516"/>
                  </a:lnTo>
                  <a:lnTo>
                    <a:pt x="1838" y="3497"/>
                  </a:lnTo>
                  <a:lnTo>
                    <a:pt x="1798" y="3477"/>
                  </a:lnTo>
                  <a:lnTo>
                    <a:pt x="1739" y="3497"/>
                  </a:lnTo>
                  <a:lnTo>
                    <a:pt x="1700" y="3477"/>
                  </a:lnTo>
                  <a:lnTo>
                    <a:pt x="1719" y="3457"/>
                  </a:lnTo>
                  <a:lnTo>
                    <a:pt x="1719" y="3437"/>
                  </a:lnTo>
                  <a:lnTo>
                    <a:pt x="1739" y="3418"/>
                  </a:lnTo>
                  <a:lnTo>
                    <a:pt x="1779" y="3418"/>
                  </a:lnTo>
                  <a:lnTo>
                    <a:pt x="1759" y="3378"/>
                  </a:lnTo>
                  <a:lnTo>
                    <a:pt x="1739" y="3358"/>
                  </a:lnTo>
                  <a:lnTo>
                    <a:pt x="1700" y="3339"/>
                  </a:lnTo>
                  <a:lnTo>
                    <a:pt x="1700" y="3319"/>
                  </a:lnTo>
                  <a:lnTo>
                    <a:pt x="1818" y="3319"/>
                  </a:lnTo>
                  <a:lnTo>
                    <a:pt x="1818" y="3299"/>
                  </a:lnTo>
                  <a:lnTo>
                    <a:pt x="1818" y="3279"/>
                  </a:lnTo>
                  <a:lnTo>
                    <a:pt x="1838" y="3260"/>
                  </a:lnTo>
                  <a:lnTo>
                    <a:pt x="1779" y="3260"/>
                  </a:lnTo>
                  <a:lnTo>
                    <a:pt x="1779" y="3279"/>
                  </a:lnTo>
                  <a:lnTo>
                    <a:pt x="1759" y="3260"/>
                  </a:lnTo>
                  <a:lnTo>
                    <a:pt x="1739" y="3240"/>
                  </a:lnTo>
                  <a:lnTo>
                    <a:pt x="1739" y="3200"/>
                  </a:lnTo>
                  <a:lnTo>
                    <a:pt x="1719" y="3181"/>
                  </a:lnTo>
                  <a:lnTo>
                    <a:pt x="1739" y="3161"/>
                  </a:lnTo>
                  <a:lnTo>
                    <a:pt x="1739" y="3121"/>
                  </a:lnTo>
                  <a:lnTo>
                    <a:pt x="1739" y="3082"/>
                  </a:lnTo>
                  <a:lnTo>
                    <a:pt x="1739" y="3042"/>
                  </a:lnTo>
                  <a:lnTo>
                    <a:pt x="1700" y="3062"/>
                  </a:lnTo>
                  <a:lnTo>
                    <a:pt x="1680" y="3062"/>
                  </a:lnTo>
                  <a:lnTo>
                    <a:pt x="1680" y="3082"/>
                  </a:lnTo>
                  <a:lnTo>
                    <a:pt x="1700" y="3102"/>
                  </a:lnTo>
                  <a:lnTo>
                    <a:pt x="1719" y="3121"/>
                  </a:lnTo>
                  <a:lnTo>
                    <a:pt x="1719" y="3141"/>
                  </a:lnTo>
                  <a:lnTo>
                    <a:pt x="1680" y="3161"/>
                  </a:lnTo>
                  <a:lnTo>
                    <a:pt x="1640" y="3102"/>
                  </a:lnTo>
                  <a:lnTo>
                    <a:pt x="1621" y="3022"/>
                  </a:lnTo>
                  <a:lnTo>
                    <a:pt x="1601" y="2924"/>
                  </a:lnTo>
                  <a:lnTo>
                    <a:pt x="1561" y="2864"/>
                  </a:lnTo>
                  <a:lnTo>
                    <a:pt x="1581" y="2825"/>
                  </a:lnTo>
                  <a:lnTo>
                    <a:pt x="1700" y="2825"/>
                  </a:lnTo>
                  <a:lnTo>
                    <a:pt x="1700" y="2864"/>
                  </a:lnTo>
                  <a:lnTo>
                    <a:pt x="1700" y="2904"/>
                  </a:lnTo>
                  <a:lnTo>
                    <a:pt x="1700" y="2943"/>
                  </a:lnTo>
                  <a:lnTo>
                    <a:pt x="1719" y="2983"/>
                  </a:lnTo>
                  <a:lnTo>
                    <a:pt x="1719" y="2924"/>
                  </a:lnTo>
                  <a:lnTo>
                    <a:pt x="1719" y="2864"/>
                  </a:lnTo>
                  <a:lnTo>
                    <a:pt x="1700" y="2785"/>
                  </a:lnTo>
                  <a:lnTo>
                    <a:pt x="1640" y="2746"/>
                  </a:lnTo>
                  <a:lnTo>
                    <a:pt x="1660" y="2706"/>
                  </a:lnTo>
                  <a:lnTo>
                    <a:pt x="1680" y="2687"/>
                  </a:lnTo>
                  <a:lnTo>
                    <a:pt x="1719" y="2647"/>
                  </a:lnTo>
                  <a:lnTo>
                    <a:pt x="1779" y="2608"/>
                  </a:lnTo>
                  <a:lnTo>
                    <a:pt x="1779" y="2568"/>
                  </a:lnTo>
                  <a:lnTo>
                    <a:pt x="1779" y="2548"/>
                  </a:lnTo>
                  <a:lnTo>
                    <a:pt x="1719" y="2568"/>
                  </a:lnTo>
                  <a:lnTo>
                    <a:pt x="1680" y="2588"/>
                  </a:lnTo>
                  <a:lnTo>
                    <a:pt x="1660" y="2568"/>
                  </a:lnTo>
                  <a:lnTo>
                    <a:pt x="1660" y="2548"/>
                  </a:lnTo>
                  <a:lnTo>
                    <a:pt x="1680" y="2509"/>
                  </a:lnTo>
                  <a:lnTo>
                    <a:pt x="1640" y="2509"/>
                  </a:lnTo>
                  <a:lnTo>
                    <a:pt x="1640" y="2529"/>
                  </a:lnTo>
                  <a:lnTo>
                    <a:pt x="1621" y="2529"/>
                  </a:lnTo>
                  <a:lnTo>
                    <a:pt x="1601" y="2509"/>
                  </a:lnTo>
                  <a:lnTo>
                    <a:pt x="1601" y="2489"/>
                  </a:lnTo>
                  <a:lnTo>
                    <a:pt x="1621" y="2469"/>
                  </a:lnTo>
                  <a:lnTo>
                    <a:pt x="1660" y="2469"/>
                  </a:lnTo>
                  <a:lnTo>
                    <a:pt x="1640" y="2450"/>
                  </a:lnTo>
                  <a:lnTo>
                    <a:pt x="1640" y="2430"/>
                  </a:lnTo>
                  <a:lnTo>
                    <a:pt x="1680" y="2390"/>
                  </a:lnTo>
                  <a:lnTo>
                    <a:pt x="1719" y="2371"/>
                  </a:lnTo>
                  <a:lnTo>
                    <a:pt x="1700" y="2351"/>
                  </a:lnTo>
                  <a:lnTo>
                    <a:pt x="1680" y="2331"/>
                  </a:lnTo>
                  <a:lnTo>
                    <a:pt x="1660" y="2331"/>
                  </a:lnTo>
                  <a:lnTo>
                    <a:pt x="1660" y="2351"/>
                  </a:lnTo>
                  <a:lnTo>
                    <a:pt x="1660" y="2371"/>
                  </a:lnTo>
                  <a:lnTo>
                    <a:pt x="1621" y="2371"/>
                  </a:lnTo>
                  <a:lnTo>
                    <a:pt x="1581" y="2351"/>
                  </a:lnTo>
                  <a:lnTo>
                    <a:pt x="1522" y="2311"/>
                  </a:lnTo>
                  <a:lnTo>
                    <a:pt x="1542" y="2311"/>
                  </a:lnTo>
                  <a:lnTo>
                    <a:pt x="1542" y="2292"/>
                  </a:lnTo>
                  <a:lnTo>
                    <a:pt x="1542" y="2252"/>
                  </a:lnTo>
                  <a:lnTo>
                    <a:pt x="1581" y="2252"/>
                  </a:lnTo>
                  <a:lnTo>
                    <a:pt x="1581" y="2272"/>
                  </a:lnTo>
                  <a:lnTo>
                    <a:pt x="1601" y="2311"/>
                  </a:lnTo>
                  <a:lnTo>
                    <a:pt x="1621" y="2311"/>
                  </a:lnTo>
                  <a:lnTo>
                    <a:pt x="1621" y="2252"/>
                  </a:lnTo>
                  <a:lnTo>
                    <a:pt x="1601" y="2272"/>
                  </a:lnTo>
                  <a:lnTo>
                    <a:pt x="1542" y="2193"/>
                  </a:lnTo>
                  <a:lnTo>
                    <a:pt x="1542" y="2213"/>
                  </a:lnTo>
                  <a:lnTo>
                    <a:pt x="1502" y="2232"/>
                  </a:lnTo>
                  <a:lnTo>
                    <a:pt x="1463" y="2213"/>
                  </a:lnTo>
                  <a:lnTo>
                    <a:pt x="1443" y="2193"/>
                  </a:lnTo>
                  <a:lnTo>
                    <a:pt x="1463" y="2114"/>
                  </a:lnTo>
                  <a:lnTo>
                    <a:pt x="1502" y="2094"/>
                  </a:lnTo>
                  <a:lnTo>
                    <a:pt x="1542" y="2094"/>
                  </a:lnTo>
                  <a:lnTo>
                    <a:pt x="1502" y="2074"/>
                  </a:lnTo>
                  <a:lnTo>
                    <a:pt x="1463" y="2055"/>
                  </a:lnTo>
                  <a:lnTo>
                    <a:pt x="1443" y="1976"/>
                  </a:lnTo>
                  <a:lnTo>
                    <a:pt x="1423" y="1995"/>
                  </a:lnTo>
                  <a:lnTo>
                    <a:pt x="1403" y="1995"/>
                  </a:lnTo>
                  <a:lnTo>
                    <a:pt x="1344" y="1976"/>
                  </a:lnTo>
                  <a:lnTo>
                    <a:pt x="1423" y="1877"/>
                  </a:lnTo>
                  <a:lnTo>
                    <a:pt x="1443" y="1916"/>
                  </a:lnTo>
                  <a:lnTo>
                    <a:pt x="1463" y="1916"/>
                  </a:lnTo>
                  <a:lnTo>
                    <a:pt x="1502" y="1877"/>
                  </a:lnTo>
                  <a:lnTo>
                    <a:pt x="1542" y="1877"/>
                  </a:lnTo>
                  <a:lnTo>
                    <a:pt x="1581" y="1897"/>
                  </a:lnTo>
                  <a:lnTo>
                    <a:pt x="1601" y="1936"/>
                  </a:lnTo>
                  <a:lnTo>
                    <a:pt x="1581" y="1995"/>
                  </a:lnTo>
                  <a:lnTo>
                    <a:pt x="1621" y="1956"/>
                  </a:lnTo>
                  <a:lnTo>
                    <a:pt x="1621" y="1936"/>
                  </a:lnTo>
                  <a:lnTo>
                    <a:pt x="1621" y="1916"/>
                  </a:lnTo>
                  <a:lnTo>
                    <a:pt x="1601" y="1897"/>
                  </a:lnTo>
                  <a:lnTo>
                    <a:pt x="1561" y="1857"/>
                  </a:lnTo>
                  <a:lnTo>
                    <a:pt x="1542" y="1837"/>
                  </a:lnTo>
                  <a:lnTo>
                    <a:pt x="1561" y="1798"/>
                  </a:lnTo>
                  <a:lnTo>
                    <a:pt x="1601" y="1798"/>
                  </a:lnTo>
                  <a:lnTo>
                    <a:pt x="1621" y="1818"/>
                  </a:lnTo>
                  <a:lnTo>
                    <a:pt x="1601" y="1778"/>
                  </a:lnTo>
                  <a:lnTo>
                    <a:pt x="1581" y="1739"/>
                  </a:lnTo>
                  <a:lnTo>
                    <a:pt x="1601" y="1719"/>
                  </a:lnTo>
                  <a:lnTo>
                    <a:pt x="1542" y="1739"/>
                  </a:lnTo>
                  <a:lnTo>
                    <a:pt x="1502" y="1739"/>
                  </a:lnTo>
                  <a:lnTo>
                    <a:pt x="1463" y="1719"/>
                  </a:lnTo>
                  <a:lnTo>
                    <a:pt x="1542" y="1640"/>
                  </a:lnTo>
                  <a:lnTo>
                    <a:pt x="1542" y="1620"/>
                  </a:lnTo>
                  <a:lnTo>
                    <a:pt x="1542" y="1600"/>
                  </a:lnTo>
                  <a:lnTo>
                    <a:pt x="1443" y="1600"/>
                  </a:lnTo>
                  <a:lnTo>
                    <a:pt x="1403" y="1561"/>
                  </a:lnTo>
                  <a:lnTo>
                    <a:pt x="1344" y="1620"/>
                  </a:lnTo>
                  <a:lnTo>
                    <a:pt x="1305" y="1600"/>
                  </a:lnTo>
                  <a:lnTo>
                    <a:pt x="1305" y="1640"/>
                  </a:lnTo>
                  <a:lnTo>
                    <a:pt x="1265" y="1640"/>
                  </a:lnTo>
                  <a:lnTo>
                    <a:pt x="1245" y="1620"/>
                  </a:lnTo>
                  <a:lnTo>
                    <a:pt x="1226" y="1581"/>
                  </a:lnTo>
                  <a:lnTo>
                    <a:pt x="1206" y="1561"/>
                  </a:lnTo>
                  <a:lnTo>
                    <a:pt x="1245" y="1482"/>
                  </a:lnTo>
                  <a:lnTo>
                    <a:pt x="1305" y="1423"/>
                  </a:lnTo>
                  <a:lnTo>
                    <a:pt x="1384" y="1423"/>
                  </a:lnTo>
                  <a:lnTo>
                    <a:pt x="1463" y="1462"/>
                  </a:lnTo>
                  <a:lnTo>
                    <a:pt x="1542" y="1482"/>
                  </a:lnTo>
                  <a:lnTo>
                    <a:pt x="1640" y="1482"/>
                  </a:lnTo>
                  <a:lnTo>
                    <a:pt x="1601" y="1363"/>
                  </a:lnTo>
                  <a:lnTo>
                    <a:pt x="1581" y="1284"/>
                  </a:lnTo>
                  <a:lnTo>
                    <a:pt x="1601" y="1245"/>
                  </a:lnTo>
                  <a:lnTo>
                    <a:pt x="1561" y="1205"/>
                  </a:lnTo>
                  <a:lnTo>
                    <a:pt x="1522" y="1186"/>
                  </a:lnTo>
                  <a:lnTo>
                    <a:pt x="1384" y="1186"/>
                  </a:lnTo>
                  <a:lnTo>
                    <a:pt x="1384" y="1146"/>
                  </a:lnTo>
                  <a:lnTo>
                    <a:pt x="1403" y="1126"/>
                  </a:lnTo>
                  <a:lnTo>
                    <a:pt x="1443" y="1166"/>
                  </a:lnTo>
                  <a:lnTo>
                    <a:pt x="1384" y="1047"/>
                  </a:lnTo>
                  <a:lnTo>
                    <a:pt x="1364" y="988"/>
                  </a:lnTo>
                  <a:lnTo>
                    <a:pt x="1364" y="929"/>
                  </a:lnTo>
                  <a:lnTo>
                    <a:pt x="1324" y="889"/>
                  </a:lnTo>
                  <a:lnTo>
                    <a:pt x="1285" y="889"/>
                  </a:lnTo>
                  <a:lnTo>
                    <a:pt x="1186" y="909"/>
                  </a:lnTo>
                  <a:lnTo>
                    <a:pt x="1166" y="850"/>
                  </a:lnTo>
                  <a:lnTo>
                    <a:pt x="1107" y="850"/>
                  </a:lnTo>
                  <a:lnTo>
                    <a:pt x="1107" y="810"/>
                  </a:lnTo>
                  <a:lnTo>
                    <a:pt x="1107" y="751"/>
                  </a:lnTo>
                  <a:lnTo>
                    <a:pt x="1147" y="771"/>
                  </a:lnTo>
                  <a:lnTo>
                    <a:pt x="1166" y="771"/>
                  </a:lnTo>
                  <a:lnTo>
                    <a:pt x="1186" y="751"/>
                  </a:lnTo>
                  <a:lnTo>
                    <a:pt x="1186" y="712"/>
                  </a:lnTo>
                  <a:lnTo>
                    <a:pt x="1166" y="672"/>
                  </a:lnTo>
                  <a:lnTo>
                    <a:pt x="1147" y="652"/>
                  </a:lnTo>
                  <a:lnTo>
                    <a:pt x="1226" y="672"/>
                  </a:lnTo>
                  <a:lnTo>
                    <a:pt x="1245" y="692"/>
                  </a:lnTo>
                  <a:lnTo>
                    <a:pt x="1245" y="712"/>
                  </a:lnTo>
                  <a:lnTo>
                    <a:pt x="1206" y="731"/>
                  </a:lnTo>
                  <a:lnTo>
                    <a:pt x="1265" y="791"/>
                  </a:lnTo>
                  <a:lnTo>
                    <a:pt x="1245" y="731"/>
                  </a:lnTo>
                  <a:lnTo>
                    <a:pt x="1285" y="692"/>
                  </a:lnTo>
                  <a:lnTo>
                    <a:pt x="1324" y="672"/>
                  </a:lnTo>
                  <a:lnTo>
                    <a:pt x="1403" y="672"/>
                  </a:lnTo>
                  <a:lnTo>
                    <a:pt x="1384" y="652"/>
                  </a:lnTo>
                  <a:lnTo>
                    <a:pt x="1364" y="632"/>
                  </a:lnTo>
                  <a:lnTo>
                    <a:pt x="1324" y="652"/>
                  </a:lnTo>
                  <a:lnTo>
                    <a:pt x="1305" y="672"/>
                  </a:lnTo>
                  <a:lnTo>
                    <a:pt x="1285" y="652"/>
                  </a:lnTo>
                  <a:lnTo>
                    <a:pt x="1265" y="632"/>
                  </a:lnTo>
                  <a:lnTo>
                    <a:pt x="1324" y="593"/>
                  </a:lnTo>
                  <a:lnTo>
                    <a:pt x="1344" y="534"/>
                  </a:lnTo>
                  <a:lnTo>
                    <a:pt x="1344" y="455"/>
                  </a:lnTo>
                  <a:lnTo>
                    <a:pt x="1344" y="415"/>
                  </a:lnTo>
                  <a:lnTo>
                    <a:pt x="1344" y="376"/>
                  </a:lnTo>
                  <a:lnTo>
                    <a:pt x="1324" y="395"/>
                  </a:lnTo>
                  <a:lnTo>
                    <a:pt x="1305" y="395"/>
                  </a:lnTo>
                  <a:lnTo>
                    <a:pt x="1285" y="376"/>
                  </a:lnTo>
                  <a:lnTo>
                    <a:pt x="1245" y="356"/>
                  </a:lnTo>
                  <a:lnTo>
                    <a:pt x="1186" y="356"/>
                  </a:lnTo>
                  <a:lnTo>
                    <a:pt x="1147" y="336"/>
                  </a:lnTo>
                  <a:lnTo>
                    <a:pt x="1127" y="316"/>
                  </a:lnTo>
                  <a:lnTo>
                    <a:pt x="1127" y="277"/>
                  </a:lnTo>
                  <a:lnTo>
                    <a:pt x="1087" y="297"/>
                  </a:lnTo>
                  <a:lnTo>
                    <a:pt x="1068" y="336"/>
                  </a:lnTo>
                  <a:lnTo>
                    <a:pt x="1068" y="415"/>
                  </a:lnTo>
                  <a:lnTo>
                    <a:pt x="1008" y="415"/>
                  </a:lnTo>
                  <a:lnTo>
                    <a:pt x="969" y="435"/>
                  </a:lnTo>
                  <a:lnTo>
                    <a:pt x="890" y="376"/>
                  </a:lnTo>
                  <a:lnTo>
                    <a:pt x="811" y="316"/>
                  </a:lnTo>
                  <a:lnTo>
                    <a:pt x="870" y="316"/>
                  </a:lnTo>
                  <a:lnTo>
                    <a:pt x="771" y="218"/>
                  </a:lnTo>
                  <a:lnTo>
                    <a:pt x="850" y="178"/>
                  </a:lnTo>
                  <a:lnTo>
                    <a:pt x="910" y="198"/>
                  </a:lnTo>
                  <a:lnTo>
                    <a:pt x="910" y="119"/>
                  </a:lnTo>
                  <a:lnTo>
                    <a:pt x="890" y="60"/>
                  </a:lnTo>
                  <a:lnTo>
                    <a:pt x="890" y="40"/>
                  </a:lnTo>
                  <a:lnTo>
                    <a:pt x="949" y="20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4697795" y="-2082738"/>
              <a:ext cx="789" cy="752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4509953" y="-1421173"/>
              <a:ext cx="679402" cy="664554"/>
            </a:xfrm>
            <a:custGeom>
              <a:avLst/>
              <a:gdLst/>
              <a:ahLst/>
              <a:cxnLst/>
              <a:rect l="l" t="t" r="r" b="b"/>
              <a:pathLst>
                <a:path w="18074" h="17679" extrusionOk="0">
                  <a:moveTo>
                    <a:pt x="3892" y="0"/>
                  </a:moveTo>
                  <a:lnTo>
                    <a:pt x="3832" y="40"/>
                  </a:lnTo>
                  <a:lnTo>
                    <a:pt x="3734" y="139"/>
                  </a:lnTo>
                  <a:lnTo>
                    <a:pt x="3635" y="277"/>
                  </a:lnTo>
                  <a:lnTo>
                    <a:pt x="3516" y="455"/>
                  </a:lnTo>
                  <a:lnTo>
                    <a:pt x="3240" y="948"/>
                  </a:lnTo>
                  <a:lnTo>
                    <a:pt x="2924" y="1580"/>
                  </a:lnTo>
                  <a:lnTo>
                    <a:pt x="2588" y="2311"/>
                  </a:lnTo>
                  <a:lnTo>
                    <a:pt x="2232" y="3141"/>
                  </a:lnTo>
                  <a:lnTo>
                    <a:pt x="1877" y="4010"/>
                  </a:lnTo>
                  <a:lnTo>
                    <a:pt x="1521" y="4938"/>
                  </a:lnTo>
                  <a:lnTo>
                    <a:pt x="1166" y="5847"/>
                  </a:lnTo>
                  <a:lnTo>
                    <a:pt x="850" y="6736"/>
                  </a:lnTo>
                  <a:lnTo>
                    <a:pt x="573" y="7565"/>
                  </a:lnTo>
                  <a:lnTo>
                    <a:pt x="336" y="8316"/>
                  </a:lnTo>
                  <a:lnTo>
                    <a:pt x="158" y="8968"/>
                  </a:lnTo>
                  <a:lnTo>
                    <a:pt x="40" y="9481"/>
                  </a:lnTo>
                  <a:lnTo>
                    <a:pt x="20" y="9679"/>
                  </a:lnTo>
                  <a:lnTo>
                    <a:pt x="0" y="9837"/>
                  </a:lnTo>
                  <a:lnTo>
                    <a:pt x="20" y="9936"/>
                  </a:lnTo>
                  <a:lnTo>
                    <a:pt x="40" y="9975"/>
                  </a:lnTo>
                  <a:lnTo>
                    <a:pt x="60" y="9995"/>
                  </a:lnTo>
                  <a:lnTo>
                    <a:pt x="2272" y="11318"/>
                  </a:lnTo>
                  <a:lnTo>
                    <a:pt x="6578" y="13945"/>
                  </a:lnTo>
                  <a:lnTo>
                    <a:pt x="12701" y="17678"/>
                  </a:lnTo>
                  <a:lnTo>
                    <a:pt x="18074" y="4148"/>
                  </a:lnTo>
                  <a:lnTo>
                    <a:pt x="15960" y="3477"/>
                  </a:lnTo>
                  <a:lnTo>
                    <a:pt x="11239" y="2035"/>
                  </a:lnTo>
                  <a:lnTo>
                    <a:pt x="8691" y="1264"/>
                  </a:lnTo>
                  <a:lnTo>
                    <a:pt x="6400" y="613"/>
                  </a:lnTo>
                  <a:lnTo>
                    <a:pt x="5472" y="356"/>
                  </a:lnTo>
                  <a:lnTo>
                    <a:pt x="4701" y="158"/>
                  </a:lnTo>
                  <a:lnTo>
                    <a:pt x="4168" y="40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4648062" y="-2474775"/>
              <a:ext cx="642263" cy="596967"/>
            </a:xfrm>
            <a:custGeom>
              <a:avLst/>
              <a:gdLst/>
              <a:ahLst/>
              <a:cxnLst/>
              <a:rect l="l" t="t" r="r" b="b"/>
              <a:pathLst>
                <a:path w="17086" h="15881" extrusionOk="0">
                  <a:moveTo>
                    <a:pt x="12345" y="0"/>
                  </a:moveTo>
                  <a:lnTo>
                    <a:pt x="0" y="4444"/>
                  </a:lnTo>
                  <a:lnTo>
                    <a:pt x="1699" y="15802"/>
                  </a:lnTo>
                  <a:lnTo>
                    <a:pt x="1778" y="15821"/>
                  </a:lnTo>
                  <a:lnTo>
                    <a:pt x="1936" y="15861"/>
                  </a:lnTo>
                  <a:lnTo>
                    <a:pt x="2173" y="15861"/>
                  </a:lnTo>
                  <a:lnTo>
                    <a:pt x="2469" y="15881"/>
                  </a:lnTo>
                  <a:lnTo>
                    <a:pt x="3259" y="15861"/>
                  </a:lnTo>
                  <a:lnTo>
                    <a:pt x="4267" y="15802"/>
                  </a:lnTo>
                  <a:lnTo>
                    <a:pt x="5452" y="15723"/>
                  </a:lnTo>
                  <a:lnTo>
                    <a:pt x="6736" y="15644"/>
                  </a:lnTo>
                  <a:lnTo>
                    <a:pt x="9541" y="15407"/>
                  </a:lnTo>
                  <a:lnTo>
                    <a:pt x="12326" y="15170"/>
                  </a:lnTo>
                  <a:lnTo>
                    <a:pt x="14735" y="14933"/>
                  </a:lnTo>
                  <a:lnTo>
                    <a:pt x="17086" y="14696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5" name="Google Shape;745;p3"/>
          <p:cNvGrpSpPr/>
          <p:nvPr/>
        </p:nvGrpSpPr>
        <p:grpSpPr>
          <a:xfrm>
            <a:off x="8042790" y="3923975"/>
            <a:ext cx="1294621" cy="1350901"/>
            <a:chOff x="8465725" y="2863051"/>
            <a:chExt cx="1956212" cy="2041561"/>
          </a:xfrm>
        </p:grpSpPr>
        <p:sp>
          <p:nvSpPr>
            <p:cNvPr id="746" name="Google Shape;746;p3"/>
            <p:cNvSpPr/>
            <p:nvPr/>
          </p:nvSpPr>
          <p:spPr>
            <a:xfrm>
              <a:off x="8465725" y="2863051"/>
              <a:ext cx="489356" cy="498619"/>
            </a:xfrm>
            <a:custGeom>
              <a:avLst/>
              <a:gdLst/>
              <a:ahLst/>
              <a:cxnLst/>
              <a:rect l="l" t="t" r="r" b="b"/>
              <a:pathLst>
                <a:path w="9403" h="9581" extrusionOk="0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8500697" y="2894953"/>
              <a:ext cx="420503" cy="428674"/>
            </a:xfrm>
            <a:custGeom>
              <a:avLst/>
              <a:gdLst/>
              <a:ahLst/>
              <a:cxnLst/>
              <a:rect l="l" t="t" r="r" b="b"/>
              <a:pathLst>
                <a:path w="8080" h="8237" extrusionOk="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9589256" y="3455183"/>
              <a:ext cx="89513" cy="97684"/>
            </a:xfrm>
            <a:custGeom>
              <a:avLst/>
              <a:gdLst/>
              <a:ahLst/>
              <a:cxnLst/>
              <a:rect l="l" t="t" r="r" b="b"/>
              <a:pathLst>
                <a:path w="1720" h="1877" extrusionOk="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9131860" y="3347249"/>
              <a:ext cx="663073" cy="480092"/>
            </a:xfrm>
            <a:custGeom>
              <a:avLst/>
              <a:gdLst/>
              <a:ahLst/>
              <a:cxnLst/>
              <a:rect l="l" t="t" r="r" b="b"/>
              <a:pathLst>
                <a:path w="12741" h="9225" extrusionOk="0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8679565" y="3081003"/>
              <a:ext cx="990993" cy="1292163"/>
            </a:xfrm>
            <a:custGeom>
              <a:avLst/>
              <a:gdLst/>
              <a:ahLst/>
              <a:cxnLst/>
              <a:rect l="l" t="t" r="r" b="b"/>
              <a:pathLst>
                <a:path w="19042" h="24829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9065039" y="3536368"/>
              <a:ext cx="522246" cy="598333"/>
            </a:xfrm>
            <a:custGeom>
              <a:avLst/>
              <a:gdLst/>
              <a:ahLst/>
              <a:cxnLst/>
              <a:rect l="l" t="t" r="r" b="b"/>
              <a:pathLst>
                <a:path w="10035" h="11497" extrusionOk="0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8982813" y="3540480"/>
              <a:ext cx="798748" cy="539733"/>
            </a:xfrm>
            <a:custGeom>
              <a:avLst/>
              <a:gdLst/>
              <a:ahLst/>
              <a:cxnLst/>
              <a:rect l="l" t="t" r="r" b="b"/>
              <a:pathLst>
                <a:path w="15348" h="10371" extrusionOk="0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9290172" y="3374987"/>
              <a:ext cx="244652" cy="248815"/>
            </a:xfrm>
            <a:custGeom>
              <a:avLst/>
              <a:gdLst/>
              <a:ahLst/>
              <a:cxnLst/>
              <a:rect l="l" t="t" r="r" b="b"/>
              <a:pathLst>
                <a:path w="4701" h="4781" extrusionOk="0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9450512" y="3402725"/>
              <a:ext cx="151131" cy="166588"/>
            </a:xfrm>
            <a:custGeom>
              <a:avLst/>
              <a:gdLst/>
              <a:ahLst/>
              <a:cxnLst/>
              <a:rect l="l" t="t" r="r" b="b"/>
              <a:pathLst>
                <a:path w="2904" h="3201" extrusionOk="0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9166780" y="3347249"/>
              <a:ext cx="123445" cy="75097"/>
            </a:xfrm>
            <a:custGeom>
              <a:avLst/>
              <a:gdLst/>
              <a:ahLst/>
              <a:cxnLst/>
              <a:rect l="l" t="t" r="r" b="b"/>
              <a:pathLst>
                <a:path w="2372" h="1443" extrusionOk="0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9001287" y="3788199"/>
              <a:ext cx="127504" cy="125474"/>
            </a:xfrm>
            <a:custGeom>
              <a:avLst/>
              <a:gdLst/>
              <a:ahLst/>
              <a:cxnLst/>
              <a:rect l="l" t="t" r="r" b="b"/>
              <a:pathLst>
                <a:path w="2450" h="2411" extrusionOk="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9430997" y="3790281"/>
              <a:ext cx="524276" cy="486285"/>
            </a:xfrm>
            <a:custGeom>
              <a:avLst/>
              <a:gdLst/>
              <a:ahLst/>
              <a:cxnLst/>
              <a:rect l="l" t="t" r="r" b="b"/>
              <a:pathLst>
                <a:path w="10074" h="9344" extrusionOk="0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9899685" y="3963996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9839057" y="4092487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9783580" y="4010261"/>
              <a:ext cx="0" cy="2082"/>
            </a:xfrm>
            <a:custGeom>
              <a:avLst/>
              <a:gdLst/>
              <a:ahLst/>
              <a:cxnLst/>
              <a:rect l="l" t="t" r="r" b="b"/>
              <a:pathLst>
                <a:path h="40" extrusionOk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9582074" y="4156239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9953184" y="4027747"/>
              <a:ext cx="1041" cy="3123"/>
            </a:xfrm>
            <a:custGeom>
              <a:avLst/>
              <a:gdLst/>
              <a:ahLst/>
              <a:cxnLst/>
              <a:rect l="l" t="t" r="r" b="b"/>
              <a:pathLst>
                <a:path w="20" h="60" extrusionOk="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9516293" y="3966026"/>
              <a:ext cx="434867" cy="310538"/>
            </a:xfrm>
            <a:custGeom>
              <a:avLst/>
              <a:gdLst/>
              <a:ahLst/>
              <a:cxnLst/>
              <a:rect l="l" t="t" r="r" b="b"/>
              <a:pathLst>
                <a:path w="8356" h="5967" extrusionOk="0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9698231" y="4064749"/>
              <a:ext cx="1093" cy="1041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9644784" y="4104821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8679565" y="3081003"/>
              <a:ext cx="273483" cy="320738"/>
            </a:xfrm>
            <a:custGeom>
              <a:avLst/>
              <a:gdLst/>
              <a:ahLst/>
              <a:cxnLst/>
              <a:rect l="l" t="t" r="r" b="b"/>
              <a:pathLst>
                <a:path w="5255" h="6163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9470028" y="3991734"/>
              <a:ext cx="951909" cy="912877"/>
            </a:xfrm>
            <a:custGeom>
              <a:avLst/>
              <a:gdLst/>
              <a:ahLst/>
              <a:cxnLst/>
              <a:rect l="l" t="t" r="r" b="b"/>
              <a:pathLst>
                <a:path w="18291" h="17541" extrusionOk="0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9958284" y="4090406"/>
              <a:ext cx="1093" cy="1093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9841138" y="4155198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9530709" y="4409110"/>
              <a:ext cx="2082" cy="10304"/>
            </a:xfrm>
            <a:custGeom>
              <a:avLst/>
              <a:gdLst/>
              <a:ahLst/>
              <a:cxnLst/>
              <a:rect l="l" t="t" r="r" b="b"/>
              <a:pathLst>
                <a:path w="40" h="198" extrusionOk="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9642703" y="4297064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9503959" y="4064749"/>
              <a:ext cx="564401" cy="353629"/>
            </a:xfrm>
            <a:custGeom>
              <a:avLst/>
              <a:gdLst/>
              <a:ahLst/>
              <a:cxnLst/>
              <a:rect l="l" t="t" r="r" b="b"/>
              <a:pathLst>
                <a:path w="10845" h="6795" extrusionOk="0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9762971" y="421067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10047744" y="4191159"/>
              <a:ext cx="1093" cy="2134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9913060" y="4263133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9677675" y="4417332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9555377" y="4168573"/>
              <a:ext cx="572572" cy="370074"/>
            </a:xfrm>
            <a:custGeom>
              <a:avLst/>
              <a:gdLst/>
              <a:ahLst/>
              <a:cxnLst/>
              <a:rect l="l" t="t" r="r" b="b"/>
              <a:pathLst>
                <a:path w="11002" h="7111" extrusionOk="0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9820582" y="4322720"/>
              <a:ext cx="52" cy="2134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10122789" y="432173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9981963" y="4397765"/>
              <a:ext cx="1041" cy="1093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9617046" y="4661981"/>
              <a:ext cx="52" cy="5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9734192" y="454993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9604712" y="4633150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9601590" y="4301175"/>
              <a:ext cx="600414" cy="360863"/>
            </a:xfrm>
            <a:custGeom>
              <a:avLst/>
              <a:gdLst/>
              <a:ahLst/>
              <a:cxnLst/>
              <a:rect l="l" t="t" r="r" b="b"/>
              <a:pathLst>
                <a:path w="11537" h="6934" extrusionOk="0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9886363" y="445943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10206056" y="444918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10061119" y="451704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9672523" y="4428626"/>
              <a:ext cx="600362" cy="376267"/>
            </a:xfrm>
            <a:custGeom>
              <a:avLst/>
              <a:gdLst/>
              <a:ahLst/>
              <a:cxnLst/>
              <a:rect l="l" t="t" r="r" b="b"/>
              <a:pathLst>
                <a:path w="11536" h="7230" extrusionOk="0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9961407" y="4578714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0" name="Google Shape;790;p3"/>
          <p:cNvGrpSpPr/>
          <p:nvPr/>
        </p:nvGrpSpPr>
        <p:grpSpPr>
          <a:xfrm>
            <a:off x="8525275" y="3413813"/>
            <a:ext cx="925639" cy="688028"/>
            <a:chOff x="8588925" y="2091476"/>
            <a:chExt cx="925639" cy="688028"/>
          </a:xfrm>
        </p:grpSpPr>
        <p:sp>
          <p:nvSpPr>
            <p:cNvPr id="791" name="Google Shape;791;p3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9" name="Google Shape;979;p5"/>
          <p:cNvGrpSpPr/>
          <p:nvPr/>
        </p:nvGrpSpPr>
        <p:grpSpPr>
          <a:xfrm rot="10800000">
            <a:off x="28" y="16530"/>
            <a:ext cx="9143944" cy="4940153"/>
            <a:chOff x="0" y="0"/>
            <a:chExt cx="2940175" cy="3566125"/>
          </a:xfrm>
        </p:grpSpPr>
        <p:sp>
          <p:nvSpPr>
            <p:cNvPr id="980" name="Google Shape;980;p5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5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5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5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5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5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5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5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5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5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5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5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5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5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5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5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5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5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5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5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5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5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5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5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5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5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5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5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5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5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5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5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5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5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5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5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5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5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5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5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5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5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5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5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5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5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5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5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5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5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5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5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5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5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5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5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5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5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5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5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5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5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5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5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5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5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5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5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5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5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5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5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5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5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5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5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5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5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5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5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5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5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5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5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5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5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5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5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5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5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5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5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5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5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5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5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5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5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5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5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5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5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5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5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5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5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5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5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5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5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5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5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5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5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5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5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5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97" name="Google Shape;1097;p5"/>
          <p:cNvSpPr/>
          <p:nvPr/>
        </p:nvSpPr>
        <p:spPr>
          <a:xfrm rot="-5400000">
            <a:off x="2148607" y="-1809293"/>
            <a:ext cx="4846787" cy="8762086"/>
          </a:xfrm>
          <a:custGeom>
            <a:avLst/>
            <a:gdLst/>
            <a:ahLst/>
            <a:cxnLst/>
            <a:rect l="l" t="t" r="r" b="b"/>
            <a:pathLst>
              <a:path w="54999" h="78817" extrusionOk="0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8" name="Google Shape;1098;p5"/>
          <p:cNvSpPr txBox="1">
            <a:spLocks noGrp="1"/>
          </p:cNvSpPr>
          <p:nvPr>
            <p:ph type="title"/>
          </p:nvPr>
        </p:nvSpPr>
        <p:spPr>
          <a:xfrm>
            <a:off x="1527250" y="2601925"/>
            <a:ext cx="27765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5"/>
          <p:cNvSpPr txBox="1">
            <a:spLocks noGrp="1"/>
          </p:cNvSpPr>
          <p:nvPr>
            <p:ph type="title" idx="2"/>
          </p:nvPr>
        </p:nvSpPr>
        <p:spPr>
          <a:xfrm>
            <a:off x="4602334" y="2601925"/>
            <a:ext cx="27765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00" name="Google Shape;1100;p5"/>
          <p:cNvSpPr txBox="1">
            <a:spLocks noGrp="1"/>
          </p:cNvSpPr>
          <p:nvPr>
            <p:ph type="subTitle" idx="1"/>
          </p:nvPr>
        </p:nvSpPr>
        <p:spPr>
          <a:xfrm>
            <a:off x="4602334" y="2818550"/>
            <a:ext cx="2776500" cy="91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01" name="Google Shape;1101;p5"/>
          <p:cNvSpPr txBox="1">
            <a:spLocks noGrp="1"/>
          </p:cNvSpPr>
          <p:nvPr>
            <p:ph type="subTitle" idx="3"/>
          </p:nvPr>
        </p:nvSpPr>
        <p:spPr>
          <a:xfrm>
            <a:off x="1526800" y="2818550"/>
            <a:ext cx="2777400" cy="91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02" name="Google Shape;1102;p5"/>
          <p:cNvSpPr txBox="1">
            <a:spLocks noGrp="1"/>
          </p:cNvSpPr>
          <p:nvPr>
            <p:ph type="title" idx="4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grpSp>
        <p:nvGrpSpPr>
          <p:cNvPr id="1103" name="Google Shape;1103;p5"/>
          <p:cNvGrpSpPr/>
          <p:nvPr/>
        </p:nvGrpSpPr>
        <p:grpSpPr>
          <a:xfrm flipH="1">
            <a:off x="-658662" y="914441"/>
            <a:ext cx="1363145" cy="1433258"/>
            <a:chOff x="8529150" y="-173700"/>
            <a:chExt cx="1669089" cy="1754724"/>
          </a:xfrm>
        </p:grpSpPr>
        <p:sp>
          <p:nvSpPr>
            <p:cNvPr id="1104" name="Google Shape;1104;p5"/>
            <p:cNvSpPr/>
            <p:nvPr/>
          </p:nvSpPr>
          <p:spPr>
            <a:xfrm>
              <a:off x="9476745" y="1051933"/>
              <a:ext cx="272948" cy="372487"/>
            </a:xfrm>
            <a:custGeom>
              <a:avLst/>
              <a:gdLst/>
              <a:ahLst/>
              <a:cxnLst/>
              <a:rect l="l" t="t" r="r" b="b"/>
              <a:pathLst>
                <a:path w="7368" h="10055" extrusionOk="0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5"/>
            <p:cNvSpPr/>
            <p:nvPr/>
          </p:nvSpPr>
          <p:spPr>
            <a:xfrm>
              <a:off x="9527239" y="1298549"/>
              <a:ext cx="144179" cy="48307"/>
            </a:xfrm>
            <a:custGeom>
              <a:avLst/>
              <a:gdLst/>
              <a:ahLst/>
              <a:cxnLst/>
              <a:rect l="l" t="t" r="r" b="b"/>
              <a:pathLst>
                <a:path w="3892" h="1304" extrusionOk="0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5"/>
            <p:cNvSpPr/>
            <p:nvPr/>
          </p:nvSpPr>
          <p:spPr>
            <a:xfrm>
              <a:off x="9304779" y="1310255"/>
              <a:ext cx="441984" cy="270762"/>
            </a:xfrm>
            <a:custGeom>
              <a:avLst/>
              <a:gdLst/>
              <a:ahLst/>
              <a:cxnLst/>
              <a:rect l="l" t="t" r="r" b="b"/>
              <a:pathLst>
                <a:path w="11931" h="7309" extrusionOk="0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5"/>
            <p:cNvSpPr/>
            <p:nvPr/>
          </p:nvSpPr>
          <p:spPr>
            <a:xfrm>
              <a:off x="8911833" y="245551"/>
              <a:ext cx="357855" cy="378341"/>
            </a:xfrm>
            <a:custGeom>
              <a:avLst/>
              <a:gdLst/>
              <a:ahLst/>
              <a:cxnLst/>
              <a:rect l="l" t="t" r="r" b="b"/>
              <a:pathLst>
                <a:path w="9660" h="10213" extrusionOk="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5"/>
            <p:cNvSpPr/>
            <p:nvPr/>
          </p:nvSpPr>
          <p:spPr>
            <a:xfrm>
              <a:off x="8932320" y="367025"/>
              <a:ext cx="170518" cy="113469"/>
            </a:xfrm>
            <a:custGeom>
              <a:avLst/>
              <a:gdLst/>
              <a:ahLst/>
              <a:cxnLst/>
              <a:rect l="l" t="t" r="r" b="b"/>
              <a:pathLst>
                <a:path w="4603" h="3063" extrusionOk="0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5"/>
            <p:cNvSpPr/>
            <p:nvPr/>
          </p:nvSpPr>
          <p:spPr>
            <a:xfrm>
              <a:off x="9075761" y="503873"/>
              <a:ext cx="741" cy="14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5"/>
            <p:cNvSpPr/>
            <p:nvPr/>
          </p:nvSpPr>
          <p:spPr>
            <a:xfrm>
              <a:off x="8997446" y="428484"/>
              <a:ext cx="272244" cy="89315"/>
            </a:xfrm>
            <a:custGeom>
              <a:avLst/>
              <a:gdLst/>
              <a:ahLst/>
              <a:cxnLst/>
              <a:rect l="l" t="t" r="r" b="b"/>
              <a:pathLst>
                <a:path w="7349" h="2411" extrusionOk="0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5"/>
            <p:cNvSpPr/>
            <p:nvPr/>
          </p:nvSpPr>
          <p:spPr>
            <a:xfrm>
              <a:off x="9182564" y="499464"/>
              <a:ext cx="37" cy="778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5"/>
            <p:cNvSpPr/>
            <p:nvPr/>
          </p:nvSpPr>
          <p:spPr>
            <a:xfrm>
              <a:off x="9604035" y="1288287"/>
              <a:ext cx="37" cy="1519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5"/>
            <p:cNvSpPr/>
            <p:nvPr/>
          </p:nvSpPr>
          <p:spPr>
            <a:xfrm>
              <a:off x="9509642" y="1065862"/>
              <a:ext cx="152996" cy="245868"/>
            </a:xfrm>
            <a:custGeom>
              <a:avLst/>
              <a:gdLst/>
              <a:ahLst/>
              <a:cxnLst/>
              <a:rect l="l" t="t" r="r" b="b"/>
              <a:pathLst>
                <a:path w="4130" h="6637" extrusionOk="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5"/>
            <p:cNvSpPr/>
            <p:nvPr/>
          </p:nvSpPr>
          <p:spPr>
            <a:xfrm>
              <a:off x="9643563" y="1176334"/>
              <a:ext cx="1519" cy="778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5"/>
            <p:cNvSpPr/>
            <p:nvPr/>
          </p:nvSpPr>
          <p:spPr>
            <a:xfrm>
              <a:off x="8687928" y="245551"/>
              <a:ext cx="367338" cy="334442"/>
            </a:xfrm>
            <a:custGeom>
              <a:avLst/>
              <a:gdLst/>
              <a:ahLst/>
              <a:cxnLst/>
              <a:rect l="l" t="t" r="r" b="b"/>
              <a:pathLst>
                <a:path w="9916" h="9028" extrusionOk="0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5"/>
            <p:cNvSpPr/>
            <p:nvPr/>
          </p:nvSpPr>
          <p:spPr>
            <a:xfrm>
              <a:off x="8529150" y="465827"/>
              <a:ext cx="1101274" cy="1114425"/>
            </a:xfrm>
            <a:custGeom>
              <a:avLst/>
              <a:gdLst/>
              <a:ahLst/>
              <a:cxnLst/>
              <a:rect l="l" t="t" r="r" b="b"/>
              <a:pathLst>
                <a:path w="29728" h="30083" extrusionOk="0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57150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5"/>
            <p:cNvSpPr/>
            <p:nvPr/>
          </p:nvSpPr>
          <p:spPr>
            <a:xfrm>
              <a:off x="8690855" y="432152"/>
              <a:ext cx="76127" cy="92242"/>
            </a:xfrm>
            <a:custGeom>
              <a:avLst/>
              <a:gdLst/>
              <a:ahLst/>
              <a:cxnLst/>
              <a:rect l="l" t="t" r="r" b="b"/>
              <a:pathLst>
                <a:path w="2055" h="2490" extrusionOk="0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5"/>
            <p:cNvSpPr/>
            <p:nvPr/>
          </p:nvSpPr>
          <p:spPr>
            <a:xfrm>
              <a:off x="9347233" y="1536347"/>
              <a:ext cx="100281" cy="44676"/>
            </a:xfrm>
            <a:custGeom>
              <a:avLst/>
              <a:gdLst/>
              <a:ahLst/>
              <a:cxnLst/>
              <a:rect l="l" t="t" r="r" b="b"/>
              <a:pathLst>
                <a:path w="2707" h="1206" extrusionOk="0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5"/>
            <p:cNvSpPr/>
            <p:nvPr/>
          </p:nvSpPr>
          <p:spPr>
            <a:xfrm>
              <a:off x="8993779" y="-173700"/>
              <a:ext cx="515185" cy="596350"/>
            </a:xfrm>
            <a:custGeom>
              <a:avLst/>
              <a:gdLst/>
              <a:ahLst/>
              <a:cxnLst/>
              <a:rect l="l" t="t" r="r" b="b"/>
              <a:pathLst>
                <a:path w="13907" h="16098" extrusionOk="0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5"/>
            <p:cNvSpPr/>
            <p:nvPr/>
          </p:nvSpPr>
          <p:spPr>
            <a:xfrm>
              <a:off x="9709430" y="1086349"/>
              <a:ext cx="488809" cy="395863"/>
            </a:xfrm>
            <a:custGeom>
              <a:avLst/>
              <a:gdLst/>
              <a:ahLst/>
              <a:cxnLst/>
              <a:rect l="l" t="t" r="r" b="b"/>
              <a:pathLst>
                <a:path w="13195" h="10686" extrusionOk="0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5"/>
            <p:cNvSpPr/>
            <p:nvPr/>
          </p:nvSpPr>
          <p:spPr>
            <a:xfrm>
              <a:off x="8630137" y="1077569"/>
              <a:ext cx="2964" cy="7335"/>
            </a:xfrm>
            <a:custGeom>
              <a:avLst/>
              <a:gdLst/>
              <a:ahLst/>
              <a:cxnLst/>
              <a:rect l="l" t="t" r="r" b="b"/>
              <a:pathLst>
                <a:path w="80" h="198" extrusionOk="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5"/>
            <p:cNvSpPr/>
            <p:nvPr/>
          </p:nvSpPr>
          <p:spPr>
            <a:xfrm>
              <a:off x="8871602" y="666320"/>
              <a:ext cx="5149" cy="2964"/>
            </a:xfrm>
            <a:custGeom>
              <a:avLst/>
              <a:gdLst/>
              <a:ahLst/>
              <a:cxnLst/>
              <a:rect l="l" t="t" r="r" b="b"/>
              <a:pathLst>
                <a:path w="139" h="80" extrusionOk="0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5"/>
            <p:cNvSpPr/>
            <p:nvPr/>
          </p:nvSpPr>
          <p:spPr>
            <a:xfrm>
              <a:off x="9280625" y="603379"/>
              <a:ext cx="778" cy="778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5"/>
            <p:cNvSpPr/>
            <p:nvPr/>
          </p:nvSpPr>
          <p:spPr>
            <a:xfrm>
              <a:off x="8678408" y="1149253"/>
              <a:ext cx="2223" cy="2964"/>
            </a:xfrm>
            <a:custGeom>
              <a:avLst/>
              <a:gdLst/>
              <a:ahLst/>
              <a:cxnLst/>
              <a:rect l="l" t="t" r="r" b="b"/>
              <a:pathLst>
                <a:path w="60" h="80" extrusionOk="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5"/>
            <p:cNvSpPr/>
            <p:nvPr/>
          </p:nvSpPr>
          <p:spPr>
            <a:xfrm>
              <a:off x="9309891" y="711702"/>
              <a:ext cx="2223" cy="741"/>
            </a:xfrm>
            <a:custGeom>
              <a:avLst/>
              <a:gdLst/>
              <a:ahLst/>
              <a:cxnLst/>
              <a:rect l="l" t="t" r="r" b="b"/>
              <a:pathLst>
                <a:path w="60" h="20" extrusionOk="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5"/>
            <p:cNvSpPr/>
            <p:nvPr/>
          </p:nvSpPr>
          <p:spPr>
            <a:xfrm>
              <a:off x="8610354" y="553626"/>
              <a:ext cx="936646" cy="969579"/>
            </a:xfrm>
            <a:custGeom>
              <a:avLst/>
              <a:gdLst/>
              <a:ahLst/>
              <a:cxnLst/>
              <a:rect l="l" t="t" r="r" b="b"/>
              <a:pathLst>
                <a:path w="25284" h="26173" extrusionOk="0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5"/>
            <p:cNvSpPr/>
            <p:nvPr/>
          </p:nvSpPr>
          <p:spPr>
            <a:xfrm>
              <a:off x="8680593" y="1151476"/>
              <a:ext cx="1519" cy="2223"/>
            </a:xfrm>
            <a:custGeom>
              <a:avLst/>
              <a:gdLst/>
              <a:ahLst/>
              <a:cxnLst/>
              <a:rect l="l" t="t" r="r" b="b"/>
              <a:pathLst>
                <a:path w="41" h="60" extrusionOk="0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5"/>
            <p:cNvSpPr/>
            <p:nvPr/>
          </p:nvSpPr>
          <p:spPr>
            <a:xfrm>
              <a:off x="9476745" y="995586"/>
              <a:ext cx="1482" cy="2260"/>
            </a:xfrm>
            <a:custGeom>
              <a:avLst/>
              <a:gdLst/>
              <a:ahLst/>
              <a:cxnLst/>
              <a:rect l="l" t="t" r="r" b="b"/>
              <a:pathLst>
                <a:path w="40" h="61" extrusionOk="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5"/>
            <p:cNvSpPr/>
            <p:nvPr/>
          </p:nvSpPr>
          <p:spPr>
            <a:xfrm>
              <a:off x="9435773" y="1221715"/>
              <a:ext cx="741" cy="741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5"/>
            <p:cNvSpPr/>
            <p:nvPr/>
          </p:nvSpPr>
          <p:spPr>
            <a:xfrm>
              <a:off x="8691596" y="1119986"/>
              <a:ext cx="2964" cy="2964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5"/>
            <p:cNvSpPr/>
            <p:nvPr/>
          </p:nvSpPr>
          <p:spPr>
            <a:xfrm>
              <a:off x="8625728" y="576298"/>
              <a:ext cx="900786" cy="900786"/>
            </a:xfrm>
            <a:custGeom>
              <a:avLst/>
              <a:gdLst/>
              <a:ahLst/>
              <a:cxnLst/>
              <a:rect l="l" t="t" r="r" b="b"/>
              <a:pathLst>
                <a:path w="24316" h="24316" extrusionOk="0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5"/>
            <p:cNvSpPr/>
            <p:nvPr/>
          </p:nvSpPr>
          <p:spPr>
            <a:xfrm>
              <a:off x="8903054" y="782645"/>
              <a:ext cx="328589" cy="451542"/>
            </a:xfrm>
            <a:custGeom>
              <a:avLst/>
              <a:gdLst/>
              <a:ahLst/>
              <a:cxnLst/>
              <a:rect l="l" t="t" r="r" b="b"/>
              <a:pathLst>
                <a:path w="8870" h="12189" extrusionOk="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5"/>
            <p:cNvSpPr/>
            <p:nvPr/>
          </p:nvSpPr>
          <p:spPr>
            <a:xfrm>
              <a:off x="8686447" y="798760"/>
              <a:ext cx="232754" cy="353446"/>
            </a:xfrm>
            <a:custGeom>
              <a:avLst/>
              <a:gdLst/>
              <a:ahLst/>
              <a:cxnLst/>
              <a:rect l="l" t="t" r="r" b="b"/>
              <a:pathLst>
                <a:path w="6283" h="9541" extrusionOk="0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5"/>
            <p:cNvSpPr/>
            <p:nvPr/>
          </p:nvSpPr>
          <p:spPr>
            <a:xfrm>
              <a:off x="8758908" y="1149994"/>
              <a:ext cx="335146" cy="270762"/>
            </a:xfrm>
            <a:custGeom>
              <a:avLst/>
              <a:gdLst/>
              <a:ahLst/>
              <a:cxnLst/>
              <a:rect l="l" t="t" r="r" b="b"/>
              <a:pathLst>
                <a:path w="9047" h="7309" extrusionOk="0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5"/>
            <p:cNvSpPr/>
            <p:nvPr/>
          </p:nvSpPr>
          <p:spPr>
            <a:xfrm>
              <a:off x="8802808" y="592413"/>
              <a:ext cx="362967" cy="286136"/>
            </a:xfrm>
            <a:custGeom>
              <a:avLst/>
              <a:gdLst/>
              <a:ahLst/>
              <a:cxnLst/>
              <a:rect l="l" t="t" r="r" b="b"/>
              <a:pathLst>
                <a:path w="9798" h="7724" extrusionOk="0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5"/>
            <p:cNvSpPr/>
            <p:nvPr/>
          </p:nvSpPr>
          <p:spPr>
            <a:xfrm>
              <a:off x="9134998" y="994141"/>
              <a:ext cx="333701" cy="342481"/>
            </a:xfrm>
            <a:custGeom>
              <a:avLst/>
              <a:gdLst/>
              <a:ahLst/>
              <a:cxnLst/>
              <a:rect l="l" t="t" r="r" b="b"/>
              <a:pathLst>
                <a:path w="9008" h="9245" extrusionOk="0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5"/>
            <p:cNvSpPr/>
            <p:nvPr/>
          </p:nvSpPr>
          <p:spPr>
            <a:xfrm>
              <a:off x="9178193" y="683880"/>
              <a:ext cx="242237" cy="318328"/>
            </a:xfrm>
            <a:custGeom>
              <a:avLst/>
              <a:gdLst/>
              <a:ahLst/>
              <a:cxnLst/>
              <a:rect l="l" t="t" r="r" b="b"/>
              <a:pathLst>
                <a:path w="6539" h="8593" extrusionOk="0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5"/>
            <p:cNvSpPr/>
            <p:nvPr/>
          </p:nvSpPr>
          <p:spPr>
            <a:xfrm>
              <a:off x="9045754" y="1328556"/>
              <a:ext cx="229049" cy="130991"/>
            </a:xfrm>
            <a:custGeom>
              <a:avLst/>
              <a:gdLst/>
              <a:ahLst/>
              <a:cxnLst/>
              <a:rect l="l" t="t" r="r" b="b"/>
              <a:pathLst>
                <a:path w="6183" h="3536" extrusionOk="0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5"/>
            <p:cNvSpPr/>
            <p:nvPr/>
          </p:nvSpPr>
          <p:spPr>
            <a:xfrm>
              <a:off x="9398430" y="921679"/>
              <a:ext cx="109060" cy="182261"/>
            </a:xfrm>
            <a:custGeom>
              <a:avLst/>
              <a:gdLst/>
              <a:ahLst/>
              <a:cxnLst/>
              <a:rect l="l" t="t" r="r" b="b"/>
              <a:pathLst>
                <a:path w="2944" h="4920" extrusionOk="0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5"/>
            <p:cNvSpPr/>
            <p:nvPr/>
          </p:nvSpPr>
          <p:spPr>
            <a:xfrm>
              <a:off x="8739867" y="785608"/>
              <a:ext cx="159553" cy="164665"/>
            </a:xfrm>
            <a:custGeom>
              <a:avLst/>
              <a:gdLst/>
              <a:ahLst/>
              <a:cxnLst/>
              <a:rect l="l" t="t" r="r" b="b"/>
              <a:pathLst>
                <a:path w="4307" h="4445" extrusionOk="0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5"/>
            <p:cNvSpPr/>
            <p:nvPr/>
          </p:nvSpPr>
          <p:spPr>
            <a:xfrm>
              <a:off x="9074279" y="661208"/>
              <a:ext cx="172741" cy="170518"/>
            </a:xfrm>
            <a:custGeom>
              <a:avLst/>
              <a:gdLst/>
              <a:ahLst/>
              <a:cxnLst/>
              <a:rect l="l" t="t" r="r" b="b"/>
              <a:pathLst>
                <a:path w="4663" h="4603" extrusionOk="0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5"/>
            <p:cNvSpPr/>
            <p:nvPr/>
          </p:nvSpPr>
          <p:spPr>
            <a:xfrm>
              <a:off x="8780136" y="1158033"/>
              <a:ext cx="170518" cy="170555"/>
            </a:xfrm>
            <a:custGeom>
              <a:avLst/>
              <a:gdLst/>
              <a:ahLst/>
              <a:cxnLst/>
              <a:rect l="l" t="t" r="r" b="b"/>
              <a:pathLst>
                <a:path w="4603" h="4604" extrusionOk="0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5"/>
            <p:cNvSpPr/>
            <p:nvPr/>
          </p:nvSpPr>
          <p:spPr>
            <a:xfrm>
              <a:off x="8977701" y="994141"/>
              <a:ext cx="173445" cy="171259"/>
            </a:xfrm>
            <a:custGeom>
              <a:avLst/>
              <a:gdLst/>
              <a:ahLst/>
              <a:cxnLst/>
              <a:rect l="l" t="t" r="r" b="b"/>
              <a:pathLst>
                <a:path w="4682" h="4623" extrusionOk="0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5"/>
            <p:cNvSpPr/>
            <p:nvPr/>
          </p:nvSpPr>
          <p:spPr>
            <a:xfrm>
              <a:off x="9181120" y="1207786"/>
              <a:ext cx="172000" cy="170555"/>
            </a:xfrm>
            <a:custGeom>
              <a:avLst/>
              <a:gdLst/>
              <a:ahLst/>
              <a:cxnLst/>
              <a:rect l="l" t="t" r="r" b="b"/>
              <a:pathLst>
                <a:path w="4643" h="4604" extrusionOk="0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5"/>
            <p:cNvSpPr/>
            <p:nvPr/>
          </p:nvSpPr>
          <p:spPr>
            <a:xfrm>
              <a:off x="9287960" y="920234"/>
              <a:ext cx="166851" cy="173445"/>
            </a:xfrm>
            <a:custGeom>
              <a:avLst/>
              <a:gdLst/>
              <a:ahLst/>
              <a:cxnLst/>
              <a:rect l="l" t="t" r="r" b="b"/>
              <a:pathLst>
                <a:path w="4504" h="4682" extrusionOk="0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6" name="Google Shape;1146;p5"/>
          <p:cNvGrpSpPr/>
          <p:nvPr/>
        </p:nvGrpSpPr>
        <p:grpSpPr>
          <a:xfrm rot="-1282427" flipH="1">
            <a:off x="-345303" y="4000189"/>
            <a:ext cx="1294657" cy="1350951"/>
            <a:chOff x="8465725" y="2863051"/>
            <a:chExt cx="1956212" cy="2041561"/>
          </a:xfrm>
        </p:grpSpPr>
        <p:sp>
          <p:nvSpPr>
            <p:cNvPr id="1147" name="Google Shape;1147;p5"/>
            <p:cNvSpPr/>
            <p:nvPr/>
          </p:nvSpPr>
          <p:spPr>
            <a:xfrm>
              <a:off x="8465725" y="2863051"/>
              <a:ext cx="489356" cy="498619"/>
            </a:xfrm>
            <a:custGeom>
              <a:avLst/>
              <a:gdLst/>
              <a:ahLst/>
              <a:cxnLst/>
              <a:rect l="l" t="t" r="r" b="b"/>
              <a:pathLst>
                <a:path w="9403" h="9581" extrusionOk="0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5"/>
            <p:cNvSpPr/>
            <p:nvPr/>
          </p:nvSpPr>
          <p:spPr>
            <a:xfrm>
              <a:off x="8500697" y="2894953"/>
              <a:ext cx="420503" cy="428674"/>
            </a:xfrm>
            <a:custGeom>
              <a:avLst/>
              <a:gdLst/>
              <a:ahLst/>
              <a:cxnLst/>
              <a:rect l="l" t="t" r="r" b="b"/>
              <a:pathLst>
                <a:path w="8080" h="8237" extrusionOk="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5"/>
            <p:cNvSpPr/>
            <p:nvPr/>
          </p:nvSpPr>
          <p:spPr>
            <a:xfrm>
              <a:off x="9589256" y="3455183"/>
              <a:ext cx="89513" cy="97684"/>
            </a:xfrm>
            <a:custGeom>
              <a:avLst/>
              <a:gdLst/>
              <a:ahLst/>
              <a:cxnLst/>
              <a:rect l="l" t="t" r="r" b="b"/>
              <a:pathLst>
                <a:path w="1720" h="1877" extrusionOk="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5"/>
            <p:cNvSpPr/>
            <p:nvPr/>
          </p:nvSpPr>
          <p:spPr>
            <a:xfrm>
              <a:off x="9131860" y="3347249"/>
              <a:ext cx="663073" cy="480092"/>
            </a:xfrm>
            <a:custGeom>
              <a:avLst/>
              <a:gdLst/>
              <a:ahLst/>
              <a:cxnLst/>
              <a:rect l="l" t="t" r="r" b="b"/>
              <a:pathLst>
                <a:path w="12741" h="9225" extrusionOk="0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5"/>
            <p:cNvSpPr/>
            <p:nvPr/>
          </p:nvSpPr>
          <p:spPr>
            <a:xfrm>
              <a:off x="8679565" y="3081003"/>
              <a:ext cx="990993" cy="1292163"/>
            </a:xfrm>
            <a:custGeom>
              <a:avLst/>
              <a:gdLst/>
              <a:ahLst/>
              <a:cxnLst/>
              <a:rect l="l" t="t" r="r" b="b"/>
              <a:pathLst>
                <a:path w="19042" h="24829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5"/>
            <p:cNvSpPr/>
            <p:nvPr/>
          </p:nvSpPr>
          <p:spPr>
            <a:xfrm>
              <a:off x="9065039" y="3536368"/>
              <a:ext cx="522246" cy="598333"/>
            </a:xfrm>
            <a:custGeom>
              <a:avLst/>
              <a:gdLst/>
              <a:ahLst/>
              <a:cxnLst/>
              <a:rect l="l" t="t" r="r" b="b"/>
              <a:pathLst>
                <a:path w="10035" h="11497" extrusionOk="0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5"/>
            <p:cNvSpPr/>
            <p:nvPr/>
          </p:nvSpPr>
          <p:spPr>
            <a:xfrm>
              <a:off x="8982813" y="3540480"/>
              <a:ext cx="798748" cy="539733"/>
            </a:xfrm>
            <a:custGeom>
              <a:avLst/>
              <a:gdLst/>
              <a:ahLst/>
              <a:cxnLst/>
              <a:rect l="l" t="t" r="r" b="b"/>
              <a:pathLst>
                <a:path w="15348" h="10371" extrusionOk="0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5"/>
            <p:cNvSpPr/>
            <p:nvPr/>
          </p:nvSpPr>
          <p:spPr>
            <a:xfrm>
              <a:off x="9290172" y="3374987"/>
              <a:ext cx="244652" cy="248815"/>
            </a:xfrm>
            <a:custGeom>
              <a:avLst/>
              <a:gdLst/>
              <a:ahLst/>
              <a:cxnLst/>
              <a:rect l="l" t="t" r="r" b="b"/>
              <a:pathLst>
                <a:path w="4701" h="4781" extrusionOk="0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5"/>
            <p:cNvSpPr/>
            <p:nvPr/>
          </p:nvSpPr>
          <p:spPr>
            <a:xfrm>
              <a:off x="9450512" y="3402725"/>
              <a:ext cx="151131" cy="166588"/>
            </a:xfrm>
            <a:custGeom>
              <a:avLst/>
              <a:gdLst/>
              <a:ahLst/>
              <a:cxnLst/>
              <a:rect l="l" t="t" r="r" b="b"/>
              <a:pathLst>
                <a:path w="2904" h="3201" extrusionOk="0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5"/>
            <p:cNvSpPr/>
            <p:nvPr/>
          </p:nvSpPr>
          <p:spPr>
            <a:xfrm>
              <a:off x="9166780" y="3347249"/>
              <a:ext cx="123445" cy="75097"/>
            </a:xfrm>
            <a:custGeom>
              <a:avLst/>
              <a:gdLst/>
              <a:ahLst/>
              <a:cxnLst/>
              <a:rect l="l" t="t" r="r" b="b"/>
              <a:pathLst>
                <a:path w="2372" h="1443" extrusionOk="0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5"/>
            <p:cNvSpPr/>
            <p:nvPr/>
          </p:nvSpPr>
          <p:spPr>
            <a:xfrm>
              <a:off x="9001287" y="3788199"/>
              <a:ext cx="127504" cy="125474"/>
            </a:xfrm>
            <a:custGeom>
              <a:avLst/>
              <a:gdLst/>
              <a:ahLst/>
              <a:cxnLst/>
              <a:rect l="l" t="t" r="r" b="b"/>
              <a:pathLst>
                <a:path w="2450" h="2411" extrusionOk="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5"/>
            <p:cNvSpPr/>
            <p:nvPr/>
          </p:nvSpPr>
          <p:spPr>
            <a:xfrm>
              <a:off x="9430997" y="3790281"/>
              <a:ext cx="524276" cy="486285"/>
            </a:xfrm>
            <a:custGeom>
              <a:avLst/>
              <a:gdLst/>
              <a:ahLst/>
              <a:cxnLst/>
              <a:rect l="l" t="t" r="r" b="b"/>
              <a:pathLst>
                <a:path w="10074" h="9344" extrusionOk="0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5"/>
            <p:cNvSpPr/>
            <p:nvPr/>
          </p:nvSpPr>
          <p:spPr>
            <a:xfrm>
              <a:off x="9899685" y="3963996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5"/>
            <p:cNvSpPr/>
            <p:nvPr/>
          </p:nvSpPr>
          <p:spPr>
            <a:xfrm>
              <a:off x="9839057" y="4092487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5"/>
            <p:cNvSpPr/>
            <p:nvPr/>
          </p:nvSpPr>
          <p:spPr>
            <a:xfrm>
              <a:off x="9783580" y="4010261"/>
              <a:ext cx="0" cy="2082"/>
            </a:xfrm>
            <a:custGeom>
              <a:avLst/>
              <a:gdLst/>
              <a:ahLst/>
              <a:cxnLst/>
              <a:rect l="l" t="t" r="r" b="b"/>
              <a:pathLst>
                <a:path h="40" extrusionOk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5"/>
            <p:cNvSpPr/>
            <p:nvPr/>
          </p:nvSpPr>
          <p:spPr>
            <a:xfrm>
              <a:off x="9582074" y="4156239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5"/>
            <p:cNvSpPr/>
            <p:nvPr/>
          </p:nvSpPr>
          <p:spPr>
            <a:xfrm>
              <a:off x="9953184" y="4027747"/>
              <a:ext cx="1041" cy="3123"/>
            </a:xfrm>
            <a:custGeom>
              <a:avLst/>
              <a:gdLst/>
              <a:ahLst/>
              <a:cxnLst/>
              <a:rect l="l" t="t" r="r" b="b"/>
              <a:pathLst>
                <a:path w="20" h="60" extrusionOk="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5"/>
            <p:cNvSpPr/>
            <p:nvPr/>
          </p:nvSpPr>
          <p:spPr>
            <a:xfrm>
              <a:off x="9516293" y="3966026"/>
              <a:ext cx="434867" cy="310538"/>
            </a:xfrm>
            <a:custGeom>
              <a:avLst/>
              <a:gdLst/>
              <a:ahLst/>
              <a:cxnLst/>
              <a:rect l="l" t="t" r="r" b="b"/>
              <a:pathLst>
                <a:path w="8356" h="5967" extrusionOk="0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5"/>
            <p:cNvSpPr/>
            <p:nvPr/>
          </p:nvSpPr>
          <p:spPr>
            <a:xfrm>
              <a:off x="9698231" y="4064749"/>
              <a:ext cx="1093" cy="1041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5"/>
            <p:cNvSpPr/>
            <p:nvPr/>
          </p:nvSpPr>
          <p:spPr>
            <a:xfrm>
              <a:off x="9644784" y="4104821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5"/>
            <p:cNvSpPr/>
            <p:nvPr/>
          </p:nvSpPr>
          <p:spPr>
            <a:xfrm>
              <a:off x="8679565" y="3081003"/>
              <a:ext cx="273483" cy="320738"/>
            </a:xfrm>
            <a:custGeom>
              <a:avLst/>
              <a:gdLst/>
              <a:ahLst/>
              <a:cxnLst/>
              <a:rect l="l" t="t" r="r" b="b"/>
              <a:pathLst>
                <a:path w="5255" h="6163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5"/>
            <p:cNvSpPr/>
            <p:nvPr/>
          </p:nvSpPr>
          <p:spPr>
            <a:xfrm>
              <a:off x="9470028" y="3991734"/>
              <a:ext cx="951909" cy="912877"/>
            </a:xfrm>
            <a:custGeom>
              <a:avLst/>
              <a:gdLst/>
              <a:ahLst/>
              <a:cxnLst/>
              <a:rect l="l" t="t" r="r" b="b"/>
              <a:pathLst>
                <a:path w="18291" h="17541" extrusionOk="0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5"/>
            <p:cNvSpPr/>
            <p:nvPr/>
          </p:nvSpPr>
          <p:spPr>
            <a:xfrm>
              <a:off x="9958284" y="4090406"/>
              <a:ext cx="1093" cy="1093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5"/>
            <p:cNvSpPr/>
            <p:nvPr/>
          </p:nvSpPr>
          <p:spPr>
            <a:xfrm>
              <a:off x="9841138" y="4155198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5"/>
            <p:cNvSpPr/>
            <p:nvPr/>
          </p:nvSpPr>
          <p:spPr>
            <a:xfrm>
              <a:off x="9530709" y="4409110"/>
              <a:ext cx="2082" cy="10304"/>
            </a:xfrm>
            <a:custGeom>
              <a:avLst/>
              <a:gdLst/>
              <a:ahLst/>
              <a:cxnLst/>
              <a:rect l="l" t="t" r="r" b="b"/>
              <a:pathLst>
                <a:path w="40" h="198" extrusionOk="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5"/>
            <p:cNvSpPr/>
            <p:nvPr/>
          </p:nvSpPr>
          <p:spPr>
            <a:xfrm>
              <a:off x="9642703" y="4297064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5"/>
            <p:cNvSpPr/>
            <p:nvPr/>
          </p:nvSpPr>
          <p:spPr>
            <a:xfrm>
              <a:off x="9503959" y="4064749"/>
              <a:ext cx="564401" cy="353629"/>
            </a:xfrm>
            <a:custGeom>
              <a:avLst/>
              <a:gdLst/>
              <a:ahLst/>
              <a:cxnLst/>
              <a:rect l="l" t="t" r="r" b="b"/>
              <a:pathLst>
                <a:path w="10845" h="6795" extrusionOk="0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5"/>
            <p:cNvSpPr/>
            <p:nvPr/>
          </p:nvSpPr>
          <p:spPr>
            <a:xfrm>
              <a:off x="9762971" y="421067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5"/>
            <p:cNvSpPr/>
            <p:nvPr/>
          </p:nvSpPr>
          <p:spPr>
            <a:xfrm>
              <a:off x="10047744" y="4191159"/>
              <a:ext cx="1093" cy="2134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5"/>
            <p:cNvSpPr/>
            <p:nvPr/>
          </p:nvSpPr>
          <p:spPr>
            <a:xfrm>
              <a:off x="9913060" y="4263133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5"/>
            <p:cNvSpPr/>
            <p:nvPr/>
          </p:nvSpPr>
          <p:spPr>
            <a:xfrm>
              <a:off x="9677675" y="4417332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5"/>
            <p:cNvSpPr/>
            <p:nvPr/>
          </p:nvSpPr>
          <p:spPr>
            <a:xfrm>
              <a:off x="9555377" y="4168573"/>
              <a:ext cx="572572" cy="370074"/>
            </a:xfrm>
            <a:custGeom>
              <a:avLst/>
              <a:gdLst/>
              <a:ahLst/>
              <a:cxnLst/>
              <a:rect l="l" t="t" r="r" b="b"/>
              <a:pathLst>
                <a:path w="11002" h="7111" extrusionOk="0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5"/>
            <p:cNvSpPr/>
            <p:nvPr/>
          </p:nvSpPr>
          <p:spPr>
            <a:xfrm>
              <a:off x="9820582" y="4322720"/>
              <a:ext cx="52" cy="2134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5"/>
            <p:cNvSpPr/>
            <p:nvPr/>
          </p:nvSpPr>
          <p:spPr>
            <a:xfrm>
              <a:off x="10122789" y="432173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5"/>
            <p:cNvSpPr/>
            <p:nvPr/>
          </p:nvSpPr>
          <p:spPr>
            <a:xfrm>
              <a:off x="9981963" y="4397765"/>
              <a:ext cx="1041" cy="1093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5"/>
            <p:cNvSpPr/>
            <p:nvPr/>
          </p:nvSpPr>
          <p:spPr>
            <a:xfrm>
              <a:off x="9617046" y="4661981"/>
              <a:ext cx="52" cy="5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5"/>
            <p:cNvSpPr/>
            <p:nvPr/>
          </p:nvSpPr>
          <p:spPr>
            <a:xfrm>
              <a:off x="9734192" y="454993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5"/>
            <p:cNvSpPr/>
            <p:nvPr/>
          </p:nvSpPr>
          <p:spPr>
            <a:xfrm>
              <a:off x="9604712" y="4633150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5"/>
            <p:cNvSpPr/>
            <p:nvPr/>
          </p:nvSpPr>
          <p:spPr>
            <a:xfrm>
              <a:off x="9601590" y="4301175"/>
              <a:ext cx="600414" cy="360863"/>
            </a:xfrm>
            <a:custGeom>
              <a:avLst/>
              <a:gdLst/>
              <a:ahLst/>
              <a:cxnLst/>
              <a:rect l="l" t="t" r="r" b="b"/>
              <a:pathLst>
                <a:path w="11537" h="6934" extrusionOk="0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5"/>
            <p:cNvSpPr/>
            <p:nvPr/>
          </p:nvSpPr>
          <p:spPr>
            <a:xfrm>
              <a:off x="9886363" y="445943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5"/>
            <p:cNvSpPr/>
            <p:nvPr/>
          </p:nvSpPr>
          <p:spPr>
            <a:xfrm>
              <a:off x="10206056" y="444918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5"/>
            <p:cNvSpPr/>
            <p:nvPr/>
          </p:nvSpPr>
          <p:spPr>
            <a:xfrm>
              <a:off x="10061119" y="451704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5"/>
            <p:cNvSpPr/>
            <p:nvPr/>
          </p:nvSpPr>
          <p:spPr>
            <a:xfrm>
              <a:off x="9672523" y="4428626"/>
              <a:ext cx="600362" cy="376267"/>
            </a:xfrm>
            <a:custGeom>
              <a:avLst/>
              <a:gdLst/>
              <a:ahLst/>
              <a:cxnLst/>
              <a:rect l="l" t="t" r="r" b="b"/>
              <a:pathLst>
                <a:path w="11536" h="7230" extrusionOk="0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5"/>
            <p:cNvSpPr/>
            <p:nvPr/>
          </p:nvSpPr>
          <p:spPr>
            <a:xfrm>
              <a:off x="9961407" y="4578714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1" name="Google Shape;1191;p5"/>
          <p:cNvGrpSpPr/>
          <p:nvPr/>
        </p:nvGrpSpPr>
        <p:grpSpPr>
          <a:xfrm>
            <a:off x="8430775" y="4331651"/>
            <a:ext cx="925639" cy="688028"/>
            <a:chOff x="8588925" y="2091476"/>
            <a:chExt cx="925639" cy="688028"/>
          </a:xfrm>
        </p:grpSpPr>
        <p:sp>
          <p:nvSpPr>
            <p:cNvPr id="1192" name="Google Shape;1192;p5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5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5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5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5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5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5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5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5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5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5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5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5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5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6" name="Google Shape;1206;p5"/>
          <p:cNvGrpSpPr/>
          <p:nvPr/>
        </p:nvGrpSpPr>
        <p:grpSpPr>
          <a:xfrm>
            <a:off x="8506975" y="3149155"/>
            <a:ext cx="679382" cy="871990"/>
            <a:chOff x="8619938" y="2813305"/>
            <a:chExt cx="679382" cy="871990"/>
          </a:xfrm>
        </p:grpSpPr>
        <p:sp>
          <p:nvSpPr>
            <p:cNvPr id="1207" name="Google Shape;1207;p5"/>
            <p:cNvSpPr/>
            <p:nvPr/>
          </p:nvSpPr>
          <p:spPr>
            <a:xfrm>
              <a:off x="8654027" y="2917184"/>
              <a:ext cx="605870" cy="583106"/>
            </a:xfrm>
            <a:custGeom>
              <a:avLst/>
              <a:gdLst/>
              <a:ahLst/>
              <a:cxnLst/>
              <a:rect l="l" t="t" r="r" b="b"/>
              <a:pathLst>
                <a:path w="15783" h="15190" extrusionOk="0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5"/>
            <p:cNvSpPr/>
            <p:nvPr/>
          </p:nvSpPr>
          <p:spPr>
            <a:xfrm>
              <a:off x="8769307" y="2982368"/>
              <a:ext cx="231285" cy="211592"/>
            </a:xfrm>
            <a:custGeom>
              <a:avLst/>
              <a:gdLst/>
              <a:ahLst/>
              <a:cxnLst/>
              <a:rect l="l" t="t" r="r" b="b"/>
              <a:pathLst>
                <a:path w="6025" h="5512" extrusionOk="0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5"/>
            <p:cNvSpPr/>
            <p:nvPr/>
          </p:nvSpPr>
          <p:spPr>
            <a:xfrm>
              <a:off x="8780670" y="2993001"/>
              <a:ext cx="210056" cy="191861"/>
            </a:xfrm>
            <a:custGeom>
              <a:avLst/>
              <a:gdLst/>
              <a:ahLst/>
              <a:cxnLst/>
              <a:rect l="l" t="t" r="r" b="b"/>
              <a:pathLst>
                <a:path w="5472" h="4998" extrusionOk="0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5"/>
            <p:cNvSpPr/>
            <p:nvPr/>
          </p:nvSpPr>
          <p:spPr>
            <a:xfrm>
              <a:off x="8860288" y="3005132"/>
              <a:ext cx="88752" cy="70556"/>
            </a:xfrm>
            <a:custGeom>
              <a:avLst/>
              <a:gdLst/>
              <a:ahLst/>
              <a:cxnLst/>
              <a:rect l="l" t="t" r="r" b="b"/>
              <a:pathLst>
                <a:path w="2312" h="1838" extrusionOk="0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5"/>
            <p:cNvSpPr/>
            <p:nvPr/>
          </p:nvSpPr>
          <p:spPr>
            <a:xfrm>
              <a:off x="8905778" y="3039260"/>
              <a:ext cx="77389" cy="70556"/>
            </a:xfrm>
            <a:custGeom>
              <a:avLst/>
              <a:gdLst/>
              <a:ahLst/>
              <a:cxnLst/>
              <a:rect l="l" t="t" r="r" b="b"/>
              <a:pathLst>
                <a:path w="2016" h="1838" extrusionOk="0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5"/>
            <p:cNvSpPr/>
            <p:nvPr/>
          </p:nvSpPr>
          <p:spPr>
            <a:xfrm>
              <a:off x="8895913" y="3102946"/>
              <a:ext cx="75854" cy="69788"/>
            </a:xfrm>
            <a:custGeom>
              <a:avLst/>
              <a:gdLst/>
              <a:ahLst/>
              <a:cxnLst/>
              <a:rect l="l" t="t" r="r" b="b"/>
              <a:pathLst>
                <a:path w="1976" h="1818" extrusionOk="0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5"/>
            <p:cNvSpPr/>
            <p:nvPr/>
          </p:nvSpPr>
          <p:spPr>
            <a:xfrm>
              <a:off x="8813262" y="3102946"/>
              <a:ext cx="84990" cy="74318"/>
            </a:xfrm>
            <a:custGeom>
              <a:avLst/>
              <a:gdLst/>
              <a:ahLst/>
              <a:cxnLst/>
              <a:rect l="l" t="t" r="r" b="b"/>
              <a:pathLst>
                <a:path w="2214" h="1936" extrusionOk="0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5"/>
            <p:cNvSpPr/>
            <p:nvPr/>
          </p:nvSpPr>
          <p:spPr>
            <a:xfrm>
              <a:off x="8792801" y="3018760"/>
              <a:ext cx="78886" cy="110748"/>
            </a:xfrm>
            <a:custGeom>
              <a:avLst/>
              <a:gdLst/>
              <a:ahLst/>
              <a:cxnLst/>
              <a:rect l="l" t="t" r="r" b="b"/>
              <a:pathLst>
                <a:path w="2055" h="2885" extrusionOk="0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5"/>
            <p:cNvSpPr/>
            <p:nvPr/>
          </p:nvSpPr>
          <p:spPr>
            <a:xfrm>
              <a:off x="8789768" y="3244715"/>
              <a:ext cx="233588" cy="232091"/>
            </a:xfrm>
            <a:custGeom>
              <a:avLst/>
              <a:gdLst/>
              <a:ahLst/>
              <a:cxnLst/>
              <a:rect l="l" t="t" r="r" b="b"/>
              <a:pathLst>
                <a:path w="6085" h="6046" extrusionOk="0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5"/>
            <p:cNvSpPr/>
            <p:nvPr/>
          </p:nvSpPr>
          <p:spPr>
            <a:xfrm>
              <a:off x="8801899" y="3254581"/>
              <a:ext cx="213089" cy="212360"/>
            </a:xfrm>
            <a:custGeom>
              <a:avLst/>
              <a:gdLst/>
              <a:ahLst/>
              <a:cxnLst/>
              <a:rect l="l" t="t" r="r" b="b"/>
              <a:pathLst>
                <a:path w="5551" h="5532" extrusionOk="0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5"/>
            <p:cNvSpPr/>
            <p:nvPr/>
          </p:nvSpPr>
          <p:spPr>
            <a:xfrm>
              <a:off x="8817063" y="3262950"/>
              <a:ext cx="90287" cy="84952"/>
            </a:xfrm>
            <a:custGeom>
              <a:avLst/>
              <a:gdLst/>
              <a:ahLst/>
              <a:cxnLst/>
              <a:rect l="l" t="t" r="r" b="b"/>
              <a:pathLst>
                <a:path w="2352" h="2213" extrusionOk="0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5"/>
            <p:cNvSpPr/>
            <p:nvPr/>
          </p:nvSpPr>
          <p:spPr>
            <a:xfrm>
              <a:off x="8811765" y="3342529"/>
              <a:ext cx="80422" cy="98617"/>
            </a:xfrm>
            <a:custGeom>
              <a:avLst/>
              <a:gdLst/>
              <a:ahLst/>
              <a:cxnLst/>
              <a:rect l="l" t="t" r="r" b="b"/>
              <a:pathLst>
                <a:path w="2095" h="2569" extrusionOk="0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5"/>
            <p:cNvSpPr/>
            <p:nvPr/>
          </p:nvSpPr>
          <p:spPr>
            <a:xfrm>
              <a:off x="8865586" y="3374391"/>
              <a:ext cx="97082" cy="80422"/>
            </a:xfrm>
            <a:custGeom>
              <a:avLst/>
              <a:gdLst/>
              <a:ahLst/>
              <a:cxnLst/>
              <a:rect l="l" t="t" r="r" b="b"/>
              <a:pathLst>
                <a:path w="2529" h="2095" extrusionOk="0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5"/>
            <p:cNvSpPr/>
            <p:nvPr/>
          </p:nvSpPr>
          <p:spPr>
            <a:xfrm>
              <a:off x="8913379" y="3264447"/>
              <a:ext cx="79654" cy="75086"/>
            </a:xfrm>
            <a:custGeom>
              <a:avLst/>
              <a:gdLst/>
              <a:ahLst/>
              <a:cxnLst/>
              <a:rect l="l" t="t" r="r" b="b"/>
              <a:pathLst>
                <a:path w="2075" h="1956" extrusionOk="0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5"/>
            <p:cNvSpPr/>
            <p:nvPr/>
          </p:nvSpPr>
          <p:spPr>
            <a:xfrm>
              <a:off x="8923207" y="3316002"/>
              <a:ext cx="79654" cy="114548"/>
            </a:xfrm>
            <a:custGeom>
              <a:avLst/>
              <a:gdLst/>
              <a:ahLst/>
              <a:cxnLst/>
              <a:rect l="l" t="t" r="r" b="b"/>
              <a:pathLst>
                <a:path w="2075" h="2984" extrusionOk="0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5"/>
            <p:cNvSpPr/>
            <p:nvPr/>
          </p:nvSpPr>
          <p:spPr>
            <a:xfrm>
              <a:off x="9018756" y="3128705"/>
              <a:ext cx="224490" cy="217657"/>
            </a:xfrm>
            <a:custGeom>
              <a:avLst/>
              <a:gdLst/>
              <a:ahLst/>
              <a:cxnLst/>
              <a:rect l="l" t="t" r="r" b="b"/>
              <a:pathLst>
                <a:path w="5848" h="5670" extrusionOk="0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5"/>
            <p:cNvSpPr/>
            <p:nvPr/>
          </p:nvSpPr>
          <p:spPr>
            <a:xfrm>
              <a:off x="9026357" y="3134770"/>
              <a:ext cx="207024" cy="200229"/>
            </a:xfrm>
            <a:custGeom>
              <a:avLst/>
              <a:gdLst/>
              <a:ahLst/>
              <a:cxnLst/>
              <a:rect l="l" t="t" r="r" b="b"/>
              <a:pathLst>
                <a:path w="5393" h="5216" extrusionOk="0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5"/>
            <p:cNvSpPr/>
            <p:nvPr/>
          </p:nvSpPr>
          <p:spPr>
            <a:xfrm>
              <a:off x="9042250" y="3142371"/>
              <a:ext cx="95585" cy="85719"/>
            </a:xfrm>
            <a:custGeom>
              <a:avLst/>
              <a:gdLst/>
              <a:ahLst/>
              <a:cxnLst/>
              <a:rect l="l" t="t" r="r" b="b"/>
              <a:pathLst>
                <a:path w="2490" h="2233" extrusionOk="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5"/>
            <p:cNvSpPr/>
            <p:nvPr/>
          </p:nvSpPr>
          <p:spPr>
            <a:xfrm>
              <a:off x="9140064" y="3145404"/>
              <a:ext cx="79654" cy="84184"/>
            </a:xfrm>
            <a:custGeom>
              <a:avLst/>
              <a:gdLst/>
              <a:ahLst/>
              <a:cxnLst/>
              <a:rect l="l" t="t" r="r" b="b"/>
              <a:pathLst>
                <a:path w="2075" h="2193" extrusionOk="0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5"/>
            <p:cNvSpPr/>
            <p:nvPr/>
          </p:nvSpPr>
          <p:spPr>
            <a:xfrm>
              <a:off x="9038488" y="3210626"/>
              <a:ext cx="76621" cy="89481"/>
            </a:xfrm>
            <a:custGeom>
              <a:avLst/>
              <a:gdLst/>
              <a:ahLst/>
              <a:cxnLst/>
              <a:rect l="l" t="t" r="r" b="b"/>
              <a:pathLst>
                <a:path w="1996" h="2331" extrusionOk="0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5"/>
            <p:cNvSpPr/>
            <p:nvPr/>
          </p:nvSpPr>
          <p:spPr>
            <a:xfrm>
              <a:off x="9078680" y="3258381"/>
              <a:ext cx="94817" cy="66756"/>
            </a:xfrm>
            <a:custGeom>
              <a:avLst/>
              <a:gdLst/>
              <a:ahLst/>
              <a:cxnLst/>
              <a:rect l="l" t="t" r="r" b="b"/>
              <a:pathLst>
                <a:path w="2470" h="1739" extrusionOk="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5"/>
            <p:cNvSpPr/>
            <p:nvPr/>
          </p:nvSpPr>
          <p:spPr>
            <a:xfrm>
              <a:off x="9147664" y="3217421"/>
              <a:ext cx="73589" cy="89520"/>
            </a:xfrm>
            <a:custGeom>
              <a:avLst/>
              <a:gdLst/>
              <a:ahLst/>
              <a:cxnLst/>
              <a:rect l="l" t="t" r="r" b="b"/>
              <a:pathLst>
                <a:path w="1917" h="2332" extrusionOk="0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5"/>
            <p:cNvSpPr/>
            <p:nvPr/>
          </p:nvSpPr>
          <p:spPr>
            <a:xfrm>
              <a:off x="9005128" y="2970237"/>
              <a:ext cx="156966" cy="153972"/>
            </a:xfrm>
            <a:custGeom>
              <a:avLst/>
              <a:gdLst/>
              <a:ahLst/>
              <a:cxnLst/>
              <a:rect l="l" t="t" r="r" b="b"/>
              <a:pathLst>
                <a:path w="4089" h="4011" extrusionOk="0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5"/>
            <p:cNvSpPr/>
            <p:nvPr/>
          </p:nvSpPr>
          <p:spPr>
            <a:xfrm>
              <a:off x="8685121" y="3155999"/>
              <a:ext cx="197197" cy="108483"/>
            </a:xfrm>
            <a:custGeom>
              <a:avLst/>
              <a:gdLst/>
              <a:ahLst/>
              <a:cxnLst/>
              <a:rect l="l" t="t" r="r" b="b"/>
              <a:pathLst>
                <a:path w="5137" h="2826" extrusionOk="0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5"/>
            <p:cNvSpPr/>
            <p:nvPr/>
          </p:nvSpPr>
          <p:spPr>
            <a:xfrm>
              <a:off x="8996030" y="3272777"/>
              <a:ext cx="151669" cy="166870"/>
            </a:xfrm>
            <a:custGeom>
              <a:avLst/>
              <a:gdLst/>
              <a:ahLst/>
              <a:cxnLst/>
              <a:rect l="l" t="t" r="r" b="b"/>
              <a:pathLst>
                <a:path w="3951" h="4347" extrusionOk="0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5"/>
            <p:cNvSpPr/>
            <p:nvPr/>
          </p:nvSpPr>
          <p:spPr>
            <a:xfrm>
              <a:off x="9021021" y="3284178"/>
              <a:ext cx="104683" cy="140306"/>
            </a:xfrm>
            <a:custGeom>
              <a:avLst/>
              <a:gdLst/>
              <a:ahLst/>
              <a:cxnLst/>
              <a:rect l="l" t="t" r="r" b="b"/>
              <a:pathLst>
                <a:path w="2727" h="3655" extrusionOk="0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5"/>
            <p:cNvSpPr/>
            <p:nvPr/>
          </p:nvSpPr>
          <p:spPr>
            <a:xfrm>
              <a:off x="8692722" y="3181028"/>
              <a:ext cx="179730" cy="45528"/>
            </a:xfrm>
            <a:custGeom>
              <a:avLst/>
              <a:gdLst/>
              <a:ahLst/>
              <a:cxnLst/>
              <a:rect l="l" t="t" r="r" b="b"/>
              <a:pathLst>
                <a:path w="4682" h="1186" extrusionOk="0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5"/>
            <p:cNvSpPr/>
            <p:nvPr/>
          </p:nvSpPr>
          <p:spPr>
            <a:xfrm>
              <a:off x="9029389" y="2982368"/>
              <a:ext cx="116045" cy="113781"/>
            </a:xfrm>
            <a:custGeom>
              <a:avLst/>
              <a:gdLst/>
              <a:ahLst/>
              <a:cxnLst/>
              <a:rect l="l" t="t" r="r" b="b"/>
              <a:pathLst>
                <a:path w="3023" h="2964" extrusionOk="0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35" name="Google Shape;1235;p5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1236" name="Google Shape;1236;p5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avLst/>
                <a:gdLst/>
                <a:ahLst/>
                <a:cxnLst/>
                <a:rect l="l" t="t" r="r" b="b"/>
                <a:pathLst>
                  <a:path w="17698" h="18923" extrusionOk="0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5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4919" extrusionOk="0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0" name="Google Shape;1490;p7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1491" name="Google Shape;1491;p7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7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7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7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7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7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7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7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7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7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7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7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7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7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7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7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7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7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7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7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7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7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7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7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7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7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7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7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7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7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7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7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7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7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7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7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7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7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7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7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7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7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7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7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7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7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7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7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7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7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7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7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7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7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7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7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7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7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7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7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7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7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7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7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7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7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7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7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7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7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7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7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7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7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7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7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7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7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7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7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7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7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7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7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7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7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7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7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7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7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7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7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7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7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7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7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7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7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7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7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7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7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7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7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7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7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7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7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7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7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7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7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7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7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7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7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7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08" name="Google Shape;1608;p7"/>
          <p:cNvSpPr/>
          <p:nvPr/>
        </p:nvSpPr>
        <p:spPr>
          <a:xfrm rot="5400000" flipH="1">
            <a:off x="2148607" y="-1809293"/>
            <a:ext cx="4846787" cy="8762086"/>
          </a:xfrm>
          <a:custGeom>
            <a:avLst/>
            <a:gdLst/>
            <a:ahLst/>
            <a:cxnLst/>
            <a:rect l="l" t="t" r="r" b="b"/>
            <a:pathLst>
              <a:path w="54999" h="78817" extrusionOk="0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9" name="Google Shape;1609;p7"/>
          <p:cNvSpPr txBox="1">
            <a:spLocks noGrp="1"/>
          </p:cNvSpPr>
          <p:nvPr>
            <p:ph type="body" idx="1"/>
          </p:nvPr>
        </p:nvSpPr>
        <p:spPr>
          <a:xfrm>
            <a:off x="2238000" y="1613956"/>
            <a:ext cx="4668000" cy="219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Font typeface="Nunito Light"/>
              <a:buChar char="●"/>
              <a:defRPr/>
            </a:lvl1pPr>
            <a:lvl2pPr marL="914400" lvl="1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371600" lvl="2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1828800" lvl="3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2286000" lvl="4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2743200" lvl="5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3200400" lvl="6" indent="-3111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3657600" lvl="7" indent="-3111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4114800" lvl="8" indent="-3175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1610" name="Google Shape;1610;p7"/>
          <p:cNvSpPr txBox="1">
            <a:spLocks noGrp="1"/>
          </p:cNvSpPr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611" name="Google Shape;1611;p7"/>
          <p:cNvGrpSpPr/>
          <p:nvPr/>
        </p:nvGrpSpPr>
        <p:grpSpPr>
          <a:xfrm rot="-1727288">
            <a:off x="-1085802" y="1263281"/>
            <a:ext cx="1646350" cy="1753736"/>
            <a:chOff x="-2092800" y="-1252032"/>
            <a:chExt cx="1956171" cy="2083646"/>
          </a:xfrm>
        </p:grpSpPr>
        <p:sp>
          <p:nvSpPr>
            <p:cNvPr id="1612" name="Google Shape;1612;p7"/>
            <p:cNvSpPr/>
            <p:nvPr/>
          </p:nvSpPr>
          <p:spPr>
            <a:xfrm>
              <a:off x="-979900" y="-401409"/>
              <a:ext cx="460048" cy="405319"/>
            </a:xfrm>
            <a:custGeom>
              <a:avLst/>
              <a:gdLst/>
              <a:ahLst/>
              <a:cxnLst/>
              <a:rect l="l" t="t" r="r" b="b"/>
              <a:pathLst>
                <a:path w="11121" h="9798" extrusionOk="0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7"/>
            <p:cNvSpPr/>
            <p:nvPr/>
          </p:nvSpPr>
          <p:spPr>
            <a:xfrm>
              <a:off x="-1183351" y="-181618"/>
              <a:ext cx="1046722" cy="986284"/>
            </a:xfrm>
            <a:custGeom>
              <a:avLst/>
              <a:gdLst/>
              <a:ahLst/>
              <a:cxnLst/>
              <a:rect l="l" t="t" r="r" b="b"/>
              <a:pathLst>
                <a:path w="25303" h="23842" extrusionOk="0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7"/>
            <p:cNvSpPr/>
            <p:nvPr/>
          </p:nvSpPr>
          <p:spPr>
            <a:xfrm>
              <a:off x="-1111453" y="-131768"/>
              <a:ext cx="916787" cy="874343"/>
            </a:xfrm>
            <a:custGeom>
              <a:avLst/>
              <a:gdLst/>
              <a:ahLst/>
              <a:cxnLst/>
              <a:rect l="l" t="t" r="r" b="b"/>
              <a:pathLst>
                <a:path w="22162" h="21136" extrusionOk="0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7"/>
            <p:cNvSpPr/>
            <p:nvPr/>
          </p:nvSpPr>
          <p:spPr>
            <a:xfrm>
              <a:off x="-1095939" y="527648"/>
              <a:ext cx="134858" cy="51503"/>
            </a:xfrm>
            <a:custGeom>
              <a:avLst/>
              <a:gdLst/>
              <a:ahLst/>
              <a:cxnLst/>
              <a:rect l="l" t="t" r="r" b="b"/>
              <a:pathLst>
                <a:path w="3260" h="1245" extrusionOk="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7"/>
            <p:cNvSpPr/>
            <p:nvPr/>
          </p:nvSpPr>
          <p:spPr>
            <a:xfrm>
              <a:off x="-1207883" y="385464"/>
              <a:ext cx="646367" cy="215732"/>
            </a:xfrm>
            <a:custGeom>
              <a:avLst/>
              <a:gdLst/>
              <a:ahLst/>
              <a:cxnLst/>
              <a:rect l="l" t="t" r="r" b="b"/>
              <a:pathLst>
                <a:path w="15625" h="5215" extrusionOk="0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7"/>
            <p:cNvSpPr/>
            <p:nvPr/>
          </p:nvSpPr>
          <p:spPr>
            <a:xfrm>
              <a:off x="-1082867" y="-597538"/>
              <a:ext cx="415123" cy="357126"/>
            </a:xfrm>
            <a:custGeom>
              <a:avLst/>
              <a:gdLst/>
              <a:ahLst/>
              <a:cxnLst/>
              <a:rect l="l" t="t" r="r" b="b"/>
              <a:pathLst>
                <a:path w="10035" h="8633" extrusionOk="0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7"/>
            <p:cNvSpPr/>
            <p:nvPr/>
          </p:nvSpPr>
          <p:spPr>
            <a:xfrm>
              <a:off x="-652260" y="-246194"/>
              <a:ext cx="53985" cy="205141"/>
            </a:xfrm>
            <a:custGeom>
              <a:avLst/>
              <a:gdLst/>
              <a:ahLst/>
              <a:cxnLst/>
              <a:rect l="l" t="t" r="r" b="b"/>
              <a:pathLst>
                <a:path w="1305" h="4959" extrusionOk="0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7"/>
            <p:cNvSpPr/>
            <p:nvPr/>
          </p:nvSpPr>
          <p:spPr>
            <a:xfrm>
              <a:off x="-849175" y="-322147"/>
              <a:ext cx="260698" cy="405319"/>
            </a:xfrm>
            <a:custGeom>
              <a:avLst/>
              <a:gdLst/>
              <a:ahLst/>
              <a:cxnLst/>
              <a:rect l="l" t="t" r="r" b="b"/>
              <a:pathLst>
                <a:path w="6302" h="9798" extrusionOk="0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7"/>
            <p:cNvSpPr/>
            <p:nvPr/>
          </p:nvSpPr>
          <p:spPr>
            <a:xfrm>
              <a:off x="-682501" y="-34552"/>
              <a:ext cx="85838" cy="102178"/>
            </a:xfrm>
            <a:custGeom>
              <a:avLst/>
              <a:gdLst/>
              <a:ahLst/>
              <a:cxnLst/>
              <a:rect l="l" t="t" r="r" b="b"/>
              <a:pathLst>
                <a:path w="2075" h="2470" extrusionOk="0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7"/>
            <p:cNvSpPr/>
            <p:nvPr/>
          </p:nvSpPr>
          <p:spPr>
            <a:xfrm>
              <a:off x="-962732" y="-412869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7"/>
            <p:cNvSpPr/>
            <p:nvPr/>
          </p:nvSpPr>
          <p:spPr>
            <a:xfrm>
              <a:off x="-768258" y="-550130"/>
              <a:ext cx="5750" cy="3309"/>
            </a:xfrm>
            <a:custGeom>
              <a:avLst/>
              <a:gdLst/>
              <a:ahLst/>
              <a:cxnLst/>
              <a:rect l="l" t="t" r="r" b="b"/>
              <a:pathLst>
                <a:path w="139" h="80" extrusionOk="0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7"/>
            <p:cNvSpPr/>
            <p:nvPr/>
          </p:nvSpPr>
          <p:spPr>
            <a:xfrm>
              <a:off x="-1075503" y="-597538"/>
              <a:ext cx="309718" cy="221482"/>
            </a:xfrm>
            <a:custGeom>
              <a:avLst/>
              <a:gdLst/>
              <a:ahLst/>
              <a:cxnLst/>
              <a:rect l="l" t="t" r="r" b="b"/>
              <a:pathLst>
                <a:path w="7487" h="5354" extrusionOk="0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7"/>
            <p:cNvSpPr/>
            <p:nvPr/>
          </p:nvSpPr>
          <p:spPr>
            <a:xfrm>
              <a:off x="-899852" y="-456181"/>
              <a:ext cx="41" cy="1696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7"/>
            <p:cNvSpPr/>
            <p:nvPr/>
          </p:nvSpPr>
          <p:spPr>
            <a:xfrm>
              <a:off x="-858980" y="-287852"/>
              <a:ext cx="40085" cy="104618"/>
            </a:xfrm>
            <a:custGeom>
              <a:avLst/>
              <a:gdLst/>
              <a:ahLst/>
              <a:cxnLst/>
              <a:rect l="l" t="t" r="r" b="b"/>
              <a:pathLst>
                <a:path w="969" h="2529" extrusionOk="0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7"/>
            <p:cNvSpPr/>
            <p:nvPr/>
          </p:nvSpPr>
          <p:spPr>
            <a:xfrm>
              <a:off x="-1382748" y="-1252032"/>
              <a:ext cx="637390" cy="862057"/>
            </a:xfrm>
            <a:custGeom>
              <a:avLst/>
              <a:gdLst/>
              <a:ahLst/>
              <a:cxnLst/>
              <a:rect l="l" t="t" r="r" b="b"/>
              <a:pathLst>
                <a:path w="15408" h="20839" extrusionOk="0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7"/>
            <p:cNvSpPr/>
            <p:nvPr/>
          </p:nvSpPr>
          <p:spPr>
            <a:xfrm>
              <a:off x="-1591950" y="459017"/>
              <a:ext cx="628414" cy="372597"/>
            </a:xfrm>
            <a:custGeom>
              <a:avLst/>
              <a:gdLst/>
              <a:ahLst/>
              <a:cxnLst/>
              <a:rect l="l" t="t" r="r" b="b"/>
              <a:pathLst>
                <a:path w="15191" h="9007" extrusionOk="0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7"/>
            <p:cNvSpPr/>
            <p:nvPr/>
          </p:nvSpPr>
          <p:spPr>
            <a:xfrm>
              <a:off x="-1457915" y="345419"/>
              <a:ext cx="440440" cy="214118"/>
            </a:xfrm>
            <a:custGeom>
              <a:avLst/>
              <a:gdLst/>
              <a:ahLst/>
              <a:cxnLst/>
              <a:rect l="l" t="t" r="r" b="b"/>
              <a:pathLst>
                <a:path w="10647" h="5176" extrusionOk="0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7"/>
            <p:cNvSpPr/>
            <p:nvPr/>
          </p:nvSpPr>
          <p:spPr>
            <a:xfrm>
              <a:off x="-1776578" y="302106"/>
              <a:ext cx="412641" cy="383270"/>
            </a:xfrm>
            <a:custGeom>
              <a:avLst/>
              <a:gdLst/>
              <a:ahLst/>
              <a:cxnLst/>
              <a:rect l="l" t="t" r="r" b="b"/>
              <a:pathLst>
                <a:path w="9975" h="9265" extrusionOk="0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7"/>
            <p:cNvSpPr/>
            <p:nvPr/>
          </p:nvSpPr>
          <p:spPr>
            <a:xfrm>
              <a:off x="-1125352" y="455749"/>
              <a:ext cx="93201" cy="87451"/>
            </a:xfrm>
            <a:custGeom>
              <a:avLst/>
              <a:gdLst/>
              <a:ahLst/>
              <a:cxnLst/>
              <a:rect l="l" t="t" r="r" b="b"/>
              <a:pathLst>
                <a:path w="2253" h="2114" extrusionOk="0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7"/>
            <p:cNvSpPr/>
            <p:nvPr/>
          </p:nvSpPr>
          <p:spPr>
            <a:xfrm>
              <a:off x="-1270805" y="658373"/>
              <a:ext cx="254989" cy="33549"/>
            </a:xfrm>
            <a:custGeom>
              <a:avLst/>
              <a:gdLst/>
              <a:ahLst/>
              <a:cxnLst/>
              <a:rect l="l" t="t" r="r" b="b"/>
              <a:pathLst>
                <a:path w="6164" h="811" extrusionOk="0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7"/>
            <p:cNvSpPr/>
            <p:nvPr/>
          </p:nvSpPr>
          <p:spPr>
            <a:xfrm>
              <a:off x="-1341876" y="732754"/>
              <a:ext cx="221440" cy="40871"/>
            </a:xfrm>
            <a:custGeom>
              <a:avLst/>
              <a:gdLst/>
              <a:ahLst/>
              <a:cxnLst/>
              <a:rect l="l" t="t" r="r" b="b"/>
              <a:pathLst>
                <a:path w="5353" h="988" extrusionOk="0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7"/>
            <p:cNvSpPr/>
            <p:nvPr/>
          </p:nvSpPr>
          <p:spPr>
            <a:xfrm>
              <a:off x="-1384362" y="776026"/>
              <a:ext cx="172420" cy="35204"/>
            </a:xfrm>
            <a:custGeom>
              <a:avLst/>
              <a:gdLst/>
              <a:ahLst/>
              <a:cxnLst/>
              <a:rect l="l" t="t" r="r" b="b"/>
              <a:pathLst>
                <a:path w="4168" h="851" extrusionOk="0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7"/>
            <p:cNvSpPr/>
            <p:nvPr/>
          </p:nvSpPr>
          <p:spPr>
            <a:xfrm>
              <a:off x="-1665462" y="560329"/>
              <a:ext cx="1655" cy="1655"/>
            </a:xfrm>
            <a:custGeom>
              <a:avLst/>
              <a:gdLst/>
              <a:ahLst/>
              <a:cxnLst/>
              <a:rect l="l" t="t" r="r" b="b"/>
              <a:pathLst>
                <a:path w="40" h="40" extrusionOk="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7"/>
            <p:cNvSpPr/>
            <p:nvPr/>
          </p:nvSpPr>
          <p:spPr>
            <a:xfrm>
              <a:off x="-1585372" y="391173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7"/>
            <p:cNvSpPr/>
            <p:nvPr/>
          </p:nvSpPr>
          <p:spPr>
            <a:xfrm>
              <a:off x="-1773310" y="302106"/>
              <a:ext cx="214118" cy="335863"/>
            </a:xfrm>
            <a:custGeom>
              <a:avLst/>
              <a:gdLst/>
              <a:ahLst/>
              <a:cxnLst/>
              <a:rect l="l" t="t" r="r" b="b"/>
              <a:pathLst>
                <a:path w="5176" h="8119" extrusionOk="0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7"/>
            <p:cNvSpPr/>
            <p:nvPr/>
          </p:nvSpPr>
          <p:spPr>
            <a:xfrm>
              <a:off x="-1585372" y="390345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7"/>
            <p:cNvSpPr/>
            <p:nvPr/>
          </p:nvSpPr>
          <p:spPr>
            <a:xfrm>
              <a:off x="-1636876" y="495753"/>
              <a:ext cx="869" cy="1696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7"/>
            <p:cNvSpPr/>
            <p:nvPr/>
          </p:nvSpPr>
          <p:spPr>
            <a:xfrm>
              <a:off x="-1304313" y="527648"/>
              <a:ext cx="144662" cy="28626"/>
            </a:xfrm>
            <a:custGeom>
              <a:avLst/>
              <a:gdLst/>
              <a:ahLst/>
              <a:cxnLst/>
              <a:rect l="l" t="t" r="r" b="b"/>
              <a:pathLst>
                <a:path w="3497" h="692" extrusionOk="0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7"/>
            <p:cNvSpPr/>
            <p:nvPr/>
          </p:nvSpPr>
          <p:spPr>
            <a:xfrm>
              <a:off x="-2092800" y="129682"/>
              <a:ext cx="507455" cy="585929"/>
            </a:xfrm>
            <a:custGeom>
              <a:avLst/>
              <a:gdLst/>
              <a:ahLst/>
              <a:cxnLst/>
              <a:rect l="l" t="t" r="r" b="b"/>
              <a:pathLst>
                <a:path w="12267" h="14164" extrusionOk="0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7"/>
            <p:cNvSpPr/>
            <p:nvPr/>
          </p:nvSpPr>
          <p:spPr>
            <a:xfrm>
              <a:off x="-843466" y="108459"/>
              <a:ext cx="216600" cy="156121"/>
            </a:xfrm>
            <a:custGeom>
              <a:avLst/>
              <a:gdLst/>
              <a:ahLst/>
              <a:cxnLst/>
              <a:rect l="l" t="t" r="r" b="b"/>
              <a:pathLst>
                <a:path w="5236" h="3774" extrusionOk="0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7"/>
            <p:cNvSpPr/>
            <p:nvPr/>
          </p:nvSpPr>
          <p:spPr>
            <a:xfrm>
              <a:off x="-966828" y="218748"/>
              <a:ext cx="145489" cy="210850"/>
            </a:xfrm>
            <a:custGeom>
              <a:avLst/>
              <a:gdLst/>
              <a:ahLst/>
              <a:cxnLst/>
              <a:rect l="l" t="t" r="r" b="b"/>
              <a:pathLst>
                <a:path w="3517" h="5097" extrusionOk="0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7"/>
            <p:cNvSpPr/>
            <p:nvPr/>
          </p:nvSpPr>
          <p:spPr>
            <a:xfrm>
              <a:off x="-916192" y="-26361"/>
              <a:ext cx="104660" cy="205927"/>
            </a:xfrm>
            <a:custGeom>
              <a:avLst/>
              <a:gdLst/>
              <a:ahLst/>
              <a:cxnLst/>
              <a:rect l="l" t="t" r="r" b="b"/>
              <a:pathLst>
                <a:path w="2530" h="4978" extrusionOk="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7"/>
            <p:cNvSpPr/>
            <p:nvPr/>
          </p:nvSpPr>
          <p:spPr>
            <a:xfrm>
              <a:off x="-533781" y="304547"/>
              <a:ext cx="118518" cy="205141"/>
            </a:xfrm>
            <a:custGeom>
              <a:avLst/>
              <a:gdLst/>
              <a:ahLst/>
              <a:cxnLst/>
              <a:rect l="l" t="t" r="r" b="b"/>
              <a:pathLst>
                <a:path w="2865" h="4959" extrusionOk="0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7"/>
            <p:cNvSpPr/>
            <p:nvPr/>
          </p:nvSpPr>
          <p:spPr>
            <a:xfrm>
              <a:off x="-501099" y="193431"/>
              <a:ext cx="213332" cy="129977"/>
            </a:xfrm>
            <a:custGeom>
              <a:avLst/>
              <a:gdLst/>
              <a:ahLst/>
              <a:cxnLst/>
              <a:rect l="l" t="t" r="r" b="b"/>
              <a:pathLst>
                <a:path w="5157" h="3142" extrusionOk="0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7"/>
            <p:cNvSpPr/>
            <p:nvPr/>
          </p:nvSpPr>
          <p:spPr>
            <a:xfrm>
              <a:off x="-577880" y="534184"/>
              <a:ext cx="190415" cy="116863"/>
            </a:xfrm>
            <a:custGeom>
              <a:avLst/>
              <a:gdLst/>
              <a:ahLst/>
              <a:cxnLst/>
              <a:rect l="l" t="t" r="r" b="b"/>
              <a:pathLst>
                <a:path w="4603" h="2825" extrusionOk="0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7"/>
            <p:cNvSpPr/>
            <p:nvPr/>
          </p:nvSpPr>
          <p:spPr>
            <a:xfrm>
              <a:off x="-513344" y="326638"/>
              <a:ext cx="76033" cy="169979"/>
            </a:xfrm>
            <a:custGeom>
              <a:avLst/>
              <a:gdLst/>
              <a:ahLst/>
              <a:cxnLst/>
              <a:rect l="l" t="t" r="r" b="b"/>
              <a:pathLst>
                <a:path w="1838" h="4109" extrusionOk="0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7"/>
            <p:cNvSpPr/>
            <p:nvPr/>
          </p:nvSpPr>
          <p:spPr>
            <a:xfrm>
              <a:off x="-476568" y="244935"/>
              <a:ext cx="174074" cy="56384"/>
            </a:xfrm>
            <a:custGeom>
              <a:avLst/>
              <a:gdLst/>
              <a:ahLst/>
              <a:cxnLst/>
              <a:rect l="l" t="t" r="r" b="b"/>
              <a:pathLst>
                <a:path w="4208" h="1363" extrusionOk="0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7"/>
            <p:cNvSpPr/>
            <p:nvPr/>
          </p:nvSpPr>
          <p:spPr>
            <a:xfrm>
              <a:off x="-566462" y="577497"/>
              <a:ext cx="164270" cy="38430"/>
            </a:xfrm>
            <a:custGeom>
              <a:avLst/>
              <a:gdLst/>
              <a:ahLst/>
              <a:cxnLst/>
              <a:rect l="l" t="t" r="r" b="b"/>
              <a:pathLst>
                <a:path w="3971" h="929" extrusionOk="0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7"/>
            <p:cNvSpPr/>
            <p:nvPr/>
          </p:nvSpPr>
          <p:spPr>
            <a:xfrm>
              <a:off x="-926783" y="235916"/>
              <a:ext cx="68670" cy="172461"/>
            </a:xfrm>
            <a:custGeom>
              <a:avLst/>
              <a:gdLst/>
              <a:ahLst/>
              <a:cxnLst/>
              <a:rect l="l" t="t" r="r" b="b"/>
              <a:pathLst>
                <a:path w="1660" h="4169" extrusionOk="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7"/>
            <p:cNvSpPr/>
            <p:nvPr/>
          </p:nvSpPr>
          <p:spPr>
            <a:xfrm>
              <a:off x="-827912" y="128896"/>
              <a:ext cx="189587" cy="103791"/>
            </a:xfrm>
            <a:custGeom>
              <a:avLst/>
              <a:gdLst/>
              <a:ahLst/>
              <a:cxnLst/>
              <a:rect l="l" t="t" r="r" b="b"/>
              <a:pathLst>
                <a:path w="4583" h="2509" extrusionOk="0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7"/>
            <p:cNvSpPr/>
            <p:nvPr/>
          </p:nvSpPr>
          <p:spPr>
            <a:xfrm>
              <a:off x="-888393" y="-14943"/>
              <a:ext cx="41698" cy="162657"/>
            </a:xfrm>
            <a:custGeom>
              <a:avLst/>
              <a:gdLst/>
              <a:ahLst/>
              <a:cxnLst/>
              <a:rect l="l" t="t" r="r" b="b"/>
              <a:pathLst>
                <a:path w="1008" h="3932" extrusionOk="0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7"/>
            <p:cNvSpPr/>
            <p:nvPr/>
          </p:nvSpPr>
          <p:spPr>
            <a:xfrm>
              <a:off x="-647338" y="248203"/>
              <a:ext cx="51503" cy="67843"/>
            </a:xfrm>
            <a:custGeom>
              <a:avLst/>
              <a:gdLst/>
              <a:ahLst/>
              <a:cxnLst/>
              <a:rect l="l" t="t" r="r" b="b"/>
              <a:pathLst>
                <a:path w="1245" h="1640" extrusionOk="0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7"/>
            <p:cNvSpPr/>
            <p:nvPr/>
          </p:nvSpPr>
          <p:spPr>
            <a:xfrm>
              <a:off x="-689037" y="312738"/>
              <a:ext cx="52371" cy="45794"/>
            </a:xfrm>
            <a:custGeom>
              <a:avLst/>
              <a:gdLst/>
              <a:ahLst/>
              <a:cxnLst/>
              <a:rect l="l" t="t" r="r" b="b"/>
              <a:pathLst>
                <a:path w="1266" h="1107" extrusionOk="0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7"/>
            <p:cNvSpPr/>
            <p:nvPr/>
          </p:nvSpPr>
          <p:spPr>
            <a:xfrm>
              <a:off x="-599970" y="311910"/>
              <a:ext cx="63789" cy="48276"/>
            </a:xfrm>
            <a:custGeom>
              <a:avLst/>
              <a:gdLst/>
              <a:ahLst/>
              <a:cxnLst/>
              <a:rect l="l" t="t" r="r" b="b"/>
              <a:pathLst>
                <a:path w="1542" h="1167" extrusionOk="0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7"/>
            <p:cNvSpPr/>
            <p:nvPr/>
          </p:nvSpPr>
          <p:spPr>
            <a:xfrm>
              <a:off x="-589339" y="222844"/>
              <a:ext cx="57253" cy="66229"/>
            </a:xfrm>
            <a:custGeom>
              <a:avLst/>
              <a:gdLst/>
              <a:ahLst/>
              <a:cxnLst/>
              <a:rect l="l" t="t" r="r" b="b"/>
              <a:pathLst>
                <a:path w="1384" h="1601" extrusionOk="0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7"/>
            <p:cNvSpPr/>
            <p:nvPr/>
          </p:nvSpPr>
          <p:spPr>
            <a:xfrm>
              <a:off x="-592607" y="387077"/>
              <a:ext cx="48276" cy="50717"/>
            </a:xfrm>
            <a:custGeom>
              <a:avLst/>
              <a:gdLst/>
              <a:ahLst/>
              <a:cxnLst/>
              <a:rect l="l" t="t" r="r" b="b"/>
              <a:pathLst>
                <a:path w="1167" h="1226" extrusionOk="0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7"/>
            <p:cNvSpPr/>
            <p:nvPr/>
          </p:nvSpPr>
          <p:spPr>
            <a:xfrm>
              <a:off x="-725773" y="376487"/>
              <a:ext cx="51503" cy="41698"/>
            </a:xfrm>
            <a:custGeom>
              <a:avLst/>
              <a:gdLst/>
              <a:ahLst/>
              <a:cxnLst/>
              <a:rect l="l" t="t" r="r" b="b"/>
              <a:pathLst>
                <a:path w="1245" h="1008" extrusionOk="0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7"/>
            <p:cNvSpPr/>
            <p:nvPr/>
          </p:nvSpPr>
          <p:spPr>
            <a:xfrm>
              <a:off x="-735577" y="235916"/>
              <a:ext cx="44139" cy="50717"/>
            </a:xfrm>
            <a:custGeom>
              <a:avLst/>
              <a:gdLst/>
              <a:ahLst/>
              <a:cxnLst/>
              <a:rect l="l" t="t" r="r" b="b"/>
              <a:pathLst>
                <a:path w="1067" h="1226" extrusionOk="0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7"/>
            <p:cNvSpPr/>
            <p:nvPr/>
          </p:nvSpPr>
          <p:spPr>
            <a:xfrm>
              <a:off x="-624461" y="103537"/>
              <a:ext cx="59693" cy="48276"/>
            </a:xfrm>
            <a:custGeom>
              <a:avLst/>
              <a:gdLst/>
              <a:ahLst/>
              <a:cxnLst/>
              <a:rect l="l" t="t" r="r" b="b"/>
              <a:pathLst>
                <a:path w="1443" h="1167" extrusionOk="0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1" name="Google Shape;1661;p7"/>
          <p:cNvGrpSpPr/>
          <p:nvPr/>
        </p:nvGrpSpPr>
        <p:grpSpPr>
          <a:xfrm>
            <a:off x="8536850" y="3236800"/>
            <a:ext cx="898165" cy="766770"/>
            <a:chOff x="-252625" y="2918525"/>
            <a:chExt cx="898165" cy="766770"/>
          </a:xfrm>
        </p:grpSpPr>
        <p:sp>
          <p:nvSpPr>
            <p:cNvPr id="1662" name="Google Shape;1662;p7"/>
            <p:cNvSpPr/>
            <p:nvPr/>
          </p:nvSpPr>
          <p:spPr>
            <a:xfrm>
              <a:off x="-186914" y="2918525"/>
              <a:ext cx="788423" cy="766770"/>
            </a:xfrm>
            <a:custGeom>
              <a:avLst/>
              <a:gdLst/>
              <a:ahLst/>
              <a:cxnLst/>
              <a:rect l="l" t="t" r="r" b="b"/>
              <a:pathLst>
                <a:path w="25125" h="24435" extrusionOk="0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7"/>
            <p:cNvSpPr/>
            <p:nvPr/>
          </p:nvSpPr>
          <p:spPr>
            <a:xfrm>
              <a:off x="-69770" y="3110666"/>
              <a:ext cx="639054" cy="564714"/>
            </a:xfrm>
            <a:custGeom>
              <a:avLst/>
              <a:gdLst/>
              <a:ahLst/>
              <a:cxnLst/>
              <a:rect l="l" t="t" r="r" b="b"/>
              <a:pathLst>
                <a:path w="20365" h="17996" extrusionOk="0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7"/>
            <p:cNvSpPr/>
            <p:nvPr/>
          </p:nvSpPr>
          <p:spPr>
            <a:xfrm>
              <a:off x="264935" y="3361707"/>
              <a:ext cx="139484" cy="135781"/>
            </a:xfrm>
            <a:custGeom>
              <a:avLst/>
              <a:gdLst/>
              <a:ahLst/>
              <a:cxnLst/>
              <a:rect l="l" t="t" r="r" b="b"/>
              <a:pathLst>
                <a:path w="4445" h="4327" extrusionOk="0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7"/>
            <p:cNvSpPr/>
            <p:nvPr/>
          </p:nvSpPr>
          <p:spPr>
            <a:xfrm>
              <a:off x="100689" y="3457794"/>
              <a:ext cx="140112" cy="133898"/>
            </a:xfrm>
            <a:custGeom>
              <a:avLst/>
              <a:gdLst/>
              <a:ahLst/>
              <a:cxnLst/>
              <a:rect l="l" t="t" r="r" b="b"/>
              <a:pathLst>
                <a:path w="4465" h="4267" extrusionOk="0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7"/>
            <p:cNvSpPr/>
            <p:nvPr/>
          </p:nvSpPr>
          <p:spPr>
            <a:xfrm>
              <a:off x="199224" y="3212934"/>
              <a:ext cx="146921" cy="133930"/>
            </a:xfrm>
            <a:custGeom>
              <a:avLst/>
              <a:gdLst/>
              <a:ahLst/>
              <a:cxnLst/>
              <a:rect l="l" t="t" r="r" b="b"/>
              <a:pathLst>
                <a:path w="4682" h="4268" extrusionOk="0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7"/>
            <p:cNvSpPr/>
            <p:nvPr/>
          </p:nvSpPr>
          <p:spPr>
            <a:xfrm>
              <a:off x="33723" y="3317085"/>
              <a:ext cx="135781" cy="133898"/>
            </a:xfrm>
            <a:custGeom>
              <a:avLst/>
              <a:gdLst/>
              <a:ahLst/>
              <a:cxnLst/>
              <a:rect l="l" t="t" r="r" b="b"/>
              <a:pathLst>
                <a:path w="4327" h="4267" extrusionOk="0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7"/>
            <p:cNvSpPr/>
            <p:nvPr/>
          </p:nvSpPr>
          <p:spPr>
            <a:xfrm>
              <a:off x="-252625" y="2951380"/>
              <a:ext cx="430188" cy="475438"/>
            </a:xfrm>
            <a:custGeom>
              <a:avLst/>
              <a:gdLst/>
              <a:ahLst/>
              <a:cxnLst/>
              <a:rect l="l" t="t" r="r" b="b"/>
              <a:pathLst>
                <a:path w="13709" h="15151" extrusionOk="0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7"/>
            <p:cNvSpPr/>
            <p:nvPr/>
          </p:nvSpPr>
          <p:spPr>
            <a:xfrm>
              <a:off x="80856" y="2930920"/>
              <a:ext cx="564683" cy="264690"/>
            </a:xfrm>
            <a:custGeom>
              <a:avLst/>
              <a:gdLst/>
              <a:ahLst/>
              <a:cxnLst/>
              <a:rect l="l" t="t" r="r" b="b"/>
              <a:pathLst>
                <a:path w="17995" h="8435" extrusionOk="0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7"/>
            <p:cNvSpPr/>
            <p:nvPr/>
          </p:nvSpPr>
          <p:spPr>
            <a:xfrm>
              <a:off x="351075" y="3134232"/>
              <a:ext cx="120280" cy="125238"/>
            </a:xfrm>
            <a:custGeom>
              <a:avLst/>
              <a:gdLst/>
              <a:ahLst/>
              <a:cxnLst/>
              <a:rect l="l" t="t" r="r" b="b"/>
              <a:pathLst>
                <a:path w="3833" h="3991" extrusionOk="0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7"/>
            <p:cNvSpPr/>
            <p:nvPr/>
          </p:nvSpPr>
          <p:spPr>
            <a:xfrm>
              <a:off x="440352" y="3279272"/>
              <a:ext cx="124610" cy="132047"/>
            </a:xfrm>
            <a:custGeom>
              <a:avLst/>
              <a:gdLst/>
              <a:ahLst/>
              <a:cxnLst/>
              <a:rect l="l" t="t" r="r" b="b"/>
              <a:pathLst>
                <a:path w="3971" h="4208" extrusionOk="0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7"/>
            <p:cNvSpPr/>
            <p:nvPr/>
          </p:nvSpPr>
          <p:spPr>
            <a:xfrm>
              <a:off x="102540" y="3330108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7"/>
            <p:cNvSpPr/>
            <p:nvPr/>
          </p:nvSpPr>
          <p:spPr>
            <a:xfrm>
              <a:off x="91997" y="337473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7"/>
            <p:cNvSpPr/>
            <p:nvPr/>
          </p:nvSpPr>
          <p:spPr>
            <a:xfrm>
              <a:off x="43043" y="3358601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7"/>
            <p:cNvSpPr/>
            <p:nvPr/>
          </p:nvSpPr>
          <p:spPr>
            <a:xfrm>
              <a:off x="52959" y="341502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7"/>
            <p:cNvSpPr/>
            <p:nvPr/>
          </p:nvSpPr>
          <p:spPr>
            <a:xfrm>
              <a:off x="160814" y="3475743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7"/>
            <p:cNvSpPr/>
            <p:nvPr/>
          </p:nvSpPr>
          <p:spPr>
            <a:xfrm>
              <a:off x="202331" y="3509226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7"/>
            <p:cNvSpPr/>
            <p:nvPr/>
          </p:nvSpPr>
          <p:spPr>
            <a:xfrm>
              <a:off x="153377" y="3528430"/>
              <a:ext cx="19236" cy="17385"/>
            </a:xfrm>
            <a:custGeom>
              <a:avLst/>
              <a:gdLst/>
              <a:ahLst/>
              <a:cxnLst/>
              <a:rect l="l" t="t" r="r" b="b"/>
              <a:pathLst>
                <a:path w="613" h="554" extrusionOk="0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7"/>
            <p:cNvSpPr/>
            <p:nvPr/>
          </p:nvSpPr>
          <p:spPr>
            <a:xfrm>
              <a:off x="176912" y="3563137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7"/>
            <p:cNvSpPr/>
            <p:nvPr/>
          </p:nvSpPr>
          <p:spPr>
            <a:xfrm>
              <a:off x="118639" y="3518514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7"/>
            <p:cNvSpPr/>
            <p:nvPr/>
          </p:nvSpPr>
          <p:spPr>
            <a:xfrm>
              <a:off x="375269" y="342183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7"/>
            <p:cNvSpPr/>
            <p:nvPr/>
          </p:nvSpPr>
          <p:spPr>
            <a:xfrm>
              <a:off x="319474" y="3424311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7"/>
            <p:cNvSpPr/>
            <p:nvPr/>
          </p:nvSpPr>
          <p:spPr>
            <a:xfrm>
              <a:off x="344265" y="3460869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7"/>
            <p:cNvSpPr/>
            <p:nvPr/>
          </p:nvSpPr>
          <p:spPr>
            <a:xfrm>
              <a:off x="283512" y="3451580"/>
              <a:ext cx="16788" cy="17385"/>
            </a:xfrm>
            <a:custGeom>
              <a:avLst/>
              <a:gdLst/>
              <a:ahLst/>
              <a:cxnLst/>
              <a:rect l="l" t="t" r="r" b="b"/>
              <a:pathLst>
                <a:path w="535" h="554" extrusionOk="0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7"/>
            <p:cNvSpPr/>
            <p:nvPr/>
          </p:nvSpPr>
          <p:spPr>
            <a:xfrm>
              <a:off x="295311" y="3381540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7"/>
            <p:cNvSpPr/>
            <p:nvPr/>
          </p:nvSpPr>
          <p:spPr>
            <a:xfrm>
              <a:off x="265563" y="3235873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7"/>
            <p:cNvSpPr/>
            <p:nvPr/>
          </p:nvSpPr>
          <p:spPr>
            <a:xfrm>
              <a:off x="264307" y="3295997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7"/>
            <p:cNvSpPr/>
            <p:nvPr/>
          </p:nvSpPr>
          <p:spPr>
            <a:xfrm>
              <a:off x="219684" y="3271835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7"/>
            <p:cNvSpPr/>
            <p:nvPr/>
          </p:nvSpPr>
          <p:spPr>
            <a:xfrm>
              <a:off x="413083" y="3216668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7"/>
            <p:cNvSpPr/>
            <p:nvPr/>
          </p:nvSpPr>
          <p:spPr>
            <a:xfrm>
              <a:off x="384558" y="316150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7"/>
            <p:cNvSpPr/>
            <p:nvPr/>
          </p:nvSpPr>
          <p:spPr>
            <a:xfrm>
              <a:off x="369683" y="319806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7"/>
            <p:cNvSpPr/>
            <p:nvPr/>
          </p:nvSpPr>
          <p:spPr>
            <a:xfrm>
              <a:off x="485603" y="3312754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7"/>
            <p:cNvSpPr/>
            <p:nvPr/>
          </p:nvSpPr>
          <p:spPr>
            <a:xfrm>
              <a:off x="516576" y="3347461"/>
              <a:ext cx="17385" cy="17981"/>
            </a:xfrm>
            <a:custGeom>
              <a:avLst/>
              <a:gdLst/>
              <a:ahLst/>
              <a:cxnLst/>
              <a:rect l="l" t="t" r="r" b="b"/>
              <a:pathLst>
                <a:path w="554" h="573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7"/>
            <p:cNvSpPr/>
            <p:nvPr/>
          </p:nvSpPr>
          <p:spPr>
            <a:xfrm>
              <a:off x="484348" y="3379688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7"/>
            <p:cNvSpPr/>
            <p:nvPr/>
          </p:nvSpPr>
          <p:spPr>
            <a:xfrm>
              <a:off x="465143" y="3335662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7"/>
            <p:cNvSpPr/>
            <p:nvPr/>
          </p:nvSpPr>
          <p:spPr>
            <a:xfrm>
              <a:off x="65354" y="3246417"/>
              <a:ext cx="393003" cy="279564"/>
            </a:xfrm>
            <a:custGeom>
              <a:avLst/>
              <a:gdLst/>
              <a:ahLst/>
              <a:cxnLst/>
              <a:rect l="l" t="t" r="r" b="b"/>
              <a:pathLst>
                <a:path w="12524" h="8909" extrusionOk="0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7"/>
            <p:cNvSpPr/>
            <p:nvPr/>
          </p:nvSpPr>
          <p:spPr>
            <a:xfrm>
              <a:off x="-69770" y="3367293"/>
              <a:ext cx="639054" cy="308089"/>
            </a:xfrm>
            <a:custGeom>
              <a:avLst/>
              <a:gdLst/>
              <a:ahLst/>
              <a:cxnLst/>
              <a:rect l="l" t="t" r="r" b="b"/>
              <a:pathLst>
                <a:path w="20365" h="9818" extrusionOk="0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8" name="Google Shape;1698;p7"/>
          <p:cNvGrpSpPr/>
          <p:nvPr/>
        </p:nvGrpSpPr>
        <p:grpSpPr>
          <a:xfrm rot="1746615">
            <a:off x="3514966" y="4512132"/>
            <a:ext cx="1047275" cy="979617"/>
            <a:chOff x="-252624" y="1601574"/>
            <a:chExt cx="1047258" cy="979600"/>
          </a:xfrm>
        </p:grpSpPr>
        <p:sp>
          <p:nvSpPr>
            <p:cNvPr id="1699" name="Google Shape;1699;p7"/>
            <p:cNvSpPr/>
            <p:nvPr/>
          </p:nvSpPr>
          <p:spPr>
            <a:xfrm>
              <a:off x="534175" y="1698647"/>
              <a:ext cx="203734" cy="206468"/>
            </a:xfrm>
            <a:custGeom>
              <a:avLst/>
              <a:gdLst/>
              <a:ahLst/>
              <a:cxnLst/>
              <a:rect l="l" t="t" r="r" b="b"/>
              <a:pathLst>
                <a:path w="5887" h="5966" extrusionOk="0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7"/>
            <p:cNvSpPr/>
            <p:nvPr/>
          </p:nvSpPr>
          <p:spPr>
            <a:xfrm>
              <a:off x="-186316" y="2276933"/>
              <a:ext cx="200343" cy="205811"/>
            </a:xfrm>
            <a:custGeom>
              <a:avLst/>
              <a:gdLst/>
              <a:ahLst/>
              <a:cxnLst/>
              <a:rect l="l" t="t" r="r" b="b"/>
              <a:pathLst>
                <a:path w="5789" h="5947" extrusionOk="0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7"/>
            <p:cNvSpPr/>
            <p:nvPr/>
          </p:nvSpPr>
          <p:spPr>
            <a:xfrm>
              <a:off x="-243730" y="1601574"/>
              <a:ext cx="1038363" cy="979600"/>
            </a:xfrm>
            <a:custGeom>
              <a:avLst/>
              <a:gdLst/>
              <a:ahLst/>
              <a:cxnLst/>
              <a:rect l="l" t="t" r="r" b="b"/>
              <a:pathLst>
                <a:path w="30004" h="28306" extrusionOk="0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7"/>
            <p:cNvSpPr/>
            <p:nvPr/>
          </p:nvSpPr>
          <p:spPr>
            <a:xfrm>
              <a:off x="-194518" y="1657637"/>
              <a:ext cx="924228" cy="877750"/>
            </a:xfrm>
            <a:custGeom>
              <a:avLst/>
              <a:gdLst/>
              <a:ahLst/>
              <a:cxnLst/>
              <a:rect l="l" t="t" r="r" b="b"/>
              <a:pathLst>
                <a:path w="26706" h="25363" extrusionOk="0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7"/>
            <p:cNvSpPr/>
            <p:nvPr/>
          </p:nvSpPr>
          <p:spPr>
            <a:xfrm>
              <a:off x="283998" y="1871579"/>
              <a:ext cx="192798" cy="193491"/>
            </a:xfrm>
            <a:custGeom>
              <a:avLst/>
              <a:gdLst/>
              <a:ahLst/>
              <a:cxnLst/>
              <a:rect l="l" t="t" r="r" b="b"/>
              <a:pathLst>
                <a:path w="5571" h="5591" extrusionOk="0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7"/>
            <p:cNvSpPr/>
            <p:nvPr/>
          </p:nvSpPr>
          <p:spPr>
            <a:xfrm>
              <a:off x="254582" y="1705499"/>
              <a:ext cx="236577" cy="168192"/>
            </a:xfrm>
            <a:custGeom>
              <a:avLst/>
              <a:gdLst/>
              <a:ahLst/>
              <a:cxnLst/>
              <a:rect l="l" t="t" r="r" b="b"/>
              <a:pathLst>
                <a:path w="6836" h="4860" extrusionOk="0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7"/>
            <p:cNvSpPr/>
            <p:nvPr/>
          </p:nvSpPr>
          <p:spPr>
            <a:xfrm>
              <a:off x="480188" y="1885941"/>
              <a:ext cx="187988" cy="220138"/>
            </a:xfrm>
            <a:custGeom>
              <a:avLst/>
              <a:gdLst/>
              <a:ahLst/>
              <a:cxnLst/>
              <a:rect l="l" t="t" r="r" b="b"/>
              <a:pathLst>
                <a:path w="5432" h="6361" extrusionOk="0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7"/>
            <p:cNvSpPr/>
            <p:nvPr/>
          </p:nvSpPr>
          <p:spPr>
            <a:xfrm>
              <a:off x="106255" y="1808040"/>
              <a:ext cx="177779" cy="213286"/>
            </a:xfrm>
            <a:custGeom>
              <a:avLst/>
              <a:gdLst/>
              <a:ahLst/>
              <a:cxnLst/>
              <a:rect l="l" t="t" r="r" b="b"/>
              <a:pathLst>
                <a:path w="5137" h="6163" extrusionOk="0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7"/>
            <p:cNvSpPr/>
            <p:nvPr/>
          </p:nvSpPr>
          <p:spPr>
            <a:xfrm>
              <a:off x="348922" y="2067767"/>
              <a:ext cx="209894" cy="195532"/>
            </a:xfrm>
            <a:custGeom>
              <a:avLst/>
              <a:gdLst/>
              <a:ahLst/>
              <a:cxnLst/>
              <a:rect l="l" t="t" r="r" b="b"/>
              <a:pathLst>
                <a:path w="6065" h="5650" extrusionOk="0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7"/>
            <p:cNvSpPr/>
            <p:nvPr/>
          </p:nvSpPr>
          <p:spPr>
            <a:xfrm>
              <a:off x="-137105" y="2061642"/>
              <a:ext cx="276895" cy="276860"/>
            </a:xfrm>
            <a:custGeom>
              <a:avLst/>
              <a:gdLst/>
              <a:ahLst/>
              <a:cxnLst/>
              <a:rect l="l" t="t" r="r" b="b"/>
              <a:pathLst>
                <a:path w="8001" h="8000" extrusionOk="0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7"/>
            <p:cNvSpPr/>
            <p:nvPr/>
          </p:nvSpPr>
          <p:spPr>
            <a:xfrm>
              <a:off x="95319" y="2182628"/>
              <a:ext cx="343860" cy="276860"/>
            </a:xfrm>
            <a:custGeom>
              <a:avLst/>
              <a:gdLst/>
              <a:ahLst/>
              <a:cxnLst/>
              <a:rect l="l" t="t" r="r" b="b"/>
              <a:pathLst>
                <a:path w="9936" h="8000" extrusionOk="0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7"/>
            <p:cNvSpPr/>
            <p:nvPr/>
          </p:nvSpPr>
          <p:spPr>
            <a:xfrm>
              <a:off x="70021" y="1905771"/>
              <a:ext cx="327491" cy="255680"/>
            </a:xfrm>
            <a:custGeom>
              <a:avLst/>
              <a:gdLst/>
              <a:ahLst/>
              <a:cxnLst/>
              <a:rect l="l" t="t" r="r" b="b"/>
              <a:pathLst>
                <a:path w="9463" h="7388" extrusionOk="0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7"/>
            <p:cNvSpPr/>
            <p:nvPr/>
          </p:nvSpPr>
          <p:spPr>
            <a:xfrm>
              <a:off x="-252624" y="1774540"/>
              <a:ext cx="568774" cy="555070"/>
            </a:xfrm>
            <a:custGeom>
              <a:avLst/>
              <a:gdLst/>
              <a:ahLst/>
              <a:cxnLst/>
              <a:rect l="l" t="t" r="r" b="b"/>
              <a:pathLst>
                <a:path w="16435" h="16039" extrusionOk="0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2" name="Google Shape;1712;p7"/>
          <p:cNvGrpSpPr/>
          <p:nvPr/>
        </p:nvGrpSpPr>
        <p:grpSpPr>
          <a:xfrm>
            <a:off x="8087125" y="4255401"/>
            <a:ext cx="925639" cy="688028"/>
            <a:chOff x="8588925" y="2091476"/>
            <a:chExt cx="925639" cy="688028"/>
          </a:xfrm>
        </p:grpSpPr>
        <p:sp>
          <p:nvSpPr>
            <p:cNvPr id="1713" name="Google Shape;1713;p7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7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7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7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7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7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7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7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7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7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7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7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7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7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2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8" name="Google Shape;2518;p11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2519" name="Google Shape;2519;p11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11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11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11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11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11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11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11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11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11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11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11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11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11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11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11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11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11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11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11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11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11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11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11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11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11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11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11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11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11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11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11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11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11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11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11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11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11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11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11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11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11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11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11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11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11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11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11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11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11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11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11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11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11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11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11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11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11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11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11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11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11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11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11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11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11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11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11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11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11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11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11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11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11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11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11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11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11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11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11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11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11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11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11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11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11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11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11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11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11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11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11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11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11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11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11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11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11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11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11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11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11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11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11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11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11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11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11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11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11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11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11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11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11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11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11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11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36" name="Google Shape;2636;p11"/>
          <p:cNvSpPr txBox="1">
            <a:spLocks noGrp="1"/>
          </p:cNvSpPr>
          <p:nvPr>
            <p:ph type="title" hasCustomPrompt="1"/>
          </p:nvPr>
        </p:nvSpPr>
        <p:spPr>
          <a:xfrm>
            <a:off x="1394246" y="1829050"/>
            <a:ext cx="6357300" cy="119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637" name="Google Shape;2637;p11"/>
          <p:cNvSpPr txBox="1">
            <a:spLocks noGrp="1"/>
          </p:cNvSpPr>
          <p:nvPr>
            <p:ph type="subTitle" idx="1"/>
          </p:nvPr>
        </p:nvSpPr>
        <p:spPr>
          <a:xfrm>
            <a:off x="1391850" y="2948750"/>
            <a:ext cx="63603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638" name="Google Shape;2638;p11"/>
          <p:cNvSpPr/>
          <p:nvPr/>
        </p:nvSpPr>
        <p:spPr>
          <a:xfrm rot="-5400000">
            <a:off x="2302741" y="-680239"/>
            <a:ext cx="4538517" cy="6503979"/>
          </a:xfrm>
          <a:custGeom>
            <a:avLst/>
            <a:gdLst/>
            <a:ahLst/>
            <a:cxnLst/>
            <a:rect l="l" t="t" r="r" b="b"/>
            <a:pathLst>
              <a:path w="54999" h="78817" extrusionOk="0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39" name="Google Shape;2639;p11"/>
          <p:cNvGrpSpPr/>
          <p:nvPr/>
        </p:nvGrpSpPr>
        <p:grpSpPr>
          <a:xfrm rot="1746615">
            <a:off x="3943591" y="4254957"/>
            <a:ext cx="1047275" cy="979617"/>
            <a:chOff x="-252624" y="1601574"/>
            <a:chExt cx="1047258" cy="979600"/>
          </a:xfrm>
        </p:grpSpPr>
        <p:sp>
          <p:nvSpPr>
            <p:cNvPr id="2640" name="Google Shape;2640;p11"/>
            <p:cNvSpPr/>
            <p:nvPr/>
          </p:nvSpPr>
          <p:spPr>
            <a:xfrm>
              <a:off x="534175" y="1698647"/>
              <a:ext cx="203734" cy="206468"/>
            </a:xfrm>
            <a:custGeom>
              <a:avLst/>
              <a:gdLst/>
              <a:ahLst/>
              <a:cxnLst/>
              <a:rect l="l" t="t" r="r" b="b"/>
              <a:pathLst>
                <a:path w="5887" h="5966" extrusionOk="0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11"/>
            <p:cNvSpPr/>
            <p:nvPr/>
          </p:nvSpPr>
          <p:spPr>
            <a:xfrm>
              <a:off x="-186316" y="2276933"/>
              <a:ext cx="200343" cy="205811"/>
            </a:xfrm>
            <a:custGeom>
              <a:avLst/>
              <a:gdLst/>
              <a:ahLst/>
              <a:cxnLst/>
              <a:rect l="l" t="t" r="r" b="b"/>
              <a:pathLst>
                <a:path w="5789" h="5947" extrusionOk="0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11"/>
            <p:cNvSpPr/>
            <p:nvPr/>
          </p:nvSpPr>
          <p:spPr>
            <a:xfrm>
              <a:off x="-243730" y="1601574"/>
              <a:ext cx="1038363" cy="979600"/>
            </a:xfrm>
            <a:custGeom>
              <a:avLst/>
              <a:gdLst/>
              <a:ahLst/>
              <a:cxnLst/>
              <a:rect l="l" t="t" r="r" b="b"/>
              <a:pathLst>
                <a:path w="30004" h="28306" extrusionOk="0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11"/>
            <p:cNvSpPr/>
            <p:nvPr/>
          </p:nvSpPr>
          <p:spPr>
            <a:xfrm>
              <a:off x="-194518" y="1657637"/>
              <a:ext cx="924228" cy="877750"/>
            </a:xfrm>
            <a:custGeom>
              <a:avLst/>
              <a:gdLst/>
              <a:ahLst/>
              <a:cxnLst/>
              <a:rect l="l" t="t" r="r" b="b"/>
              <a:pathLst>
                <a:path w="26706" h="25363" extrusionOk="0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11"/>
            <p:cNvSpPr/>
            <p:nvPr/>
          </p:nvSpPr>
          <p:spPr>
            <a:xfrm>
              <a:off x="283998" y="1871579"/>
              <a:ext cx="192798" cy="193491"/>
            </a:xfrm>
            <a:custGeom>
              <a:avLst/>
              <a:gdLst/>
              <a:ahLst/>
              <a:cxnLst/>
              <a:rect l="l" t="t" r="r" b="b"/>
              <a:pathLst>
                <a:path w="5571" h="5591" extrusionOk="0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11"/>
            <p:cNvSpPr/>
            <p:nvPr/>
          </p:nvSpPr>
          <p:spPr>
            <a:xfrm>
              <a:off x="254582" y="1705499"/>
              <a:ext cx="236577" cy="168192"/>
            </a:xfrm>
            <a:custGeom>
              <a:avLst/>
              <a:gdLst/>
              <a:ahLst/>
              <a:cxnLst/>
              <a:rect l="l" t="t" r="r" b="b"/>
              <a:pathLst>
                <a:path w="6836" h="4860" extrusionOk="0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11"/>
            <p:cNvSpPr/>
            <p:nvPr/>
          </p:nvSpPr>
          <p:spPr>
            <a:xfrm>
              <a:off x="480188" y="1885941"/>
              <a:ext cx="187988" cy="220138"/>
            </a:xfrm>
            <a:custGeom>
              <a:avLst/>
              <a:gdLst/>
              <a:ahLst/>
              <a:cxnLst/>
              <a:rect l="l" t="t" r="r" b="b"/>
              <a:pathLst>
                <a:path w="5432" h="6361" extrusionOk="0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11"/>
            <p:cNvSpPr/>
            <p:nvPr/>
          </p:nvSpPr>
          <p:spPr>
            <a:xfrm>
              <a:off x="106255" y="1808040"/>
              <a:ext cx="177779" cy="213286"/>
            </a:xfrm>
            <a:custGeom>
              <a:avLst/>
              <a:gdLst/>
              <a:ahLst/>
              <a:cxnLst/>
              <a:rect l="l" t="t" r="r" b="b"/>
              <a:pathLst>
                <a:path w="5137" h="6163" extrusionOk="0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11"/>
            <p:cNvSpPr/>
            <p:nvPr/>
          </p:nvSpPr>
          <p:spPr>
            <a:xfrm>
              <a:off x="348922" y="2067767"/>
              <a:ext cx="209894" cy="195532"/>
            </a:xfrm>
            <a:custGeom>
              <a:avLst/>
              <a:gdLst/>
              <a:ahLst/>
              <a:cxnLst/>
              <a:rect l="l" t="t" r="r" b="b"/>
              <a:pathLst>
                <a:path w="6065" h="5650" extrusionOk="0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11"/>
            <p:cNvSpPr/>
            <p:nvPr/>
          </p:nvSpPr>
          <p:spPr>
            <a:xfrm>
              <a:off x="-137105" y="2061642"/>
              <a:ext cx="276895" cy="276860"/>
            </a:xfrm>
            <a:custGeom>
              <a:avLst/>
              <a:gdLst/>
              <a:ahLst/>
              <a:cxnLst/>
              <a:rect l="l" t="t" r="r" b="b"/>
              <a:pathLst>
                <a:path w="8001" h="8000" extrusionOk="0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11"/>
            <p:cNvSpPr/>
            <p:nvPr/>
          </p:nvSpPr>
          <p:spPr>
            <a:xfrm>
              <a:off x="95319" y="2182628"/>
              <a:ext cx="343860" cy="276860"/>
            </a:xfrm>
            <a:custGeom>
              <a:avLst/>
              <a:gdLst/>
              <a:ahLst/>
              <a:cxnLst/>
              <a:rect l="l" t="t" r="r" b="b"/>
              <a:pathLst>
                <a:path w="9936" h="8000" extrusionOk="0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11"/>
            <p:cNvSpPr/>
            <p:nvPr/>
          </p:nvSpPr>
          <p:spPr>
            <a:xfrm>
              <a:off x="70021" y="1905771"/>
              <a:ext cx="327491" cy="255680"/>
            </a:xfrm>
            <a:custGeom>
              <a:avLst/>
              <a:gdLst/>
              <a:ahLst/>
              <a:cxnLst/>
              <a:rect l="l" t="t" r="r" b="b"/>
              <a:pathLst>
                <a:path w="9463" h="7388" extrusionOk="0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11"/>
            <p:cNvSpPr/>
            <p:nvPr/>
          </p:nvSpPr>
          <p:spPr>
            <a:xfrm>
              <a:off x="-252624" y="1774540"/>
              <a:ext cx="568774" cy="555070"/>
            </a:xfrm>
            <a:custGeom>
              <a:avLst/>
              <a:gdLst/>
              <a:ahLst/>
              <a:cxnLst/>
              <a:rect l="l" t="t" r="r" b="b"/>
              <a:pathLst>
                <a:path w="16435" h="16039" extrusionOk="0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3" name="Google Shape;2653;p11"/>
          <p:cNvGrpSpPr/>
          <p:nvPr/>
        </p:nvGrpSpPr>
        <p:grpSpPr>
          <a:xfrm rot="10800000">
            <a:off x="-262192" y="4034075"/>
            <a:ext cx="1363145" cy="1433258"/>
            <a:chOff x="8529150" y="-173700"/>
            <a:chExt cx="1669089" cy="1754724"/>
          </a:xfrm>
        </p:grpSpPr>
        <p:sp>
          <p:nvSpPr>
            <p:cNvPr id="2654" name="Google Shape;2654;p11"/>
            <p:cNvSpPr/>
            <p:nvPr/>
          </p:nvSpPr>
          <p:spPr>
            <a:xfrm>
              <a:off x="9476745" y="1051933"/>
              <a:ext cx="272948" cy="372487"/>
            </a:xfrm>
            <a:custGeom>
              <a:avLst/>
              <a:gdLst/>
              <a:ahLst/>
              <a:cxnLst/>
              <a:rect l="l" t="t" r="r" b="b"/>
              <a:pathLst>
                <a:path w="7368" h="10055" extrusionOk="0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11"/>
            <p:cNvSpPr/>
            <p:nvPr/>
          </p:nvSpPr>
          <p:spPr>
            <a:xfrm>
              <a:off x="9527239" y="1298549"/>
              <a:ext cx="144179" cy="48307"/>
            </a:xfrm>
            <a:custGeom>
              <a:avLst/>
              <a:gdLst/>
              <a:ahLst/>
              <a:cxnLst/>
              <a:rect l="l" t="t" r="r" b="b"/>
              <a:pathLst>
                <a:path w="3892" h="1304" extrusionOk="0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11"/>
            <p:cNvSpPr/>
            <p:nvPr/>
          </p:nvSpPr>
          <p:spPr>
            <a:xfrm>
              <a:off x="9304779" y="1310255"/>
              <a:ext cx="441984" cy="270762"/>
            </a:xfrm>
            <a:custGeom>
              <a:avLst/>
              <a:gdLst/>
              <a:ahLst/>
              <a:cxnLst/>
              <a:rect l="l" t="t" r="r" b="b"/>
              <a:pathLst>
                <a:path w="11931" h="7309" extrusionOk="0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11"/>
            <p:cNvSpPr/>
            <p:nvPr/>
          </p:nvSpPr>
          <p:spPr>
            <a:xfrm>
              <a:off x="8911833" y="245551"/>
              <a:ext cx="357855" cy="378341"/>
            </a:xfrm>
            <a:custGeom>
              <a:avLst/>
              <a:gdLst/>
              <a:ahLst/>
              <a:cxnLst/>
              <a:rect l="l" t="t" r="r" b="b"/>
              <a:pathLst>
                <a:path w="9660" h="10213" extrusionOk="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11"/>
            <p:cNvSpPr/>
            <p:nvPr/>
          </p:nvSpPr>
          <p:spPr>
            <a:xfrm>
              <a:off x="8932320" y="367025"/>
              <a:ext cx="170518" cy="113469"/>
            </a:xfrm>
            <a:custGeom>
              <a:avLst/>
              <a:gdLst/>
              <a:ahLst/>
              <a:cxnLst/>
              <a:rect l="l" t="t" r="r" b="b"/>
              <a:pathLst>
                <a:path w="4603" h="3063" extrusionOk="0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11"/>
            <p:cNvSpPr/>
            <p:nvPr/>
          </p:nvSpPr>
          <p:spPr>
            <a:xfrm>
              <a:off x="9075761" y="503873"/>
              <a:ext cx="741" cy="14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11"/>
            <p:cNvSpPr/>
            <p:nvPr/>
          </p:nvSpPr>
          <p:spPr>
            <a:xfrm>
              <a:off x="8997446" y="428484"/>
              <a:ext cx="272244" cy="89315"/>
            </a:xfrm>
            <a:custGeom>
              <a:avLst/>
              <a:gdLst/>
              <a:ahLst/>
              <a:cxnLst/>
              <a:rect l="l" t="t" r="r" b="b"/>
              <a:pathLst>
                <a:path w="7349" h="2411" extrusionOk="0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11"/>
            <p:cNvSpPr/>
            <p:nvPr/>
          </p:nvSpPr>
          <p:spPr>
            <a:xfrm>
              <a:off x="9182564" y="499464"/>
              <a:ext cx="37" cy="778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11"/>
            <p:cNvSpPr/>
            <p:nvPr/>
          </p:nvSpPr>
          <p:spPr>
            <a:xfrm>
              <a:off x="9604035" y="1288287"/>
              <a:ext cx="37" cy="1519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11"/>
            <p:cNvSpPr/>
            <p:nvPr/>
          </p:nvSpPr>
          <p:spPr>
            <a:xfrm>
              <a:off x="9509642" y="1065862"/>
              <a:ext cx="152996" cy="245868"/>
            </a:xfrm>
            <a:custGeom>
              <a:avLst/>
              <a:gdLst/>
              <a:ahLst/>
              <a:cxnLst/>
              <a:rect l="l" t="t" r="r" b="b"/>
              <a:pathLst>
                <a:path w="4130" h="6637" extrusionOk="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11"/>
            <p:cNvSpPr/>
            <p:nvPr/>
          </p:nvSpPr>
          <p:spPr>
            <a:xfrm>
              <a:off x="9643563" y="1176334"/>
              <a:ext cx="1519" cy="778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11"/>
            <p:cNvSpPr/>
            <p:nvPr/>
          </p:nvSpPr>
          <p:spPr>
            <a:xfrm>
              <a:off x="8687928" y="245551"/>
              <a:ext cx="367338" cy="334442"/>
            </a:xfrm>
            <a:custGeom>
              <a:avLst/>
              <a:gdLst/>
              <a:ahLst/>
              <a:cxnLst/>
              <a:rect l="l" t="t" r="r" b="b"/>
              <a:pathLst>
                <a:path w="9916" h="9028" extrusionOk="0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11"/>
            <p:cNvSpPr/>
            <p:nvPr/>
          </p:nvSpPr>
          <p:spPr>
            <a:xfrm>
              <a:off x="8529150" y="465827"/>
              <a:ext cx="1101274" cy="1114425"/>
            </a:xfrm>
            <a:custGeom>
              <a:avLst/>
              <a:gdLst/>
              <a:ahLst/>
              <a:cxnLst/>
              <a:rect l="l" t="t" r="r" b="b"/>
              <a:pathLst>
                <a:path w="29728" h="30083" extrusionOk="0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57150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11"/>
            <p:cNvSpPr/>
            <p:nvPr/>
          </p:nvSpPr>
          <p:spPr>
            <a:xfrm>
              <a:off x="8690855" y="432152"/>
              <a:ext cx="76127" cy="92242"/>
            </a:xfrm>
            <a:custGeom>
              <a:avLst/>
              <a:gdLst/>
              <a:ahLst/>
              <a:cxnLst/>
              <a:rect l="l" t="t" r="r" b="b"/>
              <a:pathLst>
                <a:path w="2055" h="2490" extrusionOk="0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11"/>
            <p:cNvSpPr/>
            <p:nvPr/>
          </p:nvSpPr>
          <p:spPr>
            <a:xfrm>
              <a:off x="9347233" y="1536347"/>
              <a:ext cx="100281" cy="44676"/>
            </a:xfrm>
            <a:custGeom>
              <a:avLst/>
              <a:gdLst/>
              <a:ahLst/>
              <a:cxnLst/>
              <a:rect l="l" t="t" r="r" b="b"/>
              <a:pathLst>
                <a:path w="2707" h="1206" extrusionOk="0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11"/>
            <p:cNvSpPr/>
            <p:nvPr/>
          </p:nvSpPr>
          <p:spPr>
            <a:xfrm>
              <a:off x="8993779" y="-173700"/>
              <a:ext cx="515185" cy="596350"/>
            </a:xfrm>
            <a:custGeom>
              <a:avLst/>
              <a:gdLst/>
              <a:ahLst/>
              <a:cxnLst/>
              <a:rect l="l" t="t" r="r" b="b"/>
              <a:pathLst>
                <a:path w="13907" h="16098" extrusionOk="0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11"/>
            <p:cNvSpPr/>
            <p:nvPr/>
          </p:nvSpPr>
          <p:spPr>
            <a:xfrm>
              <a:off x="9709430" y="1086349"/>
              <a:ext cx="488809" cy="395863"/>
            </a:xfrm>
            <a:custGeom>
              <a:avLst/>
              <a:gdLst/>
              <a:ahLst/>
              <a:cxnLst/>
              <a:rect l="l" t="t" r="r" b="b"/>
              <a:pathLst>
                <a:path w="13195" h="10686" extrusionOk="0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11"/>
            <p:cNvSpPr/>
            <p:nvPr/>
          </p:nvSpPr>
          <p:spPr>
            <a:xfrm>
              <a:off x="8630137" y="1077569"/>
              <a:ext cx="2964" cy="7335"/>
            </a:xfrm>
            <a:custGeom>
              <a:avLst/>
              <a:gdLst/>
              <a:ahLst/>
              <a:cxnLst/>
              <a:rect l="l" t="t" r="r" b="b"/>
              <a:pathLst>
                <a:path w="80" h="198" extrusionOk="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11"/>
            <p:cNvSpPr/>
            <p:nvPr/>
          </p:nvSpPr>
          <p:spPr>
            <a:xfrm>
              <a:off x="8871602" y="666320"/>
              <a:ext cx="5149" cy="2964"/>
            </a:xfrm>
            <a:custGeom>
              <a:avLst/>
              <a:gdLst/>
              <a:ahLst/>
              <a:cxnLst/>
              <a:rect l="l" t="t" r="r" b="b"/>
              <a:pathLst>
                <a:path w="139" h="80" extrusionOk="0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11"/>
            <p:cNvSpPr/>
            <p:nvPr/>
          </p:nvSpPr>
          <p:spPr>
            <a:xfrm>
              <a:off x="9280625" y="603379"/>
              <a:ext cx="778" cy="778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11"/>
            <p:cNvSpPr/>
            <p:nvPr/>
          </p:nvSpPr>
          <p:spPr>
            <a:xfrm>
              <a:off x="8678408" y="1149253"/>
              <a:ext cx="2223" cy="2964"/>
            </a:xfrm>
            <a:custGeom>
              <a:avLst/>
              <a:gdLst/>
              <a:ahLst/>
              <a:cxnLst/>
              <a:rect l="l" t="t" r="r" b="b"/>
              <a:pathLst>
                <a:path w="60" h="80" extrusionOk="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11"/>
            <p:cNvSpPr/>
            <p:nvPr/>
          </p:nvSpPr>
          <p:spPr>
            <a:xfrm>
              <a:off x="9309891" y="711702"/>
              <a:ext cx="2223" cy="741"/>
            </a:xfrm>
            <a:custGeom>
              <a:avLst/>
              <a:gdLst/>
              <a:ahLst/>
              <a:cxnLst/>
              <a:rect l="l" t="t" r="r" b="b"/>
              <a:pathLst>
                <a:path w="60" h="20" extrusionOk="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11"/>
            <p:cNvSpPr/>
            <p:nvPr/>
          </p:nvSpPr>
          <p:spPr>
            <a:xfrm>
              <a:off x="8610354" y="553626"/>
              <a:ext cx="936646" cy="969579"/>
            </a:xfrm>
            <a:custGeom>
              <a:avLst/>
              <a:gdLst/>
              <a:ahLst/>
              <a:cxnLst/>
              <a:rect l="l" t="t" r="r" b="b"/>
              <a:pathLst>
                <a:path w="25284" h="26173" extrusionOk="0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11"/>
            <p:cNvSpPr/>
            <p:nvPr/>
          </p:nvSpPr>
          <p:spPr>
            <a:xfrm>
              <a:off x="8680593" y="1151476"/>
              <a:ext cx="1519" cy="2223"/>
            </a:xfrm>
            <a:custGeom>
              <a:avLst/>
              <a:gdLst/>
              <a:ahLst/>
              <a:cxnLst/>
              <a:rect l="l" t="t" r="r" b="b"/>
              <a:pathLst>
                <a:path w="41" h="60" extrusionOk="0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11"/>
            <p:cNvSpPr/>
            <p:nvPr/>
          </p:nvSpPr>
          <p:spPr>
            <a:xfrm>
              <a:off x="9476745" y="995586"/>
              <a:ext cx="1482" cy="2260"/>
            </a:xfrm>
            <a:custGeom>
              <a:avLst/>
              <a:gdLst/>
              <a:ahLst/>
              <a:cxnLst/>
              <a:rect l="l" t="t" r="r" b="b"/>
              <a:pathLst>
                <a:path w="40" h="61" extrusionOk="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11"/>
            <p:cNvSpPr/>
            <p:nvPr/>
          </p:nvSpPr>
          <p:spPr>
            <a:xfrm>
              <a:off x="9435773" y="1221715"/>
              <a:ext cx="741" cy="741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11"/>
            <p:cNvSpPr/>
            <p:nvPr/>
          </p:nvSpPr>
          <p:spPr>
            <a:xfrm>
              <a:off x="8691596" y="1119986"/>
              <a:ext cx="2964" cy="2964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11"/>
            <p:cNvSpPr/>
            <p:nvPr/>
          </p:nvSpPr>
          <p:spPr>
            <a:xfrm>
              <a:off x="8625728" y="576298"/>
              <a:ext cx="900786" cy="900786"/>
            </a:xfrm>
            <a:custGeom>
              <a:avLst/>
              <a:gdLst/>
              <a:ahLst/>
              <a:cxnLst/>
              <a:rect l="l" t="t" r="r" b="b"/>
              <a:pathLst>
                <a:path w="24316" h="24316" extrusionOk="0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11"/>
            <p:cNvSpPr/>
            <p:nvPr/>
          </p:nvSpPr>
          <p:spPr>
            <a:xfrm>
              <a:off x="8903054" y="782645"/>
              <a:ext cx="328589" cy="451542"/>
            </a:xfrm>
            <a:custGeom>
              <a:avLst/>
              <a:gdLst/>
              <a:ahLst/>
              <a:cxnLst/>
              <a:rect l="l" t="t" r="r" b="b"/>
              <a:pathLst>
                <a:path w="8870" h="12189" extrusionOk="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11"/>
            <p:cNvSpPr/>
            <p:nvPr/>
          </p:nvSpPr>
          <p:spPr>
            <a:xfrm>
              <a:off x="8686447" y="798760"/>
              <a:ext cx="232754" cy="353446"/>
            </a:xfrm>
            <a:custGeom>
              <a:avLst/>
              <a:gdLst/>
              <a:ahLst/>
              <a:cxnLst/>
              <a:rect l="l" t="t" r="r" b="b"/>
              <a:pathLst>
                <a:path w="6283" h="9541" extrusionOk="0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11"/>
            <p:cNvSpPr/>
            <p:nvPr/>
          </p:nvSpPr>
          <p:spPr>
            <a:xfrm>
              <a:off x="8758908" y="1149994"/>
              <a:ext cx="335146" cy="270762"/>
            </a:xfrm>
            <a:custGeom>
              <a:avLst/>
              <a:gdLst/>
              <a:ahLst/>
              <a:cxnLst/>
              <a:rect l="l" t="t" r="r" b="b"/>
              <a:pathLst>
                <a:path w="9047" h="7309" extrusionOk="0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11"/>
            <p:cNvSpPr/>
            <p:nvPr/>
          </p:nvSpPr>
          <p:spPr>
            <a:xfrm>
              <a:off x="8802808" y="592413"/>
              <a:ext cx="362967" cy="286136"/>
            </a:xfrm>
            <a:custGeom>
              <a:avLst/>
              <a:gdLst/>
              <a:ahLst/>
              <a:cxnLst/>
              <a:rect l="l" t="t" r="r" b="b"/>
              <a:pathLst>
                <a:path w="9798" h="7724" extrusionOk="0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11"/>
            <p:cNvSpPr/>
            <p:nvPr/>
          </p:nvSpPr>
          <p:spPr>
            <a:xfrm>
              <a:off x="9134998" y="994141"/>
              <a:ext cx="333701" cy="342481"/>
            </a:xfrm>
            <a:custGeom>
              <a:avLst/>
              <a:gdLst/>
              <a:ahLst/>
              <a:cxnLst/>
              <a:rect l="l" t="t" r="r" b="b"/>
              <a:pathLst>
                <a:path w="9008" h="9245" extrusionOk="0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11"/>
            <p:cNvSpPr/>
            <p:nvPr/>
          </p:nvSpPr>
          <p:spPr>
            <a:xfrm>
              <a:off x="9178193" y="683880"/>
              <a:ext cx="242237" cy="318328"/>
            </a:xfrm>
            <a:custGeom>
              <a:avLst/>
              <a:gdLst/>
              <a:ahLst/>
              <a:cxnLst/>
              <a:rect l="l" t="t" r="r" b="b"/>
              <a:pathLst>
                <a:path w="6539" h="8593" extrusionOk="0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11"/>
            <p:cNvSpPr/>
            <p:nvPr/>
          </p:nvSpPr>
          <p:spPr>
            <a:xfrm>
              <a:off x="9045754" y="1328556"/>
              <a:ext cx="229049" cy="130991"/>
            </a:xfrm>
            <a:custGeom>
              <a:avLst/>
              <a:gdLst/>
              <a:ahLst/>
              <a:cxnLst/>
              <a:rect l="l" t="t" r="r" b="b"/>
              <a:pathLst>
                <a:path w="6183" h="3536" extrusionOk="0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11"/>
            <p:cNvSpPr/>
            <p:nvPr/>
          </p:nvSpPr>
          <p:spPr>
            <a:xfrm>
              <a:off x="9398430" y="921679"/>
              <a:ext cx="109060" cy="182261"/>
            </a:xfrm>
            <a:custGeom>
              <a:avLst/>
              <a:gdLst/>
              <a:ahLst/>
              <a:cxnLst/>
              <a:rect l="l" t="t" r="r" b="b"/>
              <a:pathLst>
                <a:path w="2944" h="4920" extrusionOk="0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11"/>
            <p:cNvSpPr/>
            <p:nvPr/>
          </p:nvSpPr>
          <p:spPr>
            <a:xfrm>
              <a:off x="8739867" y="785608"/>
              <a:ext cx="159553" cy="164665"/>
            </a:xfrm>
            <a:custGeom>
              <a:avLst/>
              <a:gdLst/>
              <a:ahLst/>
              <a:cxnLst/>
              <a:rect l="l" t="t" r="r" b="b"/>
              <a:pathLst>
                <a:path w="4307" h="4445" extrusionOk="0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11"/>
            <p:cNvSpPr/>
            <p:nvPr/>
          </p:nvSpPr>
          <p:spPr>
            <a:xfrm>
              <a:off x="9074279" y="661208"/>
              <a:ext cx="172741" cy="170518"/>
            </a:xfrm>
            <a:custGeom>
              <a:avLst/>
              <a:gdLst/>
              <a:ahLst/>
              <a:cxnLst/>
              <a:rect l="l" t="t" r="r" b="b"/>
              <a:pathLst>
                <a:path w="4663" h="4603" extrusionOk="0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11"/>
            <p:cNvSpPr/>
            <p:nvPr/>
          </p:nvSpPr>
          <p:spPr>
            <a:xfrm>
              <a:off x="8780136" y="1158033"/>
              <a:ext cx="170518" cy="170555"/>
            </a:xfrm>
            <a:custGeom>
              <a:avLst/>
              <a:gdLst/>
              <a:ahLst/>
              <a:cxnLst/>
              <a:rect l="l" t="t" r="r" b="b"/>
              <a:pathLst>
                <a:path w="4603" h="4604" extrusionOk="0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11"/>
            <p:cNvSpPr/>
            <p:nvPr/>
          </p:nvSpPr>
          <p:spPr>
            <a:xfrm>
              <a:off x="8977701" y="994141"/>
              <a:ext cx="173445" cy="171259"/>
            </a:xfrm>
            <a:custGeom>
              <a:avLst/>
              <a:gdLst/>
              <a:ahLst/>
              <a:cxnLst/>
              <a:rect l="l" t="t" r="r" b="b"/>
              <a:pathLst>
                <a:path w="4682" h="4623" extrusionOk="0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11"/>
            <p:cNvSpPr/>
            <p:nvPr/>
          </p:nvSpPr>
          <p:spPr>
            <a:xfrm>
              <a:off x="9181120" y="1207786"/>
              <a:ext cx="172000" cy="170555"/>
            </a:xfrm>
            <a:custGeom>
              <a:avLst/>
              <a:gdLst/>
              <a:ahLst/>
              <a:cxnLst/>
              <a:rect l="l" t="t" r="r" b="b"/>
              <a:pathLst>
                <a:path w="4643" h="4604" extrusionOk="0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11"/>
            <p:cNvSpPr/>
            <p:nvPr/>
          </p:nvSpPr>
          <p:spPr>
            <a:xfrm>
              <a:off x="9287960" y="920234"/>
              <a:ext cx="166851" cy="173445"/>
            </a:xfrm>
            <a:custGeom>
              <a:avLst/>
              <a:gdLst/>
              <a:ahLst/>
              <a:cxnLst/>
              <a:rect l="l" t="t" r="r" b="b"/>
              <a:pathLst>
                <a:path w="4504" h="4682" extrusionOk="0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6" name="Google Shape;2696;p11"/>
          <p:cNvGrpSpPr/>
          <p:nvPr/>
        </p:nvGrpSpPr>
        <p:grpSpPr>
          <a:xfrm rot="10800000">
            <a:off x="-340873" y="1095833"/>
            <a:ext cx="925639" cy="688028"/>
            <a:chOff x="8588925" y="2091476"/>
            <a:chExt cx="925639" cy="688028"/>
          </a:xfrm>
        </p:grpSpPr>
        <p:sp>
          <p:nvSpPr>
            <p:cNvPr id="2697" name="Google Shape;2697;p11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11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11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11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11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11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11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11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11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11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11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11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11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11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11" name="Google Shape;2711;p11"/>
          <p:cNvGrpSpPr/>
          <p:nvPr/>
        </p:nvGrpSpPr>
        <p:grpSpPr>
          <a:xfrm rot="10800000">
            <a:off x="8526702" y="2788729"/>
            <a:ext cx="898165" cy="766770"/>
            <a:chOff x="-252625" y="2918525"/>
            <a:chExt cx="898165" cy="766770"/>
          </a:xfrm>
        </p:grpSpPr>
        <p:sp>
          <p:nvSpPr>
            <p:cNvPr id="2712" name="Google Shape;2712;p11"/>
            <p:cNvSpPr/>
            <p:nvPr/>
          </p:nvSpPr>
          <p:spPr>
            <a:xfrm>
              <a:off x="-186914" y="2918525"/>
              <a:ext cx="788423" cy="766770"/>
            </a:xfrm>
            <a:custGeom>
              <a:avLst/>
              <a:gdLst/>
              <a:ahLst/>
              <a:cxnLst/>
              <a:rect l="l" t="t" r="r" b="b"/>
              <a:pathLst>
                <a:path w="25125" h="24435" extrusionOk="0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11"/>
            <p:cNvSpPr/>
            <p:nvPr/>
          </p:nvSpPr>
          <p:spPr>
            <a:xfrm>
              <a:off x="-69770" y="3110666"/>
              <a:ext cx="639054" cy="564714"/>
            </a:xfrm>
            <a:custGeom>
              <a:avLst/>
              <a:gdLst/>
              <a:ahLst/>
              <a:cxnLst/>
              <a:rect l="l" t="t" r="r" b="b"/>
              <a:pathLst>
                <a:path w="20365" h="17996" extrusionOk="0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11"/>
            <p:cNvSpPr/>
            <p:nvPr/>
          </p:nvSpPr>
          <p:spPr>
            <a:xfrm>
              <a:off x="264935" y="3361707"/>
              <a:ext cx="139484" cy="135781"/>
            </a:xfrm>
            <a:custGeom>
              <a:avLst/>
              <a:gdLst/>
              <a:ahLst/>
              <a:cxnLst/>
              <a:rect l="l" t="t" r="r" b="b"/>
              <a:pathLst>
                <a:path w="4445" h="4327" extrusionOk="0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11"/>
            <p:cNvSpPr/>
            <p:nvPr/>
          </p:nvSpPr>
          <p:spPr>
            <a:xfrm>
              <a:off x="100689" y="3457794"/>
              <a:ext cx="140112" cy="133898"/>
            </a:xfrm>
            <a:custGeom>
              <a:avLst/>
              <a:gdLst/>
              <a:ahLst/>
              <a:cxnLst/>
              <a:rect l="l" t="t" r="r" b="b"/>
              <a:pathLst>
                <a:path w="4465" h="4267" extrusionOk="0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11"/>
            <p:cNvSpPr/>
            <p:nvPr/>
          </p:nvSpPr>
          <p:spPr>
            <a:xfrm>
              <a:off x="199224" y="3212934"/>
              <a:ext cx="146921" cy="133930"/>
            </a:xfrm>
            <a:custGeom>
              <a:avLst/>
              <a:gdLst/>
              <a:ahLst/>
              <a:cxnLst/>
              <a:rect l="l" t="t" r="r" b="b"/>
              <a:pathLst>
                <a:path w="4682" h="4268" extrusionOk="0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11"/>
            <p:cNvSpPr/>
            <p:nvPr/>
          </p:nvSpPr>
          <p:spPr>
            <a:xfrm>
              <a:off x="33723" y="3317085"/>
              <a:ext cx="135781" cy="133898"/>
            </a:xfrm>
            <a:custGeom>
              <a:avLst/>
              <a:gdLst/>
              <a:ahLst/>
              <a:cxnLst/>
              <a:rect l="l" t="t" r="r" b="b"/>
              <a:pathLst>
                <a:path w="4327" h="4267" extrusionOk="0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11"/>
            <p:cNvSpPr/>
            <p:nvPr/>
          </p:nvSpPr>
          <p:spPr>
            <a:xfrm>
              <a:off x="-252625" y="2951380"/>
              <a:ext cx="430188" cy="475438"/>
            </a:xfrm>
            <a:custGeom>
              <a:avLst/>
              <a:gdLst/>
              <a:ahLst/>
              <a:cxnLst/>
              <a:rect l="l" t="t" r="r" b="b"/>
              <a:pathLst>
                <a:path w="13709" h="15151" extrusionOk="0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11"/>
            <p:cNvSpPr/>
            <p:nvPr/>
          </p:nvSpPr>
          <p:spPr>
            <a:xfrm>
              <a:off x="80856" y="2930920"/>
              <a:ext cx="564683" cy="264690"/>
            </a:xfrm>
            <a:custGeom>
              <a:avLst/>
              <a:gdLst/>
              <a:ahLst/>
              <a:cxnLst/>
              <a:rect l="l" t="t" r="r" b="b"/>
              <a:pathLst>
                <a:path w="17995" h="8435" extrusionOk="0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11"/>
            <p:cNvSpPr/>
            <p:nvPr/>
          </p:nvSpPr>
          <p:spPr>
            <a:xfrm>
              <a:off x="351075" y="3134232"/>
              <a:ext cx="120280" cy="125238"/>
            </a:xfrm>
            <a:custGeom>
              <a:avLst/>
              <a:gdLst/>
              <a:ahLst/>
              <a:cxnLst/>
              <a:rect l="l" t="t" r="r" b="b"/>
              <a:pathLst>
                <a:path w="3833" h="3991" extrusionOk="0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11"/>
            <p:cNvSpPr/>
            <p:nvPr/>
          </p:nvSpPr>
          <p:spPr>
            <a:xfrm>
              <a:off x="440352" y="3279272"/>
              <a:ext cx="124610" cy="132047"/>
            </a:xfrm>
            <a:custGeom>
              <a:avLst/>
              <a:gdLst/>
              <a:ahLst/>
              <a:cxnLst/>
              <a:rect l="l" t="t" r="r" b="b"/>
              <a:pathLst>
                <a:path w="3971" h="4208" extrusionOk="0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11"/>
            <p:cNvSpPr/>
            <p:nvPr/>
          </p:nvSpPr>
          <p:spPr>
            <a:xfrm>
              <a:off x="102540" y="3330108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11"/>
            <p:cNvSpPr/>
            <p:nvPr/>
          </p:nvSpPr>
          <p:spPr>
            <a:xfrm>
              <a:off x="91997" y="337473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11"/>
            <p:cNvSpPr/>
            <p:nvPr/>
          </p:nvSpPr>
          <p:spPr>
            <a:xfrm>
              <a:off x="43043" y="3358601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11"/>
            <p:cNvSpPr/>
            <p:nvPr/>
          </p:nvSpPr>
          <p:spPr>
            <a:xfrm>
              <a:off x="52959" y="341502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11"/>
            <p:cNvSpPr/>
            <p:nvPr/>
          </p:nvSpPr>
          <p:spPr>
            <a:xfrm>
              <a:off x="160814" y="3475743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11"/>
            <p:cNvSpPr/>
            <p:nvPr/>
          </p:nvSpPr>
          <p:spPr>
            <a:xfrm>
              <a:off x="202331" y="3509226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11"/>
            <p:cNvSpPr/>
            <p:nvPr/>
          </p:nvSpPr>
          <p:spPr>
            <a:xfrm>
              <a:off x="153377" y="3528430"/>
              <a:ext cx="19236" cy="17385"/>
            </a:xfrm>
            <a:custGeom>
              <a:avLst/>
              <a:gdLst/>
              <a:ahLst/>
              <a:cxnLst/>
              <a:rect l="l" t="t" r="r" b="b"/>
              <a:pathLst>
                <a:path w="613" h="554" extrusionOk="0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11"/>
            <p:cNvSpPr/>
            <p:nvPr/>
          </p:nvSpPr>
          <p:spPr>
            <a:xfrm>
              <a:off x="176912" y="3563137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11"/>
            <p:cNvSpPr/>
            <p:nvPr/>
          </p:nvSpPr>
          <p:spPr>
            <a:xfrm>
              <a:off x="118639" y="3518514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11"/>
            <p:cNvSpPr/>
            <p:nvPr/>
          </p:nvSpPr>
          <p:spPr>
            <a:xfrm>
              <a:off x="375269" y="342183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11"/>
            <p:cNvSpPr/>
            <p:nvPr/>
          </p:nvSpPr>
          <p:spPr>
            <a:xfrm>
              <a:off x="319474" y="3424311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11"/>
            <p:cNvSpPr/>
            <p:nvPr/>
          </p:nvSpPr>
          <p:spPr>
            <a:xfrm>
              <a:off x="344265" y="3460869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11"/>
            <p:cNvSpPr/>
            <p:nvPr/>
          </p:nvSpPr>
          <p:spPr>
            <a:xfrm>
              <a:off x="283512" y="3451580"/>
              <a:ext cx="16788" cy="17385"/>
            </a:xfrm>
            <a:custGeom>
              <a:avLst/>
              <a:gdLst/>
              <a:ahLst/>
              <a:cxnLst/>
              <a:rect l="l" t="t" r="r" b="b"/>
              <a:pathLst>
                <a:path w="535" h="554" extrusionOk="0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11"/>
            <p:cNvSpPr/>
            <p:nvPr/>
          </p:nvSpPr>
          <p:spPr>
            <a:xfrm>
              <a:off x="295311" y="3381540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11"/>
            <p:cNvSpPr/>
            <p:nvPr/>
          </p:nvSpPr>
          <p:spPr>
            <a:xfrm>
              <a:off x="265563" y="3235873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11"/>
            <p:cNvSpPr/>
            <p:nvPr/>
          </p:nvSpPr>
          <p:spPr>
            <a:xfrm>
              <a:off x="264307" y="3295997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11"/>
            <p:cNvSpPr/>
            <p:nvPr/>
          </p:nvSpPr>
          <p:spPr>
            <a:xfrm>
              <a:off x="219684" y="3271835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11"/>
            <p:cNvSpPr/>
            <p:nvPr/>
          </p:nvSpPr>
          <p:spPr>
            <a:xfrm>
              <a:off x="413083" y="3216668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11"/>
            <p:cNvSpPr/>
            <p:nvPr/>
          </p:nvSpPr>
          <p:spPr>
            <a:xfrm>
              <a:off x="384558" y="316150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11"/>
            <p:cNvSpPr/>
            <p:nvPr/>
          </p:nvSpPr>
          <p:spPr>
            <a:xfrm>
              <a:off x="369683" y="319806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11"/>
            <p:cNvSpPr/>
            <p:nvPr/>
          </p:nvSpPr>
          <p:spPr>
            <a:xfrm>
              <a:off x="485603" y="3312754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11"/>
            <p:cNvSpPr/>
            <p:nvPr/>
          </p:nvSpPr>
          <p:spPr>
            <a:xfrm>
              <a:off x="516576" y="3347461"/>
              <a:ext cx="17385" cy="17981"/>
            </a:xfrm>
            <a:custGeom>
              <a:avLst/>
              <a:gdLst/>
              <a:ahLst/>
              <a:cxnLst/>
              <a:rect l="l" t="t" r="r" b="b"/>
              <a:pathLst>
                <a:path w="554" h="573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11"/>
            <p:cNvSpPr/>
            <p:nvPr/>
          </p:nvSpPr>
          <p:spPr>
            <a:xfrm>
              <a:off x="484348" y="3379688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11"/>
            <p:cNvSpPr/>
            <p:nvPr/>
          </p:nvSpPr>
          <p:spPr>
            <a:xfrm>
              <a:off x="465143" y="3335662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11"/>
            <p:cNvSpPr/>
            <p:nvPr/>
          </p:nvSpPr>
          <p:spPr>
            <a:xfrm>
              <a:off x="65354" y="3246417"/>
              <a:ext cx="393003" cy="279564"/>
            </a:xfrm>
            <a:custGeom>
              <a:avLst/>
              <a:gdLst/>
              <a:ahLst/>
              <a:cxnLst/>
              <a:rect l="l" t="t" r="r" b="b"/>
              <a:pathLst>
                <a:path w="12524" h="8909" extrusionOk="0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11"/>
            <p:cNvSpPr/>
            <p:nvPr/>
          </p:nvSpPr>
          <p:spPr>
            <a:xfrm>
              <a:off x="-69770" y="3367293"/>
              <a:ext cx="639054" cy="308089"/>
            </a:xfrm>
            <a:custGeom>
              <a:avLst/>
              <a:gdLst/>
              <a:ahLst/>
              <a:cxnLst/>
              <a:rect l="l" t="t" r="r" b="b"/>
              <a:pathLst>
                <a:path w="20365" h="9818" extrusionOk="0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8" name="Google Shape;2748;p11"/>
          <p:cNvGrpSpPr/>
          <p:nvPr/>
        </p:nvGrpSpPr>
        <p:grpSpPr>
          <a:xfrm rot="10800000">
            <a:off x="-227370" y="-77202"/>
            <a:ext cx="1294621" cy="1350901"/>
            <a:chOff x="8465725" y="2863051"/>
            <a:chExt cx="1956212" cy="2041561"/>
          </a:xfrm>
        </p:grpSpPr>
        <p:sp>
          <p:nvSpPr>
            <p:cNvPr id="2749" name="Google Shape;2749;p11"/>
            <p:cNvSpPr/>
            <p:nvPr/>
          </p:nvSpPr>
          <p:spPr>
            <a:xfrm>
              <a:off x="8465725" y="2863051"/>
              <a:ext cx="489356" cy="498619"/>
            </a:xfrm>
            <a:custGeom>
              <a:avLst/>
              <a:gdLst/>
              <a:ahLst/>
              <a:cxnLst/>
              <a:rect l="l" t="t" r="r" b="b"/>
              <a:pathLst>
                <a:path w="9403" h="9581" extrusionOk="0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11"/>
            <p:cNvSpPr/>
            <p:nvPr/>
          </p:nvSpPr>
          <p:spPr>
            <a:xfrm>
              <a:off x="8500697" y="2894953"/>
              <a:ext cx="420503" cy="428674"/>
            </a:xfrm>
            <a:custGeom>
              <a:avLst/>
              <a:gdLst/>
              <a:ahLst/>
              <a:cxnLst/>
              <a:rect l="l" t="t" r="r" b="b"/>
              <a:pathLst>
                <a:path w="8080" h="8237" extrusionOk="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11"/>
            <p:cNvSpPr/>
            <p:nvPr/>
          </p:nvSpPr>
          <p:spPr>
            <a:xfrm>
              <a:off x="9589256" y="3455183"/>
              <a:ext cx="89513" cy="97684"/>
            </a:xfrm>
            <a:custGeom>
              <a:avLst/>
              <a:gdLst/>
              <a:ahLst/>
              <a:cxnLst/>
              <a:rect l="l" t="t" r="r" b="b"/>
              <a:pathLst>
                <a:path w="1720" h="1877" extrusionOk="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11"/>
            <p:cNvSpPr/>
            <p:nvPr/>
          </p:nvSpPr>
          <p:spPr>
            <a:xfrm>
              <a:off x="9131860" y="3347249"/>
              <a:ext cx="663073" cy="480092"/>
            </a:xfrm>
            <a:custGeom>
              <a:avLst/>
              <a:gdLst/>
              <a:ahLst/>
              <a:cxnLst/>
              <a:rect l="l" t="t" r="r" b="b"/>
              <a:pathLst>
                <a:path w="12741" h="9225" extrusionOk="0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11"/>
            <p:cNvSpPr/>
            <p:nvPr/>
          </p:nvSpPr>
          <p:spPr>
            <a:xfrm>
              <a:off x="8679565" y="3081003"/>
              <a:ext cx="990993" cy="1292163"/>
            </a:xfrm>
            <a:custGeom>
              <a:avLst/>
              <a:gdLst/>
              <a:ahLst/>
              <a:cxnLst/>
              <a:rect l="l" t="t" r="r" b="b"/>
              <a:pathLst>
                <a:path w="19042" h="24829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11"/>
            <p:cNvSpPr/>
            <p:nvPr/>
          </p:nvSpPr>
          <p:spPr>
            <a:xfrm>
              <a:off x="9065039" y="3536368"/>
              <a:ext cx="522246" cy="598333"/>
            </a:xfrm>
            <a:custGeom>
              <a:avLst/>
              <a:gdLst/>
              <a:ahLst/>
              <a:cxnLst/>
              <a:rect l="l" t="t" r="r" b="b"/>
              <a:pathLst>
                <a:path w="10035" h="11497" extrusionOk="0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11"/>
            <p:cNvSpPr/>
            <p:nvPr/>
          </p:nvSpPr>
          <p:spPr>
            <a:xfrm>
              <a:off x="8982813" y="3540480"/>
              <a:ext cx="798748" cy="539733"/>
            </a:xfrm>
            <a:custGeom>
              <a:avLst/>
              <a:gdLst/>
              <a:ahLst/>
              <a:cxnLst/>
              <a:rect l="l" t="t" r="r" b="b"/>
              <a:pathLst>
                <a:path w="15348" h="10371" extrusionOk="0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11"/>
            <p:cNvSpPr/>
            <p:nvPr/>
          </p:nvSpPr>
          <p:spPr>
            <a:xfrm>
              <a:off x="9290172" y="3374987"/>
              <a:ext cx="244652" cy="248815"/>
            </a:xfrm>
            <a:custGeom>
              <a:avLst/>
              <a:gdLst/>
              <a:ahLst/>
              <a:cxnLst/>
              <a:rect l="l" t="t" r="r" b="b"/>
              <a:pathLst>
                <a:path w="4701" h="4781" extrusionOk="0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11"/>
            <p:cNvSpPr/>
            <p:nvPr/>
          </p:nvSpPr>
          <p:spPr>
            <a:xfrm>
              <a:off x="9450512" y="3402725"/>
              <a:ext cx="151131" cy="166588"/>
            </a:xfrm>
            <a:custGeom>
              <a:avLst/>
              <a:gdLst/>
              <a:ahLst/>
              <a:cxnLst/>
              <a:rect l="l" t="t" r="r" b="b"/>
              <a:pathLst>
                <a:path w="2904" h="3201" extrusionOk="0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11"/>
            <p:cNvSpPr/>
            <p:nvPr/>
          </p:nvSpPr>
          <p:spPr>
            <a:xfrm>
              <a:off x="9166780" y="3347249"/>
              <a:ext cx="123445" cy="75097"/>
            </a:xfrm>
            <a:custGeom>
              <a:avLst/>
              <a:gdLst/>
              <a:ahLst/>
              <a:cxnLst/>
              <a:rect l="l" t="t" r="r" b="b"/>
              <a:pathLst>
                <a:path w="2372" h="1443" extrusionOk="0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11"/>
            <p:cNvSpPr/>
            <p:nvPr/>
          </p:nvSpPr>
          <p:spPr>
            <a:xfrm>
              <a:off x="9001287" y="3788199"/>
              <a:ext cx="127504" cy="125474"/>
            </a:xfrm>
            <a:custGeom>
              <a:avLst/>
              <a:gdLst/>
              <a:ahLst/>
              <a:cxnLst/>
              <a:rect l="l" t="t" r="r" b="b"/>
              <a:pathLst>
                <a:path w="2450" h="2411" extrusionOk="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11"/>
            <p:cNvSpPr/>
            <p:nvPr/>
          </p:nvSpPr>
          <p:spPr>
            <a:xfrm>
              <a:off x="9430997" y="3790281"/>
              <a:ext cx="524276" cy="486285"/>
            </a:xfrm>
            <a:custGeom>
              <a:avLst/>
              <a:gdLst/>
              <a:ahLst/>
              <a:cxnLst/>
              <a:rect l="l" t="t" r="r" b="b"/>
              <a:pathLst>
                <a:path w="10074" h="9344" extrusionOk="0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11"/>
            <p:cNvSpPr/>
            <p:nvPr/>
          </p:nvSpPr>
          <p:spPr>
            <a:xfrm>
              <a:off x="9899685" y="3963996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11"/>
            <p:cNvSpPr/>
            <p:nvPr/>
          </p:nvSpPr>
          <p:spPr>
            <a:xfrm>
              <a:off x="9839057" y="4092487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11"/>
            <p:cNvSpPr/>
            <p:nvPr/>
          </p:nvSpPr>
          <p:spPr>
            <a:xfrm>
              <a:off x="9783580" y="4010261"/>
              <a:ext cx="0" cy="2082"/>
            </a:xfrm>
            <a:custGeom>
              <a:avLst/>
              <a:gdLst/>
              <a:ahLst/>
              <a:cxnLst/>
              <a:rect l="l" t="t" r="r" b="b"/>
              <a:pathLst>
                <a:path h="40" extrusionOk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11"/>
            <p:cNvSpPr/>
            <p:nvPr/>
          </p:nvSpPr>
          <p:spPr>
            <a:xfrm>
              <a:off x="9582074" y="4156239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11"/>
            <p:cNvSpPr/>
            <p:nvPr/>
          </p:nvSpPr>
          <p:spPr>
            <a:xfrm>
              <a:off x="9953184" y="4027747"/>
              <a:ext cx="1041" cy="3123"/>
            </a:xfrm>
            <a:custGeom>
              <a:avLst/>
              <a:gdLst/>
              <a:ahLst/>
              <a:cxnLst/>
              <a:rect l="l" t="t" r="r" b="b"/>
              <a:pathLst>
                <a:path w="20" h="60" extrusionOk="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11"/>
            <p:cNvSpPr/>
            <p:nvPr/>
          </p:nvSpPr>
          <p:spPr>
            <a:xfrm>
              <a:off x="9516293" y="3966026"/>
              <a:ext cx="434867" cy="310538"/>
            </a:xfrm>
            <a:custGeom>
              <a:avLst/>
              <a:gdLst/>
              <a:ahLst/>
              <a:cxnLst/>
              <a:rect l="l" t="t" r="r" b="b"/>
              <a:pathLst>
                <a:path w="8356" h="5967" extrusionOk="0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11"/>
            <p:cNvSpPr/>
            <p:nvPr/>
          </p:nvSpPr>
          <p:spPr>
            <a:xfrm>
              <a:off x="9698231" y="4064749"/>
              <a:ext cx="1093" cy="1041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11"/>
            <p:cNvSpPr/>
            <p:nvPr/>
          </p:nvSpPr>
          <p:spPr>
            <a:xfrm>
              <a:off x="9644784" y="4104821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11"/>
            <p:cNvSpPr/>
            <p:nvPr/>
          </p:nvSpPr>
          <p:spPr>
            <a:xfrm>
              <a:off x="8679565" y="3081003"/>
              <a:ext cx="273483" cy="320738"/>
            </a:xfrm>
            <a:custGeom>
              <a:avLst/>
              <a:gdLst/>
              <a:ahLst/>
              <a:cxnLst/>
              <a:rect l="l" t="t" r="r" b="b"/>
              <a:pathLst>
                <a:path w="5255" h="6163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11"/>
            <p:cNvSpPr/>
            <p:nvPr/>
          </p:nvSpPr>
          <p:spPr>
            <a:xfrm>
              <a:off x="9470028" y="3991734"/>
              <a:ext cx="951909" cy="912877"/>
            </a:xfrm>
            <a:custGeom>
              <a:avLst/>
              <a:gdLst/>
              <a:ahLst/>
              <a:cxnLst/>
              <a:rect l="l" t="t" r="r" b="b"/>
              <a:pathLst>
                <a:path w="18291" h="17541" extrusionOk="0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11"/>
            <p:cNvSpPr/>
            <p:nvPr/>
          </p:nvSpPr>
          <p:spPr>
            <a:xfrm>
              <a:off x="9958284" y="4090406"/>
              <a:ext cx="1093" cy="1093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11"/>
            <p:cNvSpPr/>
            <p:nvPr/>
          </p:nvSpPr>
          <p:spPr>
            <a:xfrm>
              <a:off x="9841138" y="4155198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11"/>
            <p:cNvSpPr/>
            <p:nvPr/>
          </p:nvSpPr>
          <p:spPr>
            <a:xfrm>
              <a:off x="9530709" y="4409110"/>
              <a:ext cx="2082" cy="10304"/>
            </a:xfrm>
            <a:custGeom>
              <a:avLst/>
              <a:gdLst/>
              <a:ahLst/>
              <a:cxnLst/>
              <a:rect l="l" t="t" r="r" b="b"/>
              <a:pathLst>
                <a:path w="40" h="198" extrusionOk="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11"/>
            <p:cNvSpPr/>
            <p:nvPr/>
          </p:nvSpPr>
          <p:spPr>
            <a:xfrm>
              <a:off x="9642703" y="4297064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11"/>
            <p:cNvSpPr/>
            <p:nvPr/>
          </p:nvSpPr>
          <p:spPr>
            <a:xfrm>
              <a:off x="9503959" y="4064749"/>
              <a:ext cx="564401" cy="353629"/>
            </a:xfrm>
            <a:custGeom>
              <a:avLst/>
              <a:gdLst/>
              <a:ahLst/>
              <a:cxnLst/>
              <a:rect l="l" t="t" r="r" b="b"/>
              <a:pathLst>
                <a:path w="10845" h="6795" extrusionOk="0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11"/>
            <p:cNvSpPr/>
            <p:nvPr/>
          </p:nvSpPr>
          <p:spPr>
            <a:xfrm>
              <a:off x="9762971" y="421067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11"/>
            <p:cNvSpPr/>
            <p:nvPr/>
          </p:nvSpPr>
          <p:spPr>
            <a:xfrm>
              <a:off x="10047744" y="4191159"/>
              <a:ext cx="1093" cy="2134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11"/>
            <p:cNvSpPr/>
            <p:nvPr/>
          </p:nvSpPr>
          <p:spPr>
            <a:xfrm>
              <a:off x="9913060" y="4263133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11"/>
            <p:cNvSpPr/>
            <p:nvPr/>
          </p:nvSpPr>
          <p:spPr>
            <a:xfrm>
              <a:off x="9677675" y="4417332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11"/>
            <p:cNvSpPr/>
            <p:nvPr/>
          </p:nvSpPr>
          <p:spPr>
            <a:xfrm>
              <a:off x="9555377" y="4168573"/>
              <a:ext cx="572572" cy="370074"/>
            </a:xfrm>
            <a:custGeom>
              <a:avLst/>
              <a:gdLst/>
              <a:ahLst/>
              <a:cxnLst/>
              <a:rect l="l" t="t" r="r" b="b"/>
              <a:pathLst>
                <a:path w="11002" h="7111" extrusionOk="0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11"/>
            <p:cNvSpPr/>
            <p:nvPr/>
          </p:nvSpPr>
          <p:spPr>
            <a:xfrm>
              <a:off x="9820582" y="4322720"/>
              <a:ext cx="52" cy="2134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11"/>
            <p:cNvSpPr/>
            <p:nvPr/>
          </p:nvSpPr>
          <p:spPr>
            <a:xfrm>
              <a:off x="10122789" y="432173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11"/>
            <p:cNvSpPr/>
            <p:nvPr/>
          </p:nvSpPr>
          <p:spPr>
            <a:xfrm>
              <a:off x="9981963" y="4397765"/>
              <a:ext cx="1041" cy="1093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11"/>
            <p:cNvSpPr/>
            <p:nvPr/>
          </p:nvSpPr>
          <p:spPr>
            <a:xfrm>
              <a:off x="9617046" y="4661981"/>
              <a:ext cx="52" cy="5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11"/>
            <p:cNvSpPr/>
            <p:nvPr/>
          </p:nvSpPr>
          <p:spPr>
            <a:xfrm>
              <a:off x="9734192" y="454993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11"/>
            <p:cNvSpPr/>
            <p:nvPr/>
          </p:nvSpPr>
          <p:spPr>
            <a:xfrm>
              <a:off x="9604712" y="4633150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11"/>
            <p:cNvSpPr/>
            <p:nvPr/>
          </p:nvSpPr>
          <p:spPr>
            <a:xfrm>
              <a:off x="9601590" y="4301175"/>
              <a:ext cx="600414" cy="360863"/>
            </a:xfrm>
            <a:custGeom>
              <a:avLst/>
              <a:gdLst/>
              <a:ahLst/>
              <a:cxnLst/>
              <a:rect l="l" t="t" r="r" b="b"/>
              <a:pathLst>
                <a:path w="11537" h="6934" extrusionOk="0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11"/>
            <p:cNvSpPr/>
            <p:nvPr/>
          </p:nvSpPr>
          <p:spPr>
            <a:xfrm>
              <a:off x="9886363" y="445943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11"/>
            <p:cNvSpPr/>
            <p:nvPr/>
          </p:nvSpPr>
          <p:spPr>
            <a:xfrm>
              <a:off x="10206056" y="444918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11"/>
            <p:cNvSpPr/>
            <p:nvPr/>
          </p:nvSpPr>
          <p:spPr>
            <a:xfrm>
              <a:off x="10061119" y="451704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11"/>
            <p:cNvSpPr/>
            <p:nvPr/>
          </p:nvSpPr>
          <p:spPr>
            <a:xfrm>
              <a:off x="9672523" y="4428626"/>
              <a:ext cx="600362" cy="376267"/>
            </a:xfrm>
            <a:custGeom>
              <a:avLst/>
              <a:gdLst/>
              <a:ahLst/>
              <a:cxnLst/>
              <a:rect l="l" t="t" r="r" b="b"/>
              <a:pathLst>
                <a:path w="11536" h="7230" extrusionOk="0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11"/>
            <p:cNvSpPr/>
            <p:nvPr/>
          </p:nvSpPr>
          <p:spPr>
            <a:xfrm>
              <a:off x="9961407" y="4578714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93" name="Google Shape;2793;p11"/>
          <p:cNvGrpSpPr/>
          <p:nvPr/>
        </p:nvGrpSpPr>
        <p:grpSpPr>
          <a:xfrm rot="10800000">
            <a:off x="7778562" y="3885614"/>
            <a:ext cx="1646313" cy="1753805"/>
            <a:chOff x="-2092800" y="-1252032"/>
            <a:chExt cx="1956171" cy="2083646"/>
          </a:xfrm>
        </p:grpSpPr>
        <p:sp>
          <p:nvSpPr>
            <p:cNvPr id="2794" name="Google Shape;2794;p11"/>
            <p:cNvSpPr/>
            <p:nvPr/>
          </p:nvSpPr>
          <p:spPr>
            <a:xfrm>
              <a:off x="-979900" y="-401409"/>
              <a:ext cx="460048" cy="405319"/>
            </a:xfrm>
            <a:custGeom>
              <a:avLst/>
              <a:gdLst/>
              <a:ahLst/>
              <a:cxnLst/>
              <a:rect l="l" t="t" r="r" b="b"/>
              <a:pathLst>
                <a:path w="11121" h="9798" extrusionOk="0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11"/>
            <p:cNvSpPr/>
            <p:nvPr/>
          </p:nvSpPr>
          <p:spPr>
            <a:xfrm>
              <a:off x="-1183351" y="-181618"/>
              <a:ext cx="1046722" cy="986284"/>
            </a:xfrm>
            <a:custGeom>
              <a:avLst/>
              <a:gdLst/>
              <a:ahLst/>
              <a:cxnLst/>
              <a:rect l="l" t="t" r="r" b="b"/>
              <a:pathLst>
                <a:path w="25303" h="23842" extrusionOk="0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11"/>
            <p:cNvSpPr/>
            <p:nvPr/>
          </p:nvSpPr>
          <p:spPr>
            <a:xfrm>
              <a:off x="-1111453" y="-131768"/>
              <a:ext cx="916787" cy="874343"/>
            </a:xfrm>
            <a:custGeom>
              <a:avLst/>
              <a:gdLst/>
              <a:ahLst/>
              <a:cxnLst/>
              <a:rect l="l" t="t" r="r" b="b"/>
              <a:pathLst>
                <a:path w="22162" h="21136" extrusionOk="0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11"/>
            <p:cNvSpPr/>
            <p:nvPr/>
          </p:nvSpPr>
          <p:spPr>
            <a:xfrm>
              <a:off x="-1095939" y="527648"/>
              <a:ext cx="134858" cy="51503"/>
            </a:xfrm>
            <a:custGeom>
              <a:avLst/>
              <a:gdLst/>
              <a:ahLst/>
              <a:cxnLst/>
              <a:rect l="l" t="t" r="r" b="b"/>
              <a:pathLst>
                <a:path w="3260" h="1245" extrusionOk="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11"/>
            <p:cNvSpPr/>
            <p:nvPr/>
          </p:nvSpPr>
          <p:spPr>
            <a:xfrm>
              <a:off x="-1207883" y="385464"/>
              <a:ext cx="646367" cy="215732"/>
            </a:xfrm>
            <a:custGeom>
              <a:avLst/>
              <a:gdLst/>
              <a:ahLst/>
              <a:cxnLst/>
              <a:rect l="l" t="t" r="r" b="b"/>
              <a:pathLst>
                <a:path w="15625" h="5215" extrusionOk="0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11"/>
            <p:cNvSpPr/>
            <p:nvPr/>
          </p:nvSpPr>
          <p:spPr>
            <a:xfrm>
              <a:off x="-1082867" y="-597538"/>
              <a:ext cx="415123" cy="357126"/>
            </a:xfrm>
            <a:custGeom>
              <a:avLst/>
              <a:gdLst/>
              <a:ahLst/>
              <a:cxnLst/>
              <a:rect l="l" t="t" r="r" b="b"/>
              <a:pathLst>
                <a:path w="10035" h="8633" extrusionOk="0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11"/>
            <p:cNvSpPr/>
            <p:nvPr/>
          </p:nvSpPr>
          <p:spPr>
            <a:xfrm>
              <a:off x="-652260" y="-246194"/>
              <a:ext cx="53985" cy="205141"/>
            </a:xfrm>
            <a:custGeom>
              <a:avLst/>
              <a:gdLst/>
              <a:ahLst/>
              <a:cxnLst/>
              <a:rect l="l" t="t" r="r" b="b"/>
              <a:pathLst>
                <a:path w="1305" h="4959" extrusionOk="0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11"/>
            <p:cNvSpPr/>
            <p:nvPr/>
          </p:nvSpPr>
          <p:spPr>
            <a:xfrm>
              <a:off x="-849175" y="-322147"/>
              <a:ext cx="260698" cy="405319"/>
            </a:xfrm>
            <a:custGeom>
              <a:avLst/>
              <a:gdLst/>
              <a:ahLst/>
              <a:cxnLst/>
              <a:rect l="l" t="t" r="r" b="b"/>
              <a:pathLst>
                <a:path w="6302" h="9798" extrusionOk="0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11"/>
            <p:cNvSpPr/>
            <p:nvPr/>
          </p:nvSpPr>
          <p:spPr>
            <a:xfrm>
              <a:off x="-682501" y="-34552"/>
              <a:ext cx="85838" cy="102178"/>
            </a:xfrm>
            <a:custGeom>
              <a:avLst/>
              <a:gdLst/>
              <a:ahLst/>
              <a:cxnLst/>
              <a:rect l="l" t="t" r="r" b="b"/>
              <a:pathLst>
                <a:path w="2075" h="2470" extrusionOk="0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11"/>
            <p:cNvSpPr/>
            <p:nvPr/>
          </p:nvSpPr>
          <p:spPr>
            <a:xfrm>
              <a:off x="-962732" y="-412869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11"/>
            <p:cNvSpPr/>
            <p:nvPr/>
          </p:nvSpPr>
          <p:spPr>
            <a:xfrm>
              <a:off x="-768258" y="-550130"/>
              <a:ext cx="5750" cy="3309"/>
            </a:xfrm>
            <a:custGeom>
              <a:avLst/>
              <a:gdLst/>
              <a:ahLst/>
              <a:cxnLst/>
              <a:rect l="l" t="t" r="r" b="b"/>
              <a:pathLst>
                <a:path w="139" h="80" extrusionOk="0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11"/>
            <p:cNvSpPr/>
            <p:nvPr/>
          </p:nvSpPr>
          <p:spPr>
            <a:xfrm>
              <a:off x="-1075503" y="-597538"/>
              <a:ext cx="309718" cy="221482"/>
            </a:xfrm>
            <a:custGeom>
              <a:avLst/>
              <a:gdLst/>
              <a:ahLst/>
              <a:cxnLst/>
              <a:rect l="l" t="t" r="r" b="b"/>
              <a:pathLst>
                <a:path w="7487" h="5354" extrusionOk="0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11"/>
            <p:cNvSpPr/>
            <p:nvPr/>
          </p:nvSpPr>
          <p:spPr>
            <a:xfrm>
              <a:off x="-899852" y="-456181"/>
              <a:ext cx="41" cy="1696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11"/>
            <p:cNvSpPr/>
            <p:nvPr/>
          </p:nvSpPr>
          <p:spPr>
            <a:xfrm>
              <a:off x="-858980" y="-287852"/>
              <a:ext cx="40085" cy="104618"/>
            </a:xfrm>
            <a:custGeom>
              <a:avLst/>
              <a:gdLst/>
              <a:ahLst/>
              <a:cxnLst/>
              <a:rect l="l" t="t" r="r" b="b"/>
              <a:pathLst>
                <a:path w="969" h="2529" extrusionOk="0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11"/>
            <p:cNvSpPr/>
            <p:nvPr/>
          </p:nvSpPr>
          <p:spPr>
            <a:xfrm>
              <a:off x="-1382748" y="-1252032"/>
              <a:ext cx="637390" cy="862057"/>
            </a:xfrm>
            <a:custGeom>
              <a:avLst/>
              <a:gdLst/>
              <a:ahLst/>
              <a:cxnLst/>
              <a:rect l="l" t="t" r="r" b="b"/>
              <a:pathLst>
                <a:path w="15408" h="20839" extrusionOk="0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11"/>
            <p:cNvSpPr/>
            <p:nvPr/>
          </p:nvSpPr>
          <p:spPr>
            <a:xfrm>
              <a:off x="-1591950" y="459017"/>
              <a:ext cx="628414" cy="372597"/>
            </a:xfrm>
            <a:custGeom>
              <a:avLst/>
              <a:gdLst/>
              <a:ahLst/>
              <a:cxnLst/>
              <a:rect l="l" t="t" r="r" b="b"/>
              <a:pathLst>
                <a:path w="15191" h="9007" extrusionOk="0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11"/>
            <p:cNvSpPr/>
            <p:nvPr/>
          </p:nvSpPr>
          <p:spPr>
            <a:xfrm>
              <a:off x="-1457915" y="345419"/>
              <a:ext cx="440440" cy="214118"/>
            </a:xfrm>
            <a:custGeom>
              <a:avLst/>
              <a:gdLst/>
              <a:ahLst/>
              <a:cxnLst/>
              <a:rect l="l" t="t" r="r" b="b"/>
              <a:pathLst>
                <a:path w="10647" h="5176" extrusionOk="0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11"/>
            <p:cNvSpPr/>
            <p:nvPr/>
          </p:nvSpPr>
          <p:spPr>
            <a:xfrm>
              <a:off x="-1776578" y="302106"/>
              <a:ext cx="412641" cy="383270"/>
            </a:xfrm>
            <a:custGeom>
              <a:avLst/>
              <a:gdLst/>
              <a:ahLst/>
              <a:cxnLst/>
              <a:rect l="l" t="t" r="r" b="b"/>
              <a:pathLst>
                <a:path w="9975" h="9265" extrusionOk="0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11"/>
            <p:cNvSpPr/>
            <p:nvPr/>
          </p:nvSpPr>
          <p:spPr>
            <a:xfrm>
              <a:off x="-1125352" y="455749"/>
              <a:ext cx="93201" cy="87451"/>
            </a:xfrm>
            <a:custGeom>
              <a:avLst/>
              <a:gdLst/>
              <a:ahLst/>
              <a:cxnLst/>
              <a:rect l="l" t="t" r="r" b="b"/>
              <a:pathLst>
                <a:path w="2253" h="2114" extrusionOk="0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11"/>
            <p:cNvSpPr/>
            <p:nvPr/>
          </p:nvSpPr>
          <p:spPr>
            <a:xfrm>
              <a:off x="-1270805" y="658373"/>
              <a:ext cx="254989" cy="33549"/>
            </a:xfrm>
            <a:custGeom>
              <a:avLst/>
              <a:gdLst/>
              <a:ahLst/>
              <a:cxnLst/>
              <a:rect l="l" t="t" r="r" b="b"/>
              <a:pathLst>
                <a:path w="6164" h="811" extrusionOk="0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11"/>
            <p:cNvSpPr/>
            <p:nvPr/>
          </p:nvSpPr>
          <p:spPr>
            <a:xfrm>
              <a:off x="-1341876" y="732754"/>
              <a:ext cx="221440" cy="40871"/>
            </a:xfrm>
            <a:custGeom>
              <a:avLst/>
              <a:gdLst/>
              <a:ahLst/>
              <a:cxnLst/>
              <a:rect l="l" t="t" r="r" b="b"/>
              <a:pathLst>
                <a:path w="5353" h="988" extrusionOk="0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11"/>
            <p:cNvSpPr/>
            <p:nvPr/>
          </p:nvSpPr>
          <p:spPr>
            <a:xfrm>
              <a:off x="-1384362" y="776026"/>
              <a:ext cx="172420" cy="35204"/>
            </a:xfrm>
            <a:custGeom>
              <a:avLst/>
              <a:gdLst/>
              <a:ahLst/>
              <a:cxnLst/>
              <a:rect l="l" t="t" r="r" b="b"/>
              <a:pathLst>
                <a:path w="4168" h="851" extrusionOk="0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11"/>
            <p:cNvSpPr/>
            <p:nvPr/>
          </p:nvSpPr>
          <p:spPr>
            <a:xfrm>
              <a:off x="-1665462" y="560329"/>
              <a:ext cx="1655" cy="1655"/>
            </a:xfrm>
            <a:custGeom>
              <a:avLst/>
              <a:gdLst/>
              <a:ahLst/>
              <a:cxnLst/>
              <a:rect l="l" t="t" r="r" b="b"/>
              <a:pathLst>
                <a:path w="40" h="40" extrusionOk="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11"/>
            <p:cNvSpPr/>
            <p:nvPr/>
          </p:nvSpPr>
          <p:spPr>
            <a:xfrm>
              <a:off x="-1585372" y="391173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11"/>
            <p:cNvSpPr/>
            <p:nvPr/>
          </p:nvSpPr>
          <p:spPr>
            <a:xfrm>
              <a:off x="-1773310" y="302106"/>
              <a:ext cx="214118" cy="335863"/>
            </a:xfrm>
            <a:custGeom>
              <a:avLst/>
              <a:gdLst/>
              <a:ahLst/>
              <a:cxnLst/>
              <a:rect l="l" t="t" r="r" b="b"/>
              <a:pathLst>
                <a:path w="5176" h="8119" extrusionOk="0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11"/>
            <p:cNvSpPr/>
            <p:nvPr/>
          </p:nvSpPr>
          <p:spPr>
            <a:xfrm>
              <a:off x="-1585372" y="390345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11"/>
            <p:cNvSpPr/>
            <p:nvPr/>
          </p:nvSpPr>
          <p:spPr>
            <a:xfrm>
              <a:off x="-1636876" y="495753"/>
              <a:ext cx="869" cy="1696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11"/>
            <p:cNvSpPr/>
            <p:nvPr/>
          </p:nvSpPr>
          <p:spPr>
            <a:xfrm>
              <a:off x="-1304313" y="527648"/>
              <a:ext cx="144662" cy="28626"/>
            </a:xfrm>
            <a:custGeom>
              <a:avLst/>
              <a:gdLst/>
              <a:ahLst/>
              <a:cxnLst/>
              <a:rect l="l" t="t" r="r" b="b"/>
              <a:pathLst>
                <a:path w="3497" h="692" extrusionOk="0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11"/>
            <p:cNvSpPr/>
            <p:nvPr/>
          </p:nvSpPr>
          <p:spPr>
            <a:xfrm>
              <a:off x="-2092800" y="129682"/>
              <a:ext cx="507455" cy="585929"/>
            </a:xfrm>
            <a:custGeom>
              <a:avLst/>
              <a:gdLst/>
              <a:ahLst/>
              <a:cxnLst/>
              <a:rect l="l" t="t" r="r" b="b"/>
              <a:pathLst>
                <a:path w="12267" h="14164" extrusionOk="0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11"/>
            <p:cNvSpPr/>
            <p:nvPr/>
          </p:nvSpPr>
          <p:spPr>
            <a:xfrm>
              <a:off x="-843466" y="108459"/>
              <a:ext cx="216600" cy="156121"/>
            </a:xfrm>
            <a:custGeom>
              <a:avLst/>
              <a:gdLst/>
              <a:ahLst/>
              <a:cxnLst/>
              <a:rect l="l" t="t" r="r" b="b"/>
              <a:pathLst>
                <a:path w="5236" h="3774" extrusionOk="0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11"/>
            <p:cNvSpPr/>
            <p:nvPr/>
          </p:nvSpPr>
          <p:spPr>
            <a:xfrm>
              <a:off x="-966828" y="218748"/>
              <a:ext cx="145489" cy="210850"/>
            </a:xfrm>
            <a:custGeom>
              <a:avLst/>
              <a:gdLst/>
              <a:ahLst/>
              <a:cxnLst/>
              <a:rect l="l" t="t" r="r" b="b"/>
              <a:pathLst>
                <a:path w="3517" h="5097" extrusionOk="0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11"/>
            <p:cNvSpPr/>
            <p:nvPr/>
          </p:nvSpPr>
          <p:spPr>
            <a:xfrm>
              <a:off x="-916192" y="-26361"/>
              <a:ext cx="104660" cy="205927"/>
            </a:xfrm>
            <a:custGeom>
              <a:avLst/>
              <a:gdLst/>
              <a:ahLst/>
              <a:cxnLst/>
              <a:rect l="l" t="t" r="r" b="b"/>
              <a:pathLst>
                <a:path w="2530" h="4978" extrusionOk="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11"/>
            <p:cNvSpPr/>
            <p:nvPr/>
          </p:nvSpPr>
          <p:spPr>
            <a:xfrm>
              <a:off x="-533781" y="304547"/>
              <a:ext cx="118518" cy="205141"/>
            </a:xfrm>
            <a:custGeom>
              <a:avLst/>
              <a:gdLst/>
              <a:ahLst/>
              <a:cxnLst/>
              <a:rect l="l" t="t" r="r" b="b"/>
              <a:pathLst>
                <a:path w="2865" h="4959" extrusionOk="0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11"/>
            <p:cNvSpPr/>
            <p:nvPr/>
          </p:nvSpPr>
          <p:spPr>
            <a:xfrm>
              <a:off x="-501099" y="193431"/>
              <a:ext cx="213332" cy="129977"/>
            </a:xfrm>
            <a:custGeom>
              <a:avLst/>
              <a:gdLst/>
              <a:ahLst/>
              <a:cxnLst/>
              <a:rect l="l" t="t" r="r" b="b"/>
              <a:pathLst>
                <a:path w="5157" h="3142" extrusionOk="0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11"/>
            <p:cNvSpPr/>
            <p:nvPr/>
          </p:nvSpPr>
          <p:spPr>
            <a:xfrm>
              <a:off x="-577880" y="534184"/>
              <a:ext cx="190415" cy="116863"/>
            </a:xfrm>
            <a:custGeom>
              <a:avLst/>
              <a:gdLst/>
              <a:ahLst/>
              <a:cxnLst/>
              <a:rect l="l" t="t" r="r" b="b"/>
              <a:pathLst>
                <a:path w="4603" h="2825" extrusionOk="0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11"/>
            <p:cNvSpPr/>
            <p:nvPr/>
          </p:nvSpPr>
          <p:spPr>
            <a:xfrm>
              <a:off x="-513344" y="326638"/>
              <a:ext cx="76033" cy="169979"/>
            </a:xfrm>
            <a:custGeom>
              <a:avLst/>
              <a:gdLst/>
              <a:ahLst/>
              <a:cxnLst/>
              <a:rect l="l" t="t" r="r" b="b"/>
              <a:pathLst>
                <a:path w="1838" h="4109" extrusionOk="0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11"/>
            <p:cNvSpPr/>
            <p:nvPr/>
          </p:nvSpPr>
          <p:spPr>
            <a:xfrm>
              <a:off x="-476568" y="244935"/>
              <a:ext cx="174074" cy="56384"/>
            </a:xfrm>
            <a:custGeom>
              <a:avLst/>
              <a:gdLst/>
              <a:ahLst/>
              <a:cxnLst/>
              <a:rect l="l" t="t" r="r" b="b"/>
              <a:pathLst>
                <a:path w="4208" h="1363" extrusionOk="0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11"/>
            <p:cNvSpPr/>
            <p:nvPr/>
          </p:nvSpPr>
          <p:spPr>
            <a:xfrm>
              <a:off x="-566462" y="577497"/>
              <a:ext cx="164270" cy="38430"/>
            </a:xfrm>
            <a:custGeom>
              <a:avLst/>
              <a:gdLst/>
              <a:ahLst/>
              <a:cxnLst/>
              <a:rect l="l" t="t" r="r" b="b"/>
              <a:pathLst>
                <a:path w="3971" h="929" extrusionOk="0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11"/>
            <p:cNvSpPr/>
            <p:nvPr/>
          </p:nvSpPr>
          <p:spPr>
            <a:xfrm>
              <a:off x="-926783" y="235916"/>
              <a:ext cx="68670" cy="172461"/>
            </a:xfrm>
            <a:custGeom>
              <a:avLst/>
              <a:gdLst/>
              <a:ahLst/>
              <a:cxnLst/>
              <a:rect l="l" t="t" r="r" b="b"/>
              <a:pathLst>
                <a:path w="1660" h="4169" extrusionOk="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11"/>
            <p:cNvSpPr/>
            <p:nvPr/>
          </p:nvSpPr>
          <p:spPr>
            <a:xfrm>
              <a:off x="-827912" y="128896"/>
              <a:ext cx="189587" cy="103791"/>
            </a:xfrm>
            <a:custGeom>
              <a:avLst/>
              <a:gdLst/>
              <a:ahLst/>
              <a:cxnLst/>
              <a:rect l="l" t="t" r="r" b="b"/>
              <a:pathLst>
                <a:path w="4583" h="2509" extrusionOk="0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11"/>
            <p:cNvSpPr/>
            <p:nvPr/>
          </p:nvSpPr>
          <p:spPr>
            <a:xfrm>
              <a:off x="-888393" y="-14943"/>
              <a:ext cx="41698" cy="162657"/>
            </a:xfrm>
            <a:custGeom>
              <a:avLst/>
              <a:gdLst/>
              <a:ahLst/>
              <a:cxnLst/>
              <a:rect l="l" t="t" r="r" b="b"/>
              <a:pathLst>
                <a:path w="1008" h="3932" extrusionOk="0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11"/>
            <p:cNvSpPr/>
            <p:nvPr/>
          </p:nvSpPr>
          <p:spPr>
            <a:xfrm>
              <a:off x="-647338" y="248203"/>
              <a:ext cx="51503" cy="67843"/>
            </a:xfrm>
            <a:custGeom>
              <a:avLst/>
              <a:gdLst/>
              <a:ahLst/>
              <a:cxnLst/>
              <a:rect l="l" t="t" r="r" b="b"/>
              <a:pathLst>
                <a:path w="1245" h="1640" extrusionOk="0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11"/>
            <p:cNvSpPr/>
            <p:nvPr/>
          </p:nvSpPr>
          <p:spPr>
            <a:xfrm>
              <a:off x="-689037" y="312738"/>
              <a:ext cx="52371" cy="45794"/>
            </a:xfrm>
            <a:custGeom>
              <a:avLst/>
              <a:gdLst/>
              <a:ahLst/>
              <a:cxnLst/>
              <a:rect l="l" t="t" r="r" b="b"/>
              <a:pathLst>
                <a:path w="1266" h="1107" extrusionOk="0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11"/>
            <p:cNvSpPr/>
            <p:nvPr/>
          </p:nvSpPr>
          <p:spPr>
            <a:xfrm>
              <a:off x="-599970" y="311910"/>
              <a:ext cx="63789" cy="48276"/>
            </a:xfrm>
            <a:custGeom>
              <a:avLst/>
              <a:gdLst/>
              <a:ahLst/>
              <a:cxnLst/>
              <a:rect l="l" t="t" r="r" b="b"/>
              <a:pathLst>
                <a:path w="1542" h="1167" extrusionOk="0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11"/>
            <p:cNvSpPr/>
            <p:nvPr/>
          </p:nvSpPr>
          <p:spPr>
            <a:xfrm>
              <a:off x="-589339" y="222844"/>
              <a:ext cx="57253" cy="66229"/>
            </a:xfrm>
            <a:custGeom>
              <a:avLst/>
              <a:gdLst/>
              <a:ahLst/>
              <a:cxnLst/>
              <a:rect l="l" t="t" r="r" b="b"/>
              <a:pathLst>
                <a:path w="1384" h="1601" extrusionOk="0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11"/>
            <p:cNvSpPr/>
            <p:nvPr/>
          </p:nvSpPr>
          <p:spPr>
            <a:xfrm>
              <a:off x="-592607" y="387077"/>
              <a:ext cx="48276" cy="50717"/>
            </a:xfrm>
            <a:custGeom>
              <a:avLst/>
              <a:gdLst/>
              <a:ahLst/>
              <a:cxnLst/>
              <a:rect l="l" t="t" r="r" b="b"/>
              <a:pathLst>
                <a:path w="1167" h="1226" extrusionOk="0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11"/>
            <p:cNvSpPr/>
            <p:nvPr/>
          </p:nvSpPr>
          <p:spPr>
            <a:xfrm>
              <a:off x="-725773" y="376487"/>
              <a:ext cx="51503" cy="41698"/>
            </a:xfrm>
            <a:custGeom>
              <a:avLst/>
              <a:gdLst/>
              <a:ahLst/>
              <a:cxnLst/>
              <a:rect l="l" t="t" r="r" b="b"/>
              <a:pathLst>
                <a:path w="1245" h="1008" extrusionOk="0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11"/>
            <p:cNvSpPr/>
            <p:nvPr/>
          </p:nvSpPr>
          <p:spPr>
            <a:xfrm>
              <a:off x="-735577" y="235916"/>
              <a:ext cx="44139" cy="50717"/>
            </a:xfrm>
            <a:custGeom>
              <a:avLst/>
              <a:gdLst/>
              <a:ahLst/>
              <a:cxnLst/>
              <a:rect l="l" t="t" r="r" b="b"/>
              <a:pathLst>
                <a:path w="1067" h="1226" extrusionOk="0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11"/>
            <p:cNvSpPr/>
            <p:nvPr/>
          </p:nvSpPr>
          <p:spPr>
            <a:xfrm>
              <a:off x="-624461" y="103537"/>
              <a:ext cx="59693" cy="48276"/>
            </a:xfrm>
            <a:custGeom>
              <a:avLst/>
              <a:gdLst/>
              <a:ahLst/>
              <a:cxnLst/>
              <a:rect l="l" t="t" r="r" b="b"/>
              <a:pathLst>
                <a:path w="1443" h="1167" extrusionOk="0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43" name="Google Shape;2843;p11"/>
          <p:cNvGrpSpPr/>
          <p:nvPr/>
        </p:nvGrpSpPr>
        <p:grpSpPr>
          <a:xfrm rot="10800000">
            <a:off x="-18265" y="3065179"/>
            <a:ext cx="679382" cy="871990"/>
            <a:chOff x="8619938" y="2813305"/>
            <a:chExt cx="679382" cy="871990"/>
          </a:xfrm>
        </p:grpSpPr>
        <p:sp>
          <p:nvSpPr>
            <p:cNvPr id="2844" name="Google Shape;2844;p11"/>
            <p:cNvSpPr/>
            <p:nvPr/>
          </p:nvSpPr>
          <p:spPr>
            <a:xfrm>
              <a:off x="8654027" y="2917184"/>
              <a:ext cx="605870" cy="583106"/>
            </a:xfrm>
            <a:custGeom>
              <a:avLst/>
              <a:gdLst/>
              <a:ahLst/>
              <a:cxnLst/>
              <a:rect l="l" t="t" r="r" b="b"/>
              <a:pathLst>
                <a:path w="15783" h="15190" extrusionOk="0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11"/>
            <p:cNvSpPr/>
            <p:nvPr/>
          </p:nvSpPr>
          <p:spPr>
            <a:xfrm>
              <a:off x="8769307" y="2982368"/>
              <a:ext cx="231285" cy="211592"/>
            </a:xfrm>
            <a:custGeom>
              <a:avLst/>
              <a:gdLst/>
              <a:ahLst/>
              <a:cxnLst/>
              <a:rect l="l" t="t" r="r" b="b"/>
              <a:pathLst>
                <a:path w="6025" h="5512" extrusionOk="0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11"/>
            <p:cNvSpPr/>
            <p:nvPr/>
          </p:nvSpPr>
          <p:spPr>
            <a:xfrm>
              <a:off x="8780670" y="2993001"/>
              <a:ext cx="210056" cy="191861"/>
            </a:xfrm>
            <a:custGeom>
              <a:avLst/>
              <a:gdLst/>
              <a:ahLst/>
              <a:cxnLst/>
              <a:rect l="l" t="t" r="r" b="b"/>
              <a:pathLst>
                <a:path w="5472" h="4998" extrusionOk="0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11"/>
            <p:cNvSpPr/>
            <p:nvPr/>
          </p:nvSpPr>
          <p:spPr>
            <a:xfrm>
              <a:off x="8860288" y="3005132"/>
              <a:ext cx="88752" cy="70556"/>
            </a:xfrm>
            <a:custGeom>
              <a:avLst/>
              <a:gdLst/>
              <a:ahLst/>
              <a:cxnLst/>
              <a:rect l="l" t="t" r="r" b="b"/>
              <a:pathLst>
                <a:path w="2312" h="1838" extrusionOk="0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11"/>
            <p:cNvSpPr/>
            <p:nvPr/>
          </p:nvSpPr>
          <p:spPr>
            <a:xfrm>
              <a:off x="8905778" y="3039260"/>
              <a:ext cx="77389" cy="70556"/>
            </a:xfrm>
            <a:custGeom>
              <a:avLst/>
              <a:gdLst/>
              <a:ahLst/>
              <a:cxnLst/>
              <a:rect l="l" t="t" r="r" b="b"/>
              <a:pathLst>
                <a:path w="2016" h="1838" extrusionOk="0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11"/>
            <p:cNvSpPr/>
            <p:nvPr/>
          </p:nvSpPr>
          <p:spPr>
            <a:xfrm>
              <a:off x="8895913" y="3102946"/>
              <a:ext cx="75854" cy="69788"/>
            </a:xfrm>
            <a:custGeom>
              <a:avLst/>
              <a:gdLst/>
              <a:ahLst/>
              <a:cxnLst/>
              <a:rect l="l" t="t" r="r" b="b"/>
              <a:pathLst>
                <a:path w="1976" h="1818" extrusionOk="0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11"/>
            <p:cNvSpPr/>
            <p:nvPr/>
          </p:nvSpPr>
          <p:spPr>
            <a:xfrm>
              <a:off x="8813262" y="3102946"/>
              <a:ext cx="84990" cy="74318"/>
            </a:xfrm>
            <a:custGeom>
              <a:avLst/>
              <a:gdLst/>
              <a:ahLst/>
              <a:cxnLst/>
              <a:rect l="l" t="t" r="r" b="b"/>
              <a:pathLst>
                <a:path w="2214" h="1936" extrusionOk="0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11"/>
            <p:cNvSpPr/>
            <p:nvPr/>
          </p:nvSpPr>
          <p:spPr>
            <a:xfrm>
              <a:off x="8792801" y="3018760"/>
              <a:ext cx="78886" cy="110748"/>
            </a:xfrm>
            <a:custGeom>
              <a:avLst/>
              <a:gdLst/>
              <a:ahLst/>
              <a:cxnLst/>
              <a:rect l="l" t="t" r="r" b="b"/>
              <a:pathLst>
                <a:path w="2055" h="2885" extrusionOk="0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11"/>
            <p:cNvSpPr/>
            <p:nvPr/>
          </p:nvSpPr>
          <p:spPr>
            <a:xfrm>
              <a:off x="8789768" y="3244715"/>
              <a:ext cx="233588" cy="232091"/>
            </a:xfrm>
            <a:custGeom>
              <a:avLst/>
              <a:gdLst/>
              <a:ahLst/>
              <a:cxnLst/>
              <a:rect l="l" t="t" r="r" b="b"/>
              <a:pathLst>
                <a:path w="6085" h="6046" extrusionOk="0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11"/>
            <p:cNvSpPr/>
            <p:nvPr/>
          </p:nvSpPr>
          <p:spPr>
            <a:xfrm>
              <a:off x="8801899" y="3254581"/>
              <a:ext cx="213089" cy="212360"/>
            </a:xfrm>
            <a:custGeom>
              <a:avLst/>
              <a:gdLst/>
              <a:ahLst/>
              <a:cxnLst/>
              <a:rect l="l" t="t" r="r" b="b"/>
              <a:pathLst>
                <a:path w="5551" h="5532" extrusionOk="0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11"/>
            <p:cNvSpPr/>
            <p:nvPr/>
          </p:nvSpPr>
          <p:spPr>
            <a:xfrm>
              <a:off x="8817063" y="3262950"/>
              <a:ext cx="90287" cy="84952"/>
            </a:xfrm>
            <a:custGeom>
              <a:avLst/>
              <a:gdLst/>
              <a:ahLst/>
              <a:cxnLst/>
              <a:rect l="l" t="t" r="r" b="b"/>
              <a:pathLst>
                <a:path w="2352" h="2213" extrusionOk="0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11"/>
            <p:cNvSpPr/>
            <p:nvPr/>
          </p:nvSpPr>
          <p:spPr>
            <a:xfrm>
              <a:off x="8811765" y="3342529"/>
              <a:ext cx="80422" cy="98617"/>
            </a:xfrm>
            <a:custGeom>
              <a:avLst/>
              <a:gdLst/>
              <a:ahLst/>
              <a:cxnLst/>
              <a:rect l="l" t="t" r="r" b="b"/>
              <a:pathLst>
                <a:path w="2095" h="2569" extrusionOk="0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11"/>
            <p:cNvSpPr/>
            <p:nvPr/>
          </p:nvSpPr>
          <p:spPr>
            <a:xfrm>
              <a:off x="8865586" y="3374391"/>
              <a:ext cx="97082" cy="80422"/>
            </a:xfrm>
            <a:custGeom>
              <a:avLst/>
              <a:gdLst/>
              <a:ahLst/>
              <a:cxnLst/>
              <a:rect l="l" t="t" r="r" b="b"/>
              <a:pathLst>
                <a:path w="2529" h="2095" extrusionOk="0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11"/>
            <p:cNvSpPr/>
            <p:nvPr/>
          </p:nvSpPr>
          <p:spPr>
            <a:xfrm>
              <a:off x="8913379" y="3264447"/>
              <a:ext cx="79654" cy="75086"/>
            </a:xfrm>
            <a:custGeom>
              <a:avLst/>
              <a:gdLst/>
              <a:ahLst/>
              <a:cxnLst/>
              <a:rect l="l" t="t" r="r" b="b"/>
              <a:pathLst>
                <a:path w="2075" h="1956" extrusionOk="0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11"/>
            <p:cNvSpPr/>
            <p:nvPr/>
          </p:nvSpPr>
          <p:spPr>
            <a:xfrm>
              <a:off x="8923207" y="3316002"/>
              <a:ext cx="79654" cy="114548"/>
            </a:xfrm>
            <a:custGeom>
              <a:avLst/>
              <a:gdLst/>
              <a:ahLst/>
              <a:cxnLst/>
              <a:rect l="l" t="t" r="r" b="b"/>
              <a:pathLst>
                <a:path w="2075" h="2984" extrusionOk="0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11"/>
            <p:cNvSpPr/>
            <p:nvPr/>
          </p:nvSpPr>
          <p:spPr>
            <a:xfrm>
              <a:off x="9018756" y="3128705"/>
              <a:ext cx="224490" cy="217657"/>
            </a:xfrm>
            <a:custGeom>
              <a:avLst/>
              <a:gdLst/>
              <a:ahLst/>
              <a:cxnLst/>
              <a:rect l="l" t="t" r="r" b="b"/>
              <a:pathLst>
                <a:path w="5848" h="5670" extrusionOk="0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11"/>
            <p:cNvSpPr/>
            <p:nvPr/>
          </p:nvSpPr>
          <p:spPr>
            <a:xfrm>
              <a:off x="9026357" y="3134770"/>
              <a:ext cx="207024" cy="200229"/>
            </a:xfrm>
            <a:custGeom>
              <a:avLst/>
              <a:gdLst/>
              <a:ahLst/>
              <a:cxnLst/>
              <a:rect l="l" t="t" r="r" b="b"/>
              <a:pathLst>
                <a:path w="5393" h="5216" extrusionOk="0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11"/>
            <p:cNvSpPr/>
            <p:nvPr/>
          </p:nvSpPr>
          <p:spPr>
            <a:xfrm>
              <a:off x="9042250" y="3142371"/>
              <a:ext cx="95585" cy="85719"/>
            </a:xfrm>
            <a:custGeom>
              <a:avLst/>
              <a:gdLst/>
              <a:ahLst/>
              <a:cxnLst/>
              <a:rect l="l" t="t" r="r" b="b"/>
              <a:pathLst>
                <a:path w="2490" h="2233" extrusionOk="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11"/>
            <p:cNvSpPr/>
            <p:nvPr/>
          </p:nvSpPr>
          <p:spPr>
            <a:xfrm>
              <a:off x="9140064" y="3145404"/>
              <a:ext cx="79654" cy="84184"/>
            </a:xfrm>
            <a:custGeom>
              <a:avLst/>
              <a:gdLst/>
              <a:ahLst/>
              <a:cxnLst/>
              <a:rect l="l" t="t" r="r" b="b"/>
              <a:pathLst>
                <a:path w="2075" h="2193" extrusionOk="0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11"/>
            <p:cNvSpPr/>
            <p:nvPr/>
          </p:nvSpPr>
          <p:spPr>
            <a:xfrm>
              <a:off x="9038488" y="3210626"/>
              <a:ext cx="76621" cy="89481"/>
            </a:xfrm>
            <a:custGeom>
              <a:avLst/>
              <a:gdLst/>
              <a:ahLst/>
              <a:cxnLst/>
              <a:rect l="l" t="t" r="r" b="b"/>
              <a:pathLst>
                <a:path w="1996" h="2331" extrusionOk="0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11"/>
            <p:cNvSpPr/>
            <p:nvPr/>
          </p:nvSpPr>
          <p:spPr>
            <a:xfrm>
              <a:off x="9078680" y="3258381"/>
              <a:ext cx="94817" cy="66756"/>
            </a:xfrm>
            <a:custGeom>
              <a:avLst/>
              <a:gdLst/>
              <a:ahLst/>
              <a:cxnLst/>
              <a:rect l="l" t="t" r="r" b="b"/>
              <a:pathLst>
                <a:path w="2470" h="1739" extrusionOk="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11"/>
            <p:cNvSpPr/>
            <p:nvPr/>
          </p:nvSpPr>
          <p:spPr>
            <a:xfrm>
              <a:off x="9147664" y="3217421"/>
              <a:ext cx="73589" cy="89520"/>
            </a:xfrm>
            <a:custGeom>
              <a:avLst/>
              <a:gdLst/>
              <a:ahLst/>
              <a:cxnLst/>
              <a:rect l="l" t="t" r="r" b="b"/>
              <a:pathLst>
                <a:path w="1917" h="2332" extrusionOk="0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11"/>
            <p:cNvSpPr/>
            <p:nvPr/>
          </p:nvSpPr>
          <p:spPr>
            <a:xfrm>
              <a:off x="9005128" y="2970237"/>
              <a:ext cx="156966" cy="153972"/>
            </a:xfrm>
            <a:custGeom>
              <a:avLst/>
              <a:gdLst/>
              <a:ahLst/>
              <a:cxnLst/>
              <a:rect l="l" t="t" r="r" b="b"/>
              <a:pathLst>
                <a:path w="4089" h="4011" extrusionOk="0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11"/>
            <p:cNvSpPr/>
            <p:nvPr/>
          </p:nvSpPr>
          <p:spPr>
            <a:xfrm>
              <a:off x="8685121" y="3155999"/>
              <a:ext cx="197197" cy="108483"/>
            </a:xfrm>
            <a:custGeom>
              <a:avLst/>
              <a:gdLst/>
              <a:ahLst/>
              <a:cxnLst/>
              <a:rect l="l" t="t" r="r" b="b"/>
              <a:pathLst>
                <a:path w="5137" h="2826" extrusionOk="0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11"/>
            <p:cNvSpPr/>
            <p:nvPr/>
          </p:nvSpPr>
          <p:spPr>
            <a:xfrm>
              <a:off x="8996030" y="3272777"/>
              <a:ext cx="151669" cy="166870"/>
            </a:xfrm>
            <a:custGeom>
              <a:avLst/>
              <a:gdLst/>
              <a:ahLst/>
              <a:cxnLst/>
              <a:rect l="l" t="t" r="r" b="b"/>
              <a:pathLst>
                <a:path w="3951" h="4347" extrusionOk="0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11"/>
            <p:cNvSpPr/>
            <p:nvPr/>
          </p:nvSpPr>
          <p:spPr>
            <a:xfrm>
              <a:off x="9021021" y="3284178"/>
              <a:ext cx="104683" cy="140306"/>
            </a:xfrm>
            <a:custGeom>
              <a:avLst/>
              <a:gdLst/>
              <a:ahLst/>
              <a:cxnLst/>
              <a:rect l="l" t="t" r="r" b="b"/>
              <a:pathLst>
                <a:path w="2727" h="3655" extrusionOk="0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11"/>
            <p:cNvSpPr/>
            <p:nvPr/>
          </p:nvSpPr>
          <p:spPr>
            <a:xfrm>
              <a:off x="8692722" y="3181028"/>
              <a:ext cx="179730" cy="45528"/>
            </a:xfrm>
            <a:custGeom>
              <a:avLst/>
              <a:gdLst/>
              <a:ahLst/>
              <a:cxnLst/>
              <a:rect l="l" t="t" r="r" b="b"/>
              <a:pathLst>
                <a:path w="4682" h="1186" extrusionOk="0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11"/>
            <p:cNvSpPr/>
            <p:nvPr/>
          </p:nvSpPr>
          <p:spPr>
            <a:xfrm>
              <a:off x="9029389" y="2982368"/>
              <a:ext cx="116045" cy="113781"/>
            </a:xfrm>
            <a:custGeom>
              <a:avLst/>
              <a:gdLst/>
              <a:ahLst/>
              <a:cxnLst/>
              <a:rect l="l" t="t" r="r" b="b"/>
              <a:pathLst>
                <a:path w="3023" h="2964" extrusionOk="0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72" name="Google Shape;2872;p11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2873" name="Google Shape;2873;p11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avLst/>
                <a:gdLst/>
                <a:ahLst/>
                <a:cxnLst/>
                <a:rect l="l" t="t" r="r" b="b"/>
                <a:pathLst>
                  <a:path w="17698" h="18923" extrusionOk="0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4" name="Google Shape;2874;p11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4919" extrusionOk="0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875" name="Google Shape;2875;p11"/>
          <p:cNvGrpSpPr/>
          <p:nvPr/>
        </p:nvGrpSpPr>
        <p:grpSpPr>
          <a:xfrm rot="10800000">
            <a:off x="7477155" y="-441745"/>
            <a:ext cx="1973759" cy="1718179"/>
            <a:chOff x="-1914575" y="2967750"/>
            <a:chExt cx="1540675" cy="1341175"/>
          </a:xfrm>
        </p:grpSpPr>
        <p:sp>
          <p:nvSpPr>
            <p:cNvPr id="2876" name="Google Shape;2876;p11"/>
            <p:cNvSpPr/>
            <p:nvPr/>
          </p:nvSpPr>
          <p:spPr>
            <a:xfrm>
              <a:off x="-484050" y="3675375"/>
              <a:ext cx="53850" cy="59775"/>
            </a:xfrm>
            <a:custGeom>
              <a:avLst/>
              <a:gdLst/>
              <a:ahLst/>
              <a:cxnLst/>
              <a:rect l="l" t="t" r="r" b="b"/>
              <a:pathLst>
                <a:path w="2154" h="2391" extrusionOk="0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11"/>
            <p:cNvSpPr/>
            <p:nvPr/>
          </p:nvSpPr>
          <p:spPr>
            <a:xfrm>
              <a:off x="-1182275" y="2967750"/>
              <a:ext cx="808375" cy="740725"/>
            </a:xfrm>
            <a:custGeom>
              <a:avLst/>
              <a:gdLst/>
              <a:ahLst/>
              <a:cxnLst/>
              <a:rect l="l" t="t" r="r" b="b"/>
              <a:pathLst>
                <a:path w="32335" h="29629" extrusionOk="0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11"/>
            <p:cNvSpPr/>
            <p:nvPr/>
          </p:nvSpPr>
          <p:spPr>
            <a:xfrm>
              <a:off x="-1370425" y="2977625"/>
              <a:ext cx="991100" cy="806900"/>
            </a:xfrm>
            <a:custGeom>
              <a:avLst/>
              <a:gdLst/>
              <a:ahLst/>
              <a:cxnLst/>
              <a:rect l="l" t="t" r="r" b="b"/>
              <a:pathLst>
                <a:path w="39644" h="32276" extrusionOk="0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11"/>
            <p:cNvSpPr/>
            <p:nvPr/>
          </p:nvSpPr>
          <p:spPr>
            <a:xfrm>
              <a:off x="-1246975" y="3112925"/>
              <a:ext cx="4975" cy="3475"/>
            </a:xfrm>
            <a:custGeom>
              <a:avLst/>
              <a:gdLst/>
              <a:ahLst/>
              <a:cxnLst/>
              <a:rect l="l" t="t" r="r" b="b"/>
              <a:pathLst>
                <a:path w="199" h="139" extrusionOk="0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11"/>
            <p:cNvSpPr/>
            <p:nvPr/>
          </p:nvSpPr>
          <p:spPr>
            <a:xfrm>
              <a:off x="-1235125" y="31129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11"/>
            <p:cNvSpPr/>
            <p:nvPr/>
          </p:nvSpPr>
          <p:spPr>
            <a:xfrm>
              <a:off x="-905750" y="3252175"/>
              <a:ext cx="3975" cy="1025"/>
            </a:xfrm>
            <a:custGeom>
              <a:avLst/>
              <a:gdLst/>
              <a:ahLst/>
              <a:cxnLst/>
              <a:rect l="l" t="t" r="r" b="b"/>
              <a:pathLst>
                <a:path w="159" h="41" extrusionOk="0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11"/>
            <p:cNvSpPr/>
            <p:nvPr/>
          </p:nvSpPr>
          <p:spPr>
            <a:xfrm>
              <a:off x="-582300" y="3332175"/>
              <a:ext cx="1000" cy="525"/>
            </a:xfrm>
            <a:custGeom>
              <a:avLst/>
              <a:gdLst/>
              <a:ahLst/>
              <a:cxnLst/>
              <a:rect l="l" t="t" r="r" b="b"/>
              <a:pathLst>
                <a:path w="40" h="21" extrusionOk="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11"/>
            <p:cNvSpPr/>
            <p:nvPr/>
          </p:nvSpPr>
          <p:spPr>
            <a:xfrm>
              <a:off x="-1286950" y="3160825"/>
              <a:ext cx="2000" cy="2500"/>
            </a:xfrm>
            <a:custGeom>
              <a:avLst/>
              <a:gdLst/>
              <a:ahLst/>
              <a:cxnLst/>
              <a:rect l="l" t="t" r="r" b="b"/>
              <a:pathLst>
                <a:path w="80" h="100" extrusionOk="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11"/>
            <p:cNvSpPr/>
            <p:nvPr/>
          </p:nvSpPr>
          <p:spPr>
            <a:xfrm>
              <a:off x="-968950" y="3215150"/>
              <a:ext cx="1000" cy="500"/>
            </a:xfrm>
            <a:custGeom>
              <a:avLst/>
              <a:gdLst/>
              <a:ahLst/>
              <a:cxnLst/>
              <a:rect l="l" t="t" r="r" b="b"/>
              <a:pathLst>
                <a:path w="40" h="20" extrusionOk="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11"/>
            <p:cNvSpPr/>
            <p:nvPr/>
          </p:nvSpPr>
          <p:spPr>
            <a:xfrm>
              <a:off x="-1299300" y="3366250"/>
              <a:ext cx="1500" cy="2000"/>
            </a:xfrm>
            <a:custGeom>
              <a:avLst/>
              <a:gdLst/>
              <a:ahLst/>
              <a:cxnLst/>
              <a:rect l="l" t="t" r="r" b="b"/>
              <a:pathLst>
                <a:path w="60" h="80" extrusionOk="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11"/>
            <p:cNvSpPr/>
            <p:nvPr/>
          </p:nvSpPr>
          <p:spPr>
            <a:xfrm>
              <a:off x="-621825" y="3419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extrusionOk="0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11"/>
            <p:cNvSpPr/>
            <p:nvPr/>
          </p:nvSpPr>
          <p:spPr>
            <a:xfrm>
              <a:off x="-1302275" y="316575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11"/>
            <p:cNvSpPr/>
            <p:nvPr/>
          </p:nvSpPr>
          <p:spPr>
            <a:xfrm>
              <a:off x="-1336825" y="3072925"/>
              <a:ext cx="793050" cy="646900"/>
            </a:xfrm>
            <a:custGeom>
              <a:avLst/>
              <a:gdLst/>
              <a:ahLst/>
              <a:cxnLst/>
              <a:rect l="l" t="t" r="r" b="b"/>
              <a:pathLst>
                <a:path w="31722" h="25876" extrusionOk="0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11"/>
            <p:cNvSpPr/>
            <p:nvPr/>
          </p:nvSpPr>
          <p:spPr>
            <a:xfrm>
              <a:off x="-1287950" y="3163300"/>
              <a:ext cx="2000" cy="1000"/>
            </a:xfrm>
            <a:custGeom>
              <a:avLst/>
              <a:gdLst/>
              <a:ahLst/>
              <a:cxnLst/>
              <a:rect l="l" t="t" r="r" b="b"/>
              <a:pathLst>
                <a:path w="80" h="40" extrusionOk="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11"/>
            <p:cNvSpPr/>
            <p:nvPr/>
          </p:nvSpPr>
          <p:spPr>
            <a:xfrm>
              <a:off x="-660325" y="3614625"/>
              <a:ext cx="525" cy="2000"/>
            </a:xfrm>
            <a:custGeom>
              <a:avLst/>
              <a:gdLst/>
              <a:ahLst/>
              <a:cxnLst/>
              <a:rect l="l" t="t" r="r" b="b"/>
              <a:pathLst>
                <a:path w="21" h="80" extrusionOk="0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11"/>
            <p:cNvSpPr/>
            <p:nvPr/>
          </p:nvSpPr>
          <p:spPr>
            <a:xfrm>
              <a:off x="-785750" y="3636350"/>
              <a:ext cx="25" cy="1025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11"/>
            <p:cNvSpPr/>
            <p:nvPr/>
          </p:nvSpPr>
          <p:spPr>
            <a:xfrm>
              <a:off x="-1257325" y="3169700"/>
              <a:ext cx="1000" cy="3000"/>
            </a:xfrm>
            <a:custGeom>
              <a:avLst/>
              <a:gdLst/>
              <a:ahLst/>
              <a:cxnLst/>
              <a:rect l="l" t="t" r="r" b="b"/>
              <a:pathLst>
                <a:path w="40" h="120" extrusionOk="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11"/>
            <p:cNvSpPr/>
            <p:nvPr/>
          </p:nvSpPr>
          <p:spPr>
            <a:xfrm>
              <a:off x="-831175" y="3371675"/>
              <a:ext cx="278525" cy="333350"/>
            </a:xfrm>
            <a:custGeom>
              <a:avLst/>
              <a:gdLst/>
              <a:ahLst/>
              <a:cxnLst/>
              <a:rect l="l" t="t" r="r" b="b"/>
              <a:pathLst>
                <a:path w="11141" h="13334" extrusionOk="0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11"/>
            <p:cNvSpPr/>
            <p:nvPr/>
          </p:nvSpPr>
          <p:spPr>
            <a:xfrm>
              <a:off x="-813400" y="3369700"/>
              <a:ext cx="247400" cy="321500"/>
            </a:xfrm>
            <a:custGeom>
              <a:avLst/>
              <a:gdLst/>
              <a:ahLst/>
              <a:cxnLst/>
              <a:rect l="l" t="t" r="r" b="b"/>
              <a:pathLst>
                <a:path w="9896" h="12860" extrusionOk="0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11"/>
            <p:cNvSpPr/>
            <p:nvPr/>
          </p:nvSpPr>
          <p:spPr>
            <a:xfrm>
              <a:off x="-836625" y="3276375"/>
              <a:ext cx="241000" cy="352600"/>
            </a:xfrm>
            <a:custGeom>
              <a:avLst/>
              <a:gdLst/>
              <a:ahLst/>
              <a:cxnLst/>
              <a:rect l="l" t="t" r="r" b="b"/>
              <a:pathLst>
                <a:path w="9640" h="14104" extrusionOk="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11"/>
            <p:cNvSpPr/>
            <p:nvPr/>
          </p:nvSpPr>
          <p:spPr>
            <a:xfrm>
              <a:off x="-826250" y="3285750"/>
              <a:ext cx="215325" cy="330875"/>
            </a:xfrm>
            <a:custGeom>
              <a:avLst/>
              <a:gdLst/>
              <a:ahLst/>
              <a:cxnLst/>
              <a:rect l="l" t="t" r="r" b="b"/>
              <a:pathLst>
                <a:path w="8613" h="13235" extrusionOk="0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11"/>
            <p:cNvSpPr/>
            <p:nvPr/>
          </p:nvSpPr>
          <p:spPr>
            <a:xfrm>
              <a:off x="-911675" y="3264025"/>
              <a:ext cx="249900" cy="354575"/>
            </a:xfrm>
            <a:custGeom>
              <a:avLst/>
              <a:gdLst/>
              <a:ahLst/>
              <a:cxnLst/>
              <a:rect l="l" t="t" r="r" b="b"/>
              <a:pathLst>
                <a:path w="9996" h="14183" extrusionOk="0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11"/>
            <p:cNvSpPr/>
            <p:nvPr/>
          </p:nvSpPr>
          <p:spPr>
            <a:xfrm>
              <a:off x="-899325" y="3276875"/>
              <a:ext cx="221250" cy="328400"/>
            </a:xfrm>
            <a:custGeom>
              <a:avLst/>
              <a:gdLst/>
              <a:ahLst/>
              <a:cxnLst/>
              <a:rect l="l" t="t" r="r" b="b"/>
              <a:pathLst>
                <a:path w="8850" h="13136" extrusionOk="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11"/>
            <p:cNvSpPr/>
            <p:nvPr/>
          </p:nvSpPr>
          <p:spPr>
            <a:xfrm>
              <a:off x="-1012900" y="3249225"/>
              <a:ext cx="277050" cy="358025"/>
            </a:xfrm>
            <a:custGeom>
              <a:avLst/>
              <a:gdLst/>
              <a:ahLst/>
              <a:cxnLst/>
              <a:rect l="l" t="t" r="r" b="b"/>
              <a:pathLst>
                <a:path w="11082" h="14321" extrusionOk="0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11"/>
            <p:cNvSpPr/>
            <p:nvPr/>
          </p:nvSpPr>
          <p:spPr>
            <a:xfrm>
              <a:off x="-1298325" y="3095150"/>
              <a:ext cx="417775" cy="434075"/>
            </a:xfrm>
            <a:custGeom>
              <a:avLst/>
              <a:gdLst/>
              <a:ahLst/>
              <a:cxnLst/>
              <a:rect l="l" t="t" r="r" b="b"/>
              <a:pathLst>
                <a:path w="16711" h="17363" extrusionOk="0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11"/>
            <p:cNvSpPr/>
            <p:nvPr/>
          </p:nvSpPr>
          <p:spPr>
            <a:xfrm>
              <a:off x="-880575" y="321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11"/>
            <p:cNvSpPr/>
            <p:nvPr/>
          </p:nvSpPr>
          <p:spPr>
            <a:xfrm>
              <a:off x="-1510150" y="3967200"/>
              <a:ext cx="345675" cy="325450"/>
            </a:xfrm>
            <a:custGeom>
              <a:avLst/>
              <a:gdLst/>
              <a:ahLst/>
              <a:cxnLst/>
              <a:rect l="l" t="t" r="r" b="b"/>
              <a:pathLst>
                <a:path w="13827" h="13018" extrusionOk="0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11"/>
            <p:cNvSpPr/>
            <p:nvPr/>
          </p:nvSpPr>
          <p:spPr>
            <a:xfrm>
              <a:off x="-1914575" y="3337100"/>
              <a:ext cx="321475" cy="387675"/>
            </a:xfrm>
            <a:custGeom>
              <a:avLst/>
              <a:gdLst/>
              <a:ahLst/>
              <a:cxnLst/>
              <a:rect l="l" t="t" r="r" b="b"/>
              <a:pathLst>
                <a:path w="12859" h="15507" extrusionOk="0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11"/>
            <p:cNvSpPr/>
            <p:nvPr/>
          </p:nvSpPr>
          <p:spPr>
            <a:xfrm>
              <a:off x="-1617800" y="3222550"/>
              <a:ext cx="250375" cy="293825"/>
            </a:xfrm>
            <a:custGeom>
              <a:avLst/>
              <a:gdLst/>
              <a:ahLst/>
              <a:cxnLst/>
              <a:rect l="l" t="t" r="r" b="b"/>
              <a:pathLst>
                <a:path w="10015" h="11753" extrusionOk="0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11"/>
            <p:cNvSpPr/>
            <p:nvPr/>
          </p:nvSpPr>
          <p:spPr>
            <a:xfrm>
              <a:off x="-1048450" y="3187975"/>
              <a:ext cx="209875" cy="360025"/>
            </a:xfrm>
            <a:custGeom>
              <a:avLst/>
              <a:gdLst/>
              <a:ahLst/>
              <a:cxnLst/>
              <a:rect l="l" t="t" r="r" b="b"/>
              <a:pathLst>
                <a:path w="8395" h="14401" extrusionOk="0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11"/>
            <p:cNvSpPr/>
            <p:nvPr/>
          </p:nvSpPr>
          <p:spPr>
            <a:xfrm>
              <a:off x="-1273625" y="3541050"/>
              <a:ext cx="185200" cy="231625"/>
            </a:xfrm>
            <a:custGeom>
              <a:avLst/>
              <a:gdLst/>
              <a:ahLst/>
              <a:cxnLst/>
              <a:rect l="l" t="t" r="r" b="b"/>
              <a:pathLst>
                <a:path w="7408" h="9265" extrusionOk="0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11"/>
            <p:cNvSpPr/>
            <p:nvPr/>
          </p:nvSpPr>
          <p:spPr>
            <a:xfrm>
              <a:off x="-1191650" y="3522275"/>
              <a:ext cx="165925" cy="240025"/>
            </a:xfrm>
            <a:custGeom>
              <a:avLst/>
              <a:gdLst/>
              <a:ahLst/>
              <a:cxnLst/>
              <a:rect l="l" t="t" r="r" b="b"/>
              <a:pathLst>
                <a:path w="6637" h="9601" extrusionOk="0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11"/>
            <p:cNvSpPr/>
            <p:nvPr/>
          </p:nvSpPr>
          <p:spPr>
            <a:xfrm>
              <a:off x="-1258325" y="3556850"/>
              <a:ext cx="279025" cy="311125"/>
            </a:xfrm>
            <a:custGeom>
              <a:avLst/>
              <a:gdLst/>
              <a:ahLst/>
              <a:cxnLst/>
              <a:rect l="l" t="t" r="r" b="b"/>
              <a:pathLst>
                <a:path w="11161" h="12445" extrusionOk="0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11"/>
            <p:cNvSpPr/>
            <p:nvPr/>
          </p:nvSpPr>
          <p:spPr>
            <a:xfrm>
              <a:off x="-1024250" y="3626475"/>
              <a:ext cx="29150" cy="64725"/>
            </a:xfrm>
            <a:custGeom>
              <a:avLst/>
              <a:gdLst/>
              <a:ahLst/>
              <a:cxnLst/>
              <a:rect l="l" t="t" r="r" b="b"/>
              <a:pathLst>
                <a:path w="1166" h="2589" extrusionOk="0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11"/>
            <p:cNvSpPr/>
            <p:nvPr/>
          </p:nvSpPr>
          <p:spPr>
            <a:xfrm>
              <a:off x="-1007475" y="3650675"/>
              <a:ext cx="21250" cy="81500"/>
            </a:xfrm>
            <a:custGeom>
              <a:avLst/>
              <a:gdLst/>
              <a:ahLst/>
              <a:cxnLst/>
              <a:rect l="l" t="t" r="r" b="b"/>
              <a:pathLst>
                <a:path w="850" h="3260" extrusionOk="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11"/>
            <p:cNvSpPr/>
            <p:nvPr/>
          </p:nvSpPr>
          <p:spPr>
            <a:xfrm>
              <a:off x="-1004025" y="3711400"/>
              <a:ext cx="23250" cy="67200"/>
            </a:xfrm>
            <a:custGeom>
              <a:avLst/>
              <a:gdLst/>
              <a:ahLst/>
              <a:cxnLst/>
              <a:rect l="l" t="t" r="r" b="b"/>
              <a:pathLst>
                <a:path w="930" h="2688" extrusionOk="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11"/>
            <p:cNvSpPr/>
            <p:nvPr/>
          </p:nvSpPr>
          <p:spPr>
            <a:xfrm>
              <a:off x="-1361025" y="3708950"/>
              <a:ext cx="279500" cy="288400"/>
            </a:xfrm>
            <a:custGeom>
              <a:avLst/>
              <a:gdLst/>
              <a:ahLst/>
              <a:cxnLst/>
              <a:rect l="l" t="t" r="r" b="b"/>
              <a:pathLst>
                <a:path w="11180" h="11536" extrusionOk="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11"/>
            <p:cNvSpPr/>
            <p:nvPr/>
          </p:nvSpPr>
          <p:spPr>
            <a:xfrm>
              <a:off x="-1360050" y="3893625"/>
              <a:ext cx="1025" cy="525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11"/>
            <p:cNvSpPr/>
            <p:nvPr/>
          </p:nvSpPr>
          <p:spPr>
            <a:xfrm>
              <a:off x="-1104250" y="394745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11"/>
            <p:cNvSpPr/>
            <p:nvPr/>
          </p:nvSpPr>
          <p:spPr>
            <a:xfrm>
              <a:off x="-1300800" y="3924250"/>
              <a:ext cx="525" cy="1000"/>
            </a:xfrm>
            <a:custGeom>
              <a:avLst/>
              <a:gdLst/>
              <a:ahLst/>
              <a:cxnLst/>
              <a:rect l="l" t="t" r="r" b="b"/>
              <a:pathLst>
                <a:path w="21" h="40" extrusionOk="0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11"/>
            <p:cNvSpPr/>
            <p:nvPr/>
          </p:nvSpPr>
          <p:spPr>
            <a:xfrm>
              <a:off x="-1190675" y="39647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11"/>
            <p:cNvSpPr/>
            <p:nvPr/>
          </p:nvSpPr>
          <p:spPr>
            <a:xfrm>
              <a:off x="-1270675" y="3934125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11"/>
            <p:cNvSpPr/>
            <p:nvPr/>
          </p:nvSpPr>
          <p:spPr>
            <a:xfrm>
              <a:off x="-1139325" y="3971650"/>
              <a:ext cx="4975" cy="6925"/>
            </a:xfrm>
            <a:custGeom>
              <a:avLst/>
              <a:gdLst/>
              <a:ahLst/>
              <a:cxnLst/>
              <a:rect l="l" t="t" r="r" b="b"/>
              <a:pathLst>
                <a:path w="199" h="277" extrusionOk="0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11"/>
            <p:cNvSpPr/>
            <p:nvPr/>
          </p:nvSpPr>
          <p:spPr>
            <a:xfrm>
              <a:off x="-1133400" y="3968675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11"/>
            <p:cNvSpPr/>
            <p:nvPr/>
          </p:nvSpPr>
          <p:spPr>
            <a:xfrm>
              <a:off x="-1361525" y="3832400"/>
              <a:ext cx="245925" cy="149150"/>
            </a:xfrm>
            <a:custGeom>
              <a:avLst/>
              <a:gdLst/>
              <a:ahLst/>
              <a:cxnLst/>
              <a:rect l="l" t="t" r="r" b="b"/>
              <a:pathLst>
                <a:path w="9837" h="5966" extrusionOk="0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11"/>
            <p:cNvSpPr/>
            <p:nvPr/>
          </p:nvSpPr>
          <p:spPr>
            <a:xfrm>
              <a:off x="-1255850" y="3936575"/>
              <a:ext cx="1000" cy="1025"/>
            </a:xfrm>
            <a:custGeom>
              <a:avLst/>
              <a:gdLst/>
              <a:ahLst/>
              <a:cxnLst/>
              <a:rect l="l" t="t" r="r" b="b"/>
              <a:pathLst>
                <a:path w="40" h="41" extrusionOk="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11"/>
            <p:cNvSpPr/>
            <p:nvPr/>
          </p:nvSpPr>
          <p:spPr>
            <a:xfrm>
              <a:off x="-1226725" y="3948425"/>
              <a:ext cx="525" cy="1025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11"/>
            <p:cNvSpPr/>
            <p:nvPr/>
          </p:nvSpPr>
          <p:spPr>
            <a:xfrm>
              <a:off x="-1426225" y="3852150"/>
              <a:ext cx="310150" cy="250875"/>
            </a:xfrm>
            <a:custGeom>
              <a:avLst/>
              <a:gdLst/>
              <a:ahLst/>
              <a:cxnLst/>
              <a:rect l="l" t="t" r="r" b="b"/>
              <a:pathLst>
                <a:path w="12406" h="10035" extrusionOk="0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11"/>
            <p:cNvSpPr/>
            <p:nvPr/>
          </p:nvSpPr>
          <p:spPr>
            <a:xfrm>
              <a:off x="-1160050" y="3541050"/>
              <a:ext cx="44950" cy="29150"/>
            </a:xfrm>
            <a:custGeom>
              <a:avLst/>
              <a:gdLst/>
              <a:ahLst/>
              <a:cxnLst/>
              <a:rect l="l" t="t" r="r" b="b"/>
              <a:pathLst>
                <a:path w="1798" h="1166" extrusionOk="0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11"/>
            <p:cNvSpPr/>
            <p:nvPr/>
          </p:nvSpPr>
          <p:spPr>
            <a:xfrm>
              <a:off x="-1201050" y="3651650"/>
              <a:ext cx="61750" cy="19800"/>
            </a:xfrm>
            <a:custGeom>
              <a:avLst/>
              <a:gdLst/>
              <a:ahLst/>
              <a:cxnLst/>
              <a:rect l="l" t="t" r="r" b="b"/>
              <a:pathLst>
                <a:path w="2470" h="792" extrusionOk="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11"/>
            <p:cNvSpPr/>
            <p:nvPr/>
          </p:nvSpPr>
          <p:spPr>
            <a:xfrm>
              <a:off x="-1604475" y="3372675"/>
              <a:ext cx="1500" cy="25"/>
            </a:xfrm>
            <a:custGeom>
              <a:avLst/>
              <a:gdLst/>
              <a:ahLst/>
              <a:cxnLst/>
              <a:rect l="l" t="t" r="r" b="b"/>
              <a:pathLst>
                <a:path w="60" h="1" extrusionOk="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11"/>
            <p:cNvSpPr/>
            <p:nvPr/>
          </p:nvSpPr>
          <p:spPr>
            <a:xfrm>
              <a:off x="-1617800" y="3278850"/>
              <a:ext cx="158525" cy="230125"/>
            </a:xfrm>
            <a:custGeom>
              <a:avLst/>
              <a:gdLst/>
              <a:ahLst/>
              <a:cxnLst/>
              <a:rect l="l" t="t" r="r" b="b"/>
              <a:pathLst>
                <a:path w="6341" h="9205" extrusionOk="0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11"/>
            <p:cNvSpPr/>
            <p:nvPr/>
          </p:nvSpPr>
          <p:spPr>
            <a:xfrm>
              <a:off x="-1574350" y="3412650"/>
              <a:ext cx="1000" cy="25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11"/>
            <p:cNvSpPr/>
            <p:nvPr/>
          </p:nvSpPr>
          <p:spPr>
            <a:xfrm>
              <a:off x="-1557075" y="3441800"/>
              <a:ext cx="1025" cy="525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11"/>
            <p:cNvSpPr/>
            <p:nvPr/>
          </p:nvSpPr>
          <p:spPr>
            <a:xfrm>
              <a:off x="-1245975" y="3259100"/>
              <a:ext cx="260250" cy="195075"/>
            </a:xfrm>
            <a:custGeom>
              <a:avLst/>
              <a:gdLst/>
              <a:ahLst/>
              <a:cxnLst/>
              <a:rect l="l" t="t" r="r" b="b"/>
              <a:pathLst>
                <a:path w="10410" h="7803" extrusionOk="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11"/>
            <p:cNvSpPr/>
            <p:nvPr/>
          </p:nvSpPr>
          <p:spPr>
            <a:xfrm>
              <a:off x="-1722000" y="3272425"/>
              <a:ext cx="240000" cy="328900"/>
            </a:xfrm>
            <a:custGeom>
              <a:avLst/>
              <a:gdLst/>
              <a:ahLst/>
              <a:cxnLst/>
              <a:rect l="l" t="t" r="r" b="b"/>
              <a:pathLst>
                <a:path w="9600" h="13156" extrusionOk="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11"/>
            <p:cNvSpPr/>
            <p:nvPr/>
          </p:nvSpPr>
          <p:spPr>
            <a:xfrm>
              <a:off x="-1415350" y="3197850"/>
              <a:ext cx="229650" cy="228650"/>
            </a:xfrm>
            <a:custGeom>
              <a:avLst/>
              <a:gdLst/>
              <a:ahLst/>
              <a:cxnLst/>
              <a:rect l="l" t="t" r="r" b="b"/>
              <a:pathLst>
                <a:path w="9186" h="9146" extrusionOk="0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11"/>
            <p:cNvSpPr/>
            <p:nvPr/>
          </p:nvSpPr>
          <p:spPr>
            <a:xfrm>
              <a:off x="-1467200" y="3098100"/>
              <a:ext cx="269150" cy="274600"/>
            </a:xfrm>
            <a:custGeom>
              <a:avLst/>
              <a:gdLst/>
              <a:ahLst/>
              <a:cxnLst/>
              <a:rect l="l" t="t" r="r" b="b"/>
              <a:pathLst>
                <a:path w="10766" h="10984" extrusionOk="0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11"/>
            <p:cNvSpPr/>
            <p:nvPr/>
          </p:nvSpPr>
          <p:spPr>
            <a:xfrm>
              <a:off x="-1390175" y="3108975"/>
              <a:ext cx="127925" cy="124950"/>
            </a:xfrm>
            <a:custGeom>
              <a:avLst/>
              <a:gdLst/>
              <a:ahLst/>
              <a:cxnLst/>
              <a:rect l="l" t="t" r="r" b="b"/>
              <a:pathLst>
                <a:path w="5117" h="4998" extrusionOk="0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11"/>
            <p:cNvSpPr/>
            <p:nvPr/>
          </p:nvSpPr>
          <p:spPr>
            <a:xfrm>
              <a:off x="-1421275" y="3109475"/>
              <a:ext cx="81500" cy="108150"/>
            </a:xfrm>
            <a:custGeom>
              <a:avLst/>
              <a:gdLst/>
              <a:ahLst/>
              <a:cxnLst/>
              <a:rect l="l" t="t" r="r" b="b"/>
              <a:pathLst>
                <a:path w="3260" h="4326" extrusionOk="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11"/>
            <p:cNvSpPr/>
            <p:nvPr/>
          </p:nvSpPr>
          <p:spPr>
            <a:xfrm>
              <a:off x="-1439550" y="3130200"/>
              <a:ext cx="55825" cy="79050"/>
            </a:xfrm>
            <a:custGeom>
              <a:avLst/>
              <a:gdLst/>
              <a:ahLst/>
              <a:cxnLst/>
              <a:rect l="l" t="t" r="r" b="b"/>
              <a:pathLst>
                <a:path w="2233" h="3162" extrusionOk="0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11"/>
            <p:cNvSpPr/>
            <p:nvPr/>
          </p:nvSpPr>
          <p:spPr>
            <a:xfrm>
              <a:off x="-1268200" y="3098100"/>
              <a:ext cx="50400" cy="39550"/>
            </a:xfrm>
            <a:custGeom>
              <a:avLst/>
              <a:gdLst/>
              <a:ahLst/>
              <a:cxnLst/>
              <a:rect l="l" t="t" r="r" b="b"/>
              <a:pathLst>
                <a:path w="2016" h="1582" extrusionOk="0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11"/>
            <p:cNvSpPr/>
            <p:nvPr/>
          </p:nvSpPr>
          <p:spPr>
            <a:xfrm>
              <a:off x="-1265225" y="3218100"/>
              <a:ext cx="72600" cy="76075"/>
            </a:xfrm>
            <a:custGeom>
              <a:avLst/>
              <a:gdLst/>
              <a:ahLst/>
              <a:cxnLst/>
              <a:rect l="l" t="t" r="r" b="b"/>
              <a:pathLst>
                <a:path w="2904" h="3043" extrusionOk="0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11"/>
            <p:cNvSpPr/>
            <p:nvPr/>
          </p:nvSpPr>
          <p:spPr>
            <a:xfrm>
              <a:off x="-1000075" y="3266000"/>
              <a:ext cx="252375" cy="325450"/>
            </a:xfrm>
            <a:custGeom>
              <a:avLst/>
              <a:gdLst/>
              <a:ahLst/>
              <a:cxnLst/>
              <a:rect l="l" t="t" r="r" b="b"/>
              <a:pathLst>
                <a:path w="10095" h="13018" extrusionOk="0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11"/>
            <p:cNvSpPr/>
            <p:nvPr/>
          </p:nvSpPr>
          <p:spPr>
            <a:xfrm>
              <a:off x="-1423750" y="3975100"/>
              <a:ext cx="253850" cy="137300"/>
            </a:xfrm>
            <a:custGeom>
              <a:avLst/>
              <a:gdLst/>
              <a:ahLst/>
              <a:cxnLst/>
              <a:rect l="l" t="t" r="r" b="b"/>
              <a:pathLst>
                <a:path w="10154" h="5492" extrusionOk="0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11"/>
            <p:cNvSpPr/>
            <p:nvPr/>
          </p:nvSpPr>
          <p:spPr>
            <a:xfrm>
              <a:off x="-1731375" y="3345000"/>
              <a:ext cx="124950" cy="251375"/>
            </a:xfrm>
            <a:custGeom>
              <a:avLst/>
              <a:gdLst/>
              <a:ahLst/>
              <a:cxnLst/>
              <a:rect l="l" t="t" r="r" b="b"/>
              <a:pathLst>
                <a:path w="4998" h="10055" extrusionOk="0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11"/>
            <p:cNvSpPr/>
            <p:nvPr/>
          </p:nvSpPr>
          <p:spPr>
            <a:xfrm>
              <a:off x="-1187225" y="3148475"/>
              <a:ext cx="262250" cy="196550"/>
            </a:xfrm>
            <a:custGeom>
              <a:avLst/>
              <a:gdLst/>
              <a:ahLst/>
              <a:cxnLst/>
              <a:rect l="l" t="t" r="r" b="b"/>
              <a:pathLst>
                <a:path w="10490" h="7862" extrusionOk="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11"/>
            <p:cNvSpPr/>
            <p:nvPr/>
          </p:nvSpPr>
          <p:spPr>
            <a:xfrm>
              <a:off x="-1768900" y="3553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11"/>
            <p:cNvSpPr/>
            <p:nvPr/>
          </p:nvSpPr>
          <p:spPr>
            <a:xfrm>
              <a:off x="-1768425" y="3550925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11"/>
            <p:cNvSpPr/>
            <p:nvPr/>
          </p:nvSpPr>
          <p:spPr>
            <a:xfrm>
              <a:off x="-1782750" y="3483275"/>
              <a:ext cx="58800" cy="75075"/>
            </a:xfrm>
            <a:custGeom>
              <a:avLst/>
              <a:gdLst/>
              <a:ahLst/>
              <a:cxnLst/>
              <a:rect l="l" t="t" r="r" b="b"/>
              <a:pathLst>
                <a:path w="2352" h="3003" extrusionOk="0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11"/>
            <p:cNvSpPr/>
            <p:nvPr/>
          </p:nvSpPr>
          <p:spPr>
            <a:xfrm>
              <a:off x="-1768900" y="355092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11"/>
            <p:cNvSpPr/>
            <p:nvPr/>
          </p:nvSpPr>
          <p:spPr>
            <a:xfrm>
              <a:off x="-1769400" y="35069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11"/>
            <p:cNvSpPr/>
            <p:nvPr/>
          </p:nvSpPr>
          <p:spPr>
            <a:xfrm>
              <a:off x="-1780750" y="354302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11"/>
            <p:cNvSpPr/>
            <p:nvPr/>
          </p:nvSpPr>
          <p:spPr>
            <a:xfrm>
              <a:off x="-1780275" y="3412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11"/>
            <p:cNvSpPr/>
            <p:nvPr/>
          </p:nvSpPr>
          <p:spPr>
            <a:xfrm>
              <a:off x="-1780750" y="3410675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11"/>
            <p:cNvSpPr/>
            <p:nvPr/>
          </p:nvSpPr>
          <p:spPr>
            <a:xfrm>
              <a:off x="-1791625" y="3408700"/>
              <a:ext cx="19275" cy="5475"/>
            </a:xfrm>
            <a:custGeom>
              <a:avLst/>
              <a:gdLst/>
              <a:ahLst/>
              <a:cxnLst/>
              <a:rect l="l" t="t" r="r" b="b"/>
              <a:pathLst>
                <a:path w="771" h="219" extrusionOk="0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11"/>
            <p:cNvSpPr/>
            <p:nvPr/>
          </p:nvSpPr>
          <p:spPr>
            <a:xfrm>
              <a:off x="-1774825" y="3409200"/>
              <a:ext cx="2975" cy="1025"/>
            </a:xfrm>
            <a:custGeom>
              <a:avLst/>
              <a:gdLst/>
              <a:ahLst/>
              <a:cxnLst/>
              <a:rect l="l" t="t" r="r" b="b"/>
              <a:pathLst>
                <a:path w="119" h="41" extrusionOk="0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11"/>
            <p:cNvSpPr/>
            <p:nvPr/>
          </p:nvSpPr>
          <p:spPr>
            <a:xfrm>
              <a:off x="-1777300" y="3408225"/>
              <a:ext cx="2500" cy="1000"/>
            </a:xfrm>
            <a:custGeom>
              <a:avLst/>
              <a:gdLst/>
              <a:ahLst/>
              <a:cxnLst/>
              <a:rect l="l" t="t" r="r" b="b"/>
              <a:pathLst>
                <a:path w="100" h="40" extrusionOk="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11"/>
            <p:cNvSpPr/>
            <p:nvPr/>
          </p:nvSpPr>
          <p:spPr>
            <a:xfrm>
              <a:off x="-1798550" y="339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11"/>
            <p:cNvSpPr/>
            <p:nvPr/>
          </p:nvSpPr>
          <p:spPr>
            <a:xfrm>
              <a:off x="-1800025" y="3362775"/>
              <a:ext cx="39525" cy="47925"/>
            </a:xfrm>
            <a:custGeom>
              <a:avLst/>
              <a:gdLst/>
              <a:ahLst/>
              <a:cxnLst/>
              <a:rect l="l" t="t" r="r" b="b"/>
              <a:pathLst>
                <a:path w="1581" h="1917" extrusionOk="0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11"/>
            <p:cNvSpPr/>
            <p:nvPr/>
          </p:nvSpPr>
          <p:spPr>
            <a:xfrm>
              <a:off x="-1781250" y="3410200"/>
              <a:ext cx="500" cy="500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11"/>
            <p:cNvSpPr/>
            <p:nvPr/>
          </p:nvSpPr>
          <p:spPr>
            <a:xfrm>
              <a:off x="-1798050" y="33781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11"/>
            <p:cNvSpPr/>
            <p:nvPr/>
          </p:nvSpPr>
          <p:spPr>
            <a:xfrm>
              <a:off x="-1795075" y="340722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11"/>
            <p:cNvSpPr/>
            <p:nvPr/>
          </p:nvSpPr>
          <p:spPr>
            <a:xfrm>
              <a:off x="-1709150" y="3594375"/>
              <a:ext cx="52850" cy="55325"/>
            </a:xfrm>
            <a:custGeom>
              <a:avLst/>
              <a:gdLst/>
              <a:ahLst/>
              <a:cxnLst/>
              <a:rect l="l" t="t" r="r" b="b"/>
              <a:pathLst>
                <a:path w="2114" h="2213" extrusionOk="0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11"/>
            <p:cNvSpPr/>
            <p:nvPr/>
          </p:nvSpPr>
          <p:spPr>
            <a:xfrm>
              <a:off x="-1692875" y="36413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11"/>
            <p:cNvSpPr/>
            <p:nvPr/>
          </p:nvSpPr>
          <p:spPr>
            <a:xfrm>
              <a:off x="-1600025" y="35613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11"/>
            <p:cNvSpPr/>
            <p:nvPr/>
          </p:nvSpPr>
          <p:spPr>
            <a:xfrm>
              <a:off x="-1600525" y="35593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11"/>
            <p:cNvSpPr/>
            <p:nvPr/>
          </p:nvSpPr>
          <p:spPr>
            <a:xfrm>
              <a:off x="-1619775" y="3485250"/>
              <a:ext cx="41500" cy="78050"/>
            </a:xfrm>
            <a:custGeom>
              <a:avLst/>
              <a:gdLst/>
              <a:ahLst/>
              <a:cxnLst/>
              <a:rect l="l" t="t" r="r" b="b"/>
              <a:pathLst>
                <a:path w="1660" h="3122" extrusionOk="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11"/>
            <p:cNvSpPr/>
            <p:nvPr/>
          </p:nvSpPr>
          <p:spPr>
            <a:xfrm>
              <a:off x="-1600525" y="35593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11"/>
            <p:cNvSpPr/>
            <p:nvPr/>
          </p:nvSpPr>
          <p:spPr>
            <a:xfrm>
              <a:off x="-1617800" y="3517850"/>
              <a:ext cx="1000" cy="25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11"/>
            <p:cNvSpPr/>
            <p:nvPr/>
          </p:nvSpPr>
          <p:spPr>
            <a:xfrm>
              <a:off x="-1614850" y="35568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11"/>
            <p:cNvSpPr/>
            <p:nvPr/>
          </p:nvSpPr>
          <p:spPr>
            <a:xfrm>
              <a:off x="-1530900" y="3470425"/>
              <a:ext cx="42000" cy="38550"/>
            </a:xfrm>
            <a:custGeom>
              <a:avLst/>
              <a:gdLst/>
              <a:ahLst/>
              <a:cxnLst/>
              <a:rect l="l" t="t" r="r" b="b"/>
              <a:pathLst>
                <a:path w="1680" h="1542" extrusionOk="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11"/>
            <p:cNvSpPr/>
            <p:nvPr/>
          </p:nvSpPr>
          <p:spPr>
            <a:xfrm>
              <a:off x="-1500775" y="35055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11"/>
            <p:cNvSpPr/>
            <p:nvPr/>
          </p:nvSpPr>
          <p:spPr>
            <a:xfrm>
              <a:off x="-1570900" y="3408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11"/>
            <p:cNvSpPr/>
            <p:nvPr/>
          </p:nvSpPr>
          <p:spPr>
            <a:xfrm>
              <a:off x="-1572875" y="3408225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11"/>
            <p:cNvSpPr/>
            <p:nvPr/>
          </p:nvSpPr>
          <p:spPr>
            <a:xfrm>
              <a:off x="-1629175" y="3384025"/>
              <a:ext cx="61750" cy="41500"/>
            </a:xfrm>
            <a:custGeom>
              <a:avLst/>
              <a:gdLst/>
              <a:ahLst/>
              <a:cxnLst/>
              <a:rect l="l" t="t" r="r" b="b"/>
              <a:pathLst>
                <a:path w="2470" h="1660" extrusionOk="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11"/>
            <p:cNvSpPr/>
            <p:nvPr/>
          </p:nvSpPr>
          <p:spPr>
            <a:xfrm>
              <a:off x="-1572875" y="3408225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11"/>
            <p:cNvSpPr/>
            <p:nvPr/>
          </p:nvSpPr>
          <p:spPr>
            <a:xfrm>
              <a:off x="-1607925" y="342155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11"/>
            <p:cNvSpPr/>
            <p:nvPr/>
          </p:nvSpPr>
          <p:spPr>
            <a:xfrm>
              <a:off x="-1578300" y="342205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11"/>
            <p:cNvSpPr/>
            <p:nvPr/>
          </p:nvSpPr>
          <p:spPr>
            <a:xfrm>
              <a:off x="-1684975" y="3350450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11"/>
            <p:cNvSpPr/>
            <p:nvPr/>
          </p:nvSpPr>
          <p:spPr>
            <a:xfrm>
              <a:off x="-1685450" y="334847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11"/>
            <p:cNvSpPr/>
            <p:nvPr/>
          </p:nvSpPr>
          <p:spPr>
            <a:xfrm>
              <a:off x="-1696325" y="3346500"/>
              <a:ext cx="18800" cy="6925"/>
            </a:xfrm>
            <a:custGeom>
              <a:avLst/>
              <a:gdLst/>
              <a:ahLst/>
              <a:cxnLst/>
              <a:rect l="l" t="t" r="r" b="b"/>
              <a:pathLst>
                <a:path w="752" h="277" extrusionOk="0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11"/>
            <p:cNvSpPr/>
            <p:nvPr/>
          </p:nvSpPr>
          <p:spPr>
            <a:xfrm>
              <a:off x="-1679050" y="3346000"/>
              <a:ext cx="3000" cy="1500"/>
            </a:xfrm>
            <a:custGeom>
              <a:avLst/>
              <a:gdLst/>
              <a:ahLst/>
              <a:cxnLst/>
              <a:rect l="l" t="t" r="r" b="b"/>
              <a:pathLst>
                <a:path w="120" h="60" extrusionOk="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11"/>
            <p:cNvSpPr/>
            <p:nvPr/>
          </p:nvSpPr>
          <p:spPr>
            <a:xfrm>
              <a:off x="-1681025" y="3345500"/>
              <a:ext cx="2000" cy="1025"/>
            </a:xfrm>
            <a:custGeom>
              <a:avLst/>
              <a:gdLst/>
              <a:ahLst/>
              <a:cxnLst/>
              <a:rect l="l" t="t" r="r" b="b"/>
              <a:pathLst>
                <a:path w="80" h="41" extrusionOk="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11"/>
            <p:cNvSpPr/>
            <p:nvPr/>
          </p:nvSpPr>
          <p:spPr>
            <a:xfrm>
              <a:off x="-1702750" y="3291175"/>
              <a:ext cx="39525" cy="57325"/>
            </a:xfrm>
            <a:custGeom>
              <a:avLst/>
              <a:gdLst/>
              <a:ahLst/>
              <a:cxnLst/>
              <a:rect l="l" t="t" r="r" b="b"/>
              <a:pathLst>
                <a:path w="1581" h="2293" extrusionOk="0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11"/>
            <p:cNvSpPr/>
            <p:nvPr/>
          </p:nvSpPr>
          <p:spPr>
            <a:xfrm>
              <a:off x="-1685450" y="334847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11"/>
            <p:cNvSpPr/>
            <p:nvPr/>
          </p:nvSpPr>
          <p:spPr>
            <a:xfrm>
              <a:off x="-1699275" y="3344525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11"/>
            <p:cNvSpPr/>
            <p:nvPr/>
          </p:nvSpPr>
          <p:spPr>
            <a:xfrm>
              <a:off x="-1610900" y="331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11"/>
            <p:cNvSpPr/>
            <p:nvPr/>
          </p:nvSpPr>
          <p:spPr>
            <a:xfrm>
              <a:off x="-1608925" y="33139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11"/>
            <p:cNvSpPr/>
            <p:nvPr/>
          </p:nvSpPr>
          <p:spPr>
            <a:xfrm>
              <a:off x="-1607450" y="3317850"/>
              <a:ext cx="1525" cy="5450"/>
            </a:xfrm>
            <a:custGeom>
              <a:avLst/>
              <a:gdLst/>
              <a:ahLst/>
              <a:cxnLst/>
              <a:rect l="l" t="t" r="r" b="b"/>
              <a:pathLst>
                <a:path w="61" h="218" extrusionOk="0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11"/>
            <p:cNvSpPr/>
            <p:nvPr/>
          </p:nvSpPr>
          <p:spPr>
            <a:xfrm>
              <a:off x="-1602000" y="3297600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11"/>
            <p:cNvSpPr/>
            <p:nvPr/>
          </p:nvSpPr>
          <p:spPr>
            <a:xfrm>
              <a:off x="-1612375" y="3293150"/>
              <a:ext cx="39525" cy="35600"/>
            </a:xfrm>
            <a:custGeom>
              <a:avLst/>
              <a:gdLst/>
              <a:ahLst/>
              <a:cxnLst/>
              <a:rect l="l" t="t" r="r" b="b"/>
              <a:pathLst>
                <a:path w="1581" h="1424" extrusionOk="0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11"/>
            <p:cNvSpPr/>
            <p:nvPr/>
          </p:nvSpPr>
          <p:spPr>
            <a:xfrm>
              <a:off x="-1608925" y="33139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11"/>
            <p:cNvSpPr/>
            <p:nvPr/>
          </p:nvSpPr>
          <p:spPr>
            <a:xfrm>
              <a:off x="-1607450" y="32995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11"/>
            <p:cNvSpPr/>
            <p:nvPr/>
          </p:nvSpPr>
          <p:spPr>
            <a:xfrm>
              <a:off x="-1360550" y="3908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11"/>
            <p:cNvSpPr/>
            <p:nvPr/>
          </p:nvSpPr>
          <p:spPr>
            <a:xfrm>
              <a:off x="-1362025" y="39069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11"/>
            <p:cNvSpPr/>
            <p:nvPr/>
          </p:nvSpPr>
          <p:spPr>
            <a:xfrm>
              <a:off x="-1371900" y="3904975"/>
              <a:ext cx="19275" cy="6950"/>
            </a:xfrm>
            <a:custGeom>
              <a:avLst/>
              <a:gdLst/>
              <a:ahLst/>
              <a:cxnLst/>
              <a:rect l="l" t="t" r="r" b="b"/>
              <a:pathLst>
                <a:path w="771" h="278" extrusionOk="0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11"/>
            <p:cNvSpPr/>
            <p:nvPr/>
          </p:nvSpPr>
          <p:spPr>
            <a:xfrm>
              <a:off x="-1388675" y="3898575"/>
              <a:ext cx="500" cy="500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11"/>
            <p:cNvSpPr/>
            <p:nvPr/>
          </p:nvSpPr>
          <p:spPr>
            <a:xfrm>
              <a:off x="-1360050" y="3902525"/>
              <a:ext cx="2500" cy="500"/>
            </a:xfrm>
            <a:custGeom>
              <a:avLst/>
              <a:gdLst/>
              <a:ahLst/>
              <a:cxnLst/>
              <a:rect l="l" t="t" r="r" b="b"/>
              <a:pathLst>
                <a:path w="100" h="20" extrusionOk="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11"/>
            <p:cNvSpPr/>
            <p:nvPr/>
          </p:nvSpPr>
          <p:spPr>
            <a:xfrm>
              <a:off x="-1356600" y="3901525"/>
              <a:ext cx="2000" cy="525"/>
            </a:xfrm>
            <a:custGeom>
              <a:avLst/>
              <a:gdLst/>
              <a:ahLst/>
              <a:cxnLst/>
              <a:rect l="l" t="t" r="r" b="b"/>
              <a:pathLst>
                <a:path w="80" h="21" extrusionOk="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11"/>
            <p:cNvSpPr/>
            <p:nvPr/>
          </p:nvSpPr>
          <p:spPr>
            <a:xfrm>
              <a:off x="-1395600" y="3860050"/>
              <a:ext cx="43975" cy="52850"/>
            </a:xfrm>
            <a:custGeom>
              <a:avLst/>
              <a:gdLst/>
              <a:ahLst/>
              <a:cxnLst/>
              <a:rect l="l" t="t" r="r" b="b"/>
              <a:pathLst>
                <a:path w="1759" h="2114" extrusionOk="0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11"/>
            <p:cNvSpPr/>
            <p:nvPr/>
          </p:nvSpPr>
          <p:spPr>
            <a:xfrm>
              <a:off x="-1362025" y="39069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11"/>
            <p:cNvSpPr/>
            <p:nvPr/>
          </p:nvSpPr>
          <p:spPr>
            <a:xfrm>
              <a:off x="-1375850" y="39119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11"/>
            <p:cNvSpPr/>
            <p:nvPr/>
          </p:nvSpPr>
          <p:spPr>
            <a:xfrm>
              <a:off x="-1318575" y="4000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11"/>
            <p:cNvSpPr/>
            <p:nvPr/>
          </p:nvSpPr>
          <p:spPr>
            <a:xfrm>
              <a:off x="-1317575" y="399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11"/>
            <p:cNvSpPr/>
            <p:nvPr/>
          </p:nvSpPr>
          <p:spPr>
            <a:xfrm>
              <a:off x="-1323500" y="3961275"/>
              <a:ext cx="57300" cy="48900"/>
            </a:xfrm>
            <a:custGeom>
              <a:avLst/>
              <a:gdLst/>
              <a:ahLst/>
              <a:cxnLst/>
              <a:rect l="l" t="t" r="r" b="b"/>
              <a:pathLst>
                <a:path w="2292" h="1956" extrusionOk="0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11"/>
            <p:cNvSpPr/>
            <p:nvPr/>
          </p:nvSpPr>
          <p:spPr>
            <a:xfrm>
              <a:off x="-1317575" y="39993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11"/>
            <p:cNvSpPr/>
            <p:nvPr/>
          </p:nvSpPr>
          <p:spPr>
            <a:xfrm>
              <a:off x="-1297825" y="3967200"/>
              <a:ext cx="25" cy="1025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11"/>
            <p:cNvSpPr/>
            <p:nvPr/>
          </p:nvSpPr>
          <p:spPr>
            <a:xfrm>
              <a:off x="-1322525" y="3985975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11"/>
            <p:cNvSpPr/>
            <p:nvPr/>
          </p:nvSpPr>
          <p:spPr>
            <a:xfrm>
              <a:off x="-1189200" y="39835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11"/>
            <p:cNvSpPr/>
            <p:nvPr/>
          </p:nvSpPr>
          <p:spPr>
            <a:xfrm>
              <a:off x="-1161050" y="3983000"/>
              <a:ext cx="1025" cy="2500"/>
            </a:xfrm>
            <a:custGeom>
              <a:avLst/>
              <a:gdLst/>
              <a:ahLst/>
              <a:cxnLst/>
              <a:rect l="l" t="t" r="r" b="b"/>
              <a:pathLst>
                <a:path w="41" h="100" extrusionOk="0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11"/>
            <p:cNvSpPr/>
            <p:nvPr/>
          </p:nvSpPr>
          <p:spPr>
            <a:xfrm>
              <a:off x="-1146725" y="3974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11"/>
            <p:cNvSpPr/>
            <p:nvPr/>
          </p:nvSpPr>
          <p:spPr>
            <a:xfrm>
              <a:off x="-1145250" y="39637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11"/>
            <p:cNvSpPr/>
            <p:nvPr/>
          </p:nvSpPr>
          <p:spPr>
            <a:xfrm>
              <a:off x="-1144750" y="3964250"/>
              <a:ext cx="4475" cy="5450"/>
            </a:xfrm>
            <a:custGeom>
              <a:avLst/>
              <a:gdLst/>
              <a:ahLst/>
              <a:cxnLst/>
              <a:rect l="l" t="t" r="r" b="b"/>
              <a:pathLst>
                <a:path w="179" h="218" extrusionOk="0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11"/>
            <p:cNvSpPr/>
            <p:nvPr/>
          </p:nvSpPr>
          <p:spPr>
            <a:xfrm>
              <a:off x="-1198075" y="3951400"/>
              <a:ext cx="54350" cy="41500"/>
            </a:xfrm>
            <a:custGeom>
              <a:avLst/>
              <a:gdLst/>
              <a:ahLst/>
              <a:cxnLst/>
              <a:rect l="l" t="t" r="r" b="b"/>
              <a:pathLst>
                <a:path w="2174" h="1660" extrusionOk="0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11"/>
            <p:cNvSpPr/>
            <p:nvPr/>
          </p:nvSpPr>
          <p:spPr>
            <a:xfrm>
              <a:off x="-1158575" y="3982025"/>
              <a:ext cx="525" cy="1000"/>
            </a:xfrm>
            <a:custGeom>
              <a:avLst/>
              <a:gdLst/>
              <a:ahLst/>
              <a:cxnLst/>
              <a:rect l="l" t="t" r="r" b="b"/>
              <a:pathLst>
                <a:path w="21" h="40" extrusionOk="0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11"/>
            <p:cNvSpPr/>
            <p:nvPr/>
          </p:nvSpPr>
          <p:spPr>
            <a:xfrm>
              <a:off x="-1159550" y="4098050"/>
              <a:ext cx="500" cy="525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11"/>
            <p:cNvSpPr/>
            <p:nvPr/>
          </p:nvSpPr>
          <p:spPr>
            <a:xfrm>
              <a:off x="-1161050" y="4097075"/>
              <a:ext cx="2500" cy="1000"/>
            </a:xfrm>
            <a:custGeom>
              <a:avLst/>
              <a:gdLst/>
              <a:ahLst/>
              <a:cxnLst/>
              <a:rect l="l" t="t" r="r" b="b"/>
              <a:pathLst>
                <a:path w="100" h="40" extrusionOk="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11"/>
            <p:cNvSpPr/>
            <p:nvPr/>
          </p:nvSpPr>
          <p:spPr>
            <a:xfrm>
              <a:off x="-1159075" y="4096575"/>
              <a:ext cx="1025" cy="525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11"/>
            <p:cNvSpPr/>
            <p:nvPr/>
          </p:nvSpPr>
          <p:spPr>
            <a:xfrm>
              <a:off x="-1164000" y="4095600"/>
              <a:ext cx="6450" cy="3475"/>
            </a:xfrm>
            <a:custGeom>
              <a:avLst/>
              <a:gdLst/>
              <a:ahLst/>
              <a:cxnLst/>
              <a:rect l="l" t="t" r="r" b="b"/>
              <a:pathLst>
                <a:path w="258" h="139" extrusionOk="0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11"/>
            <p:cNvSpPr/>
            <p:nvPr/>
          </p:nvSpPr>
          <p:spPr>
            <a:xfrm>
              <a:off x="-1174375" y="4056575"/>
              <a:ext cx="31625" cy="40025"/>
            </a:xfrm>
            <a:custGeom>
              <a:avLst/>
              <a:gdLst/>
              <a:ahLst/>
              <a:cxnLst/>
              <a:rect l="l" t="t" r="r" b="b"/>
              <a:pathLst>
                <a:path w="1265" h="1601" extrusionOk="0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11"/>
            <p:cNvSpPr/>
            <p:nvPr/>
          </p:nvSpPr>
          <p:spPr>
            <a:xfrm>
              <a:off x="-1164000" y="40956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11"/>
            <p:cNvSpPr/>
            <p:nvPr/>
          </p:nvSpPr>
          <p:spPr>
            <a:xfrm>
              <a:off x="-1395600" y="410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11"/>
            <p:cNvSpPr/>
            <p:nvPr/>
          </p:nvSpPr>
          <p:spPr>
            <a:xfrm>
              <a:off x="-1397075" y="4099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11"/>
            <p:cNvSpPr/>
            <p:nvPr/>
          </p:nvSpPr>
          <p:spPr>
            <a:xfrm>
              <a:off x="-1435600" y="4052125"/>
              <a:ext cx="48425" cy="55350"/>
            </a:xfrm>
            <a:custGeom>
              <a:avLst/>
              <a:gdLst/>
              <a:ahLst/>
              <a:cxnLst/>
              <a:rect l="l" t="t" r="r" b="b"/>
              <a:pathLst>
                <a:path w="1937" h="2214" extrusionOk="0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11"/>
            <p:cNvSpPr/>
            <p:nvPr/>
          </p:nvSpPr>
          <p:spPr>
            <a:xfrm>
              <a:off x="-1397075" y="40990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11"/>
            <p:cNvSpPr/>
            <p:nvPr/>
          </p:nvSpPr>
          <p:spPr>
            <a:xfrm>
              <a:off x="-1430175" y="408225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11"/>
            <p:cNvSpPr/>
            <p:nvPr/>
          </p:nvSpPr>
          <p:spPr>
            <a:xfrm>
              <a:off x="-1409425" y="4106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11"/>
            <p:cNvSpPr/>
            <p:nvPr/>
          </p:nvSpPr>
          <p:spPr>
            <a:xfrm>
              <a:off x="-1243500" y="413657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11"/>
            <p:cNvSpPr/>
            <p:nvPr/>
          </p:nvSpPr>
          <p:spPr>
            <a:xfrm>
              <a:off x="-1245000" y="4137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11"/>
            <p:cNvSpPr/>
            <p:nvPr/>
          </p:nvSpPr>
          <p:spPr>
            <a:xfrm>
              <a:off x="-1295850" y="4123725"/>
              <a:ext cx="53850" cy="43975"/>
            </a:xfrm>
            <a:custGeom>
              <a:avLst/>
              <a:gdLst/>
              <a:ahLst/>
              <a:cxnLst/>
              <a:rect l="l" t="t" r="r" b="b"/>
              <a:pathLst>
                <a:path w="2154" h="1759" extrusionOk="0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11"/>
            <p:cNvSpPr/>
            <p:nvPr/>
          </p:nvSpPr>
          <p:spPr>
            <a:xfrm>
              <a:off x="-1245000" y="4137075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11"/>
            <p:cNvSpPr/>
            <p:nvPr/>
          </p:nvSpPr>
          <p:spPr>
            <a:xfrm>
              <a:off x="-1267700" y="416225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11"/>
            <p:cNvSpPr/>
            <p:nvPr/>
          </p:nvSpPr>
          <p:spPr>
            <a:xfrm>
              <a:off x="-1246475" y="41514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11"/>
            <p:cNvSpPr/>
            <p:nvPr/>
          </p:nvSpPr>
          <p:spPr>
            <a:xfrm>
              <a:off x="-1245000" y="427927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11"/>
            <p:cNvSpPr/>
            <p:nvPr/>
          </p:nvSpPr>
          <p:spPr>
            <a:xfrm>
              <a:off x="-1226225" y="4308925"/>
              <a:ext cx="525" cy="0"/>
            </a:xfrm>
            <a:custGeom>
              <a:avLst/>
              <a:gdLst/>
              <a:ahLst/>
              <a:cxnLst/>
              <a:rect l="l" t="t" r="r" b="b"/>
              <a:pathLst>
                <a:path w="21" extrusionOk="0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303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">
  <p:cSld name="CUSTOM_4">
    <p:spTree>
      <p:nvGrpSpPr>
        <p:cNvPr id="1" name="Shape 4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70" name="Google Shape;4770;p19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4771" name="Google Shape;4771;p19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19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19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19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19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19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19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19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19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19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19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19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19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19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19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19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19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19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19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19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19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19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19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19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19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19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19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19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19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19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19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19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19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19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19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19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19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19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19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19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19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19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19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19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19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19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19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19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19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19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19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19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19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19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19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19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19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19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19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19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19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19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19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19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19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19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19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19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19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19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19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19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19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19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19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19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19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19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19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19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19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19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19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19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19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19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19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19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19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19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19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19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19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19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19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19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19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19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19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19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19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19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19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19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19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19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19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19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19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19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19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19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19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19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19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19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19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88" name="Google Shape;4888;p19"/>
          <p:cNvSpPr/>
          <p:nvPr/>
        </p:nvSpPr>
        <p:spPr>
          <a:xfrm rot="5400000" flipH="1">
            <a:off x="2148607" y="-1809293"/>
            <a:ext cx="4846787" cy="8762086"/>
          </a:xfrm>
          <a:custGeom>
            <a:avLst/>
            <a:gdLst/>
            <a:ahLst/>
            <a:cxnLst/>
            <a:rect l="l" t="t" r="r" b="b"/>
            <a:pathLst>
              <a:path w="54999" h="78817" extrusionOk="0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9" name="Google Shape;4889;p19"/>
          <p:cNvSpPr txBox="1">
            <a:spLocks noGrp="1"/>
          </p:cNvSpPr>
          <p:nvPr>
            <p:ph type="title"/>
          </p:nvPr>
        </p:nvSpPr>
        <p:spPr>
          <a:xfrm>
            <a:off x="1462724" y="1379650"/>
            <a:ext cx="2613900" cy="100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890" name="Google Shape;4890;p19"/>
          <p:cNvSpPr txBox="1">
            <a:spLocks noGrp="1"/>
          </p:cNvSpPr>
          <p:nvPr>
            <p:ph type="subTitle" idx="1"/>
          </p:nvPr>
        </p:nvSpPr>
        <p:spPr>
          <a:xfrm>
            <a:off x="1463163" y="2300750"/>
            <a:ext cx="2613000" cy="91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891" name="Google Shape;4891;p19"/>
          <p:cNvGrpSpPr/>
          <p:nvPr/>
        </p:nvGrpSpPr>
        <p:grpSpPr>
          <a:xfrm rot="-1282427" flipH="1">
            <a:off x="-345303" y="4000189"/>
            <a:ext cx="1294657" cy="1350951"/>
            <a:chOff x="8465725" y="2863051"/>
            <a:chExt cx="1956212" cy="2041561"/>
          </a:xfrm>
        </p:grpSpPr>
        <p:sp>
          <p:nvSpPr>
            <p:cNvPr id="4892" name="Google Shape;4892;p19"/>
            <p:cNvSpPr/>
            <p:nvPr/>
          </p:nvSpPr>
          <p:spPr>
            <a:xfrm>
              <a:off x="8465725" y="2863051"/>
              <a:ext cx="489356" cy="498619"/>
            </a:xfrm>
            <a:custGeom>
              <a:avLst/>
              <a:gdLst/>
              <a:ahLst/>
              <a:cxnLst/>
              <a:rect l="l" t="t" r="r" b="b"/>
              <a:pathLst>
                <a:path w="9403" h="9581" extrusionOk="0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19"/>
            <p:cNvSpPr/>
            <p:nvPr/>
          </p:nvSpPr>
          <p:spPr>
            <a:xfrm>
              <a:off x="8500697" y="2894953"/>
              <a:ext cx="420503" cy="428674"/>
            </a:xfrm>
            <a:custGeom>
              <a:avLst/>
              <a:gdLst/>
              <a:ahLst/>
              <a:cxnLst/>
              <a:rect l="l" t="t" r="r" b="b"/>
              <a:pathLst>
                <a:path w="8080" h="8237" extrusionOk="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19"/>
            <p:cNvSpPr/>
            <p:nvPr/>
          </p:nvSpPr>
          <p:spPr>
            <a:xfrm>
              <a:off x="9589256" y="3455183"/>
              <a:ext cx="89513" cy="97684"/>
            </a:xfrm>
            <a:custGeom>
              <a:avLst/>
              <a:gdLst/>
              <a:ahLst/>
              <a:cxnLst/>
              <a:rect l="l" t="t" r="r" b="b"/>
              <a:pathLst>
                <a:path w="1720" h="1877" extrusionOk="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19"/>
            <p:cNvSpPr/>
            <p:nvPr/>
          </p:nvSpPr>
          <p:spPr>
            <a:xfrm>
              <a:off x="9131860" y="3347249"/>
              <a:ext cx="663073" cy="480092"/>
            </a:xfrm>
            <a:custGeom>
              <a:avLst/>
              <a:gdLst/>
              <a:ahLst/>
              <a:cxnLst/>
              <a:rect l="l" t="t" r="r" b="b"/>
              <a:pathLst>
                <a:path w="12741" h="9225" extrusionOk="0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19"/>
            <p:cNvSpPr/>
            <p:nvPr/>
          </p:nvSpPr>
          <p:spPr>
            <a:xfrm>
              <a:off x="8679565" y="3081003"/>
              <a:ext cx="990993" cy="1292163"/>
            </a:xfrm>
            <a:custGeom>
              <a:avLst/>
              <a:gdLst/>
              <a:ahLst/>
              <a:cxnLst/>
              <a:rect l="l" t="t" r="r" b="b"/>
              <a:pathLst>
                <a:path w="19042" h="24829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19"/>
            <p:cNvSpPr/>
            <p:nvPr/>
          </p:nvSpPr>
          <p:spPr>
            <a:xfrm>
              <a:off x="9065039" y="3536368"/>
              <a:ext cx="522246" cy="598333"/>
            </a:xfrm>
            <a:custGeom>
              <a:avLst/>
              <a:gdLst/>
              <a:ahLst/>
              <a:cxnLst/>
              <a:rect l="l" t="t" r="r" b="b"/>
              <a:pathLst>
                <a:path w="10035" h="11497" extrusionOk="0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19"/>
            <p:cNvSpPr/>
            <p:nvPr/>
          </p:nvSpPr>
          <p:spPr>
            <a:xfrm>
              <a:off x="8982813" y="3540480"/>
              <a:ext cx="798748" cy="539733"/>
            </a:xfrm>
            <a:custGeom>
              <a:avLst/>
              <a:gdLst/>
              <a:ahLst/>
              <a:cxnLst/>
              <a:rect l="l" t="t" r="r" b="b"/>
              <a:pathLst>
                <a:path w="15348" h="10371" extrusionOk="0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19"/>
            <p:cNvSpPr/>
            <p:nvPr/>
          </p:nvSpPr>
          <p:spPr>
            <a:xfrm>
              <a:off x="9290172" y="3374987"/>
              <a:ext cx="244652" cy="248815"/>
            </a:xfrm>
            <a:custGeom>
              <a:avLst/>
              <a:gdLst/>
              <a:ahLst/>
              <a:cxnLst/>
              <a:rect l="l" t="t" r="r" b="b"/>
              <a:pathLst>
                <a:path w="4701" h="4781" extrusionOk="0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19"/>
            <p:cNvSpPr/>
            <p:nvPr/>
          </p:nvSpPr>
          <p:spPr>
            <a:xfrm>
              <a:off x="9450512" y="3402725"/>
              <a:ext cx="151131" cy="166588"/>
            </a:xfrm>
            <a:custGeom>
              <a:avLst/>
              <a:gdLst/>
              <a:ahLst/>
              <a:cxnLst/>
              <a:rect l="l" t="t" r="r" b="b"/>
              <a:pathLst>
                <a:path w="2904" h="3201" extrusionOk="0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19"/>
            <p:cNvSpPr/>
            <p:nvPr/>
          </p:nvSpPr>
          <p:spPr>
            <a:xfrm>
              <a:off x="9166780" y="3347249"/>
              <a:ext cx="123445" cy="75097"/>
            </a:xfrm>
            <a:custGeom>
              <a:avLst/>
              <a:gdLst/>
              <a:ahLst/>
              <a:cxnLst/>
              <a:rect l="l" t="t" r="r" b="b"/>
              <a:pathLst>
                <a:path w="2372" h="1443" extrusionOk="0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19"/>
            <p:cNvSpPr/>
            <p:nvPr/>
          </p:nvSpPr>
          <p:spPr>
            <a:xfrm>
              <a:off x="9001287" y="3788199"/>
              <a:ext cx="127504" cy="125474"/>
            </a:xfrm>
            <a:custGeom>
              <a:avLst/>
              <a:gdLst/>
              <a:ahLst/>
              <a:cxnLst/>
              <a:rect l="l" t="t" r="r" b="b"/>
              <a:pathLst>
                <a:path w="2450" h="2411" extrusionOk="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19"/>
            <p:cNvSpPr/>
            <p:nvPr/>
          </p:nvSpPr>
          <p:spPr>
            <a:xfrm>
              <a:off x="9430997" y="3790281"/>
              <a:ext cx="524276" cy="486285"/>
            </a:xfrm>
            <a:custGeom>
              <a:avLst/>
              <a:gdLst/>
              <a:ahLst/>
              <a:cxnLst/>
              <a:rect l="l" t="t" r="r" b="b"/>
              <a:pathLst>
                <a:path w="10074" h="9344" extrusionOk="0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19"/>
            <p:cNvSpPr/>
            <p:nvPr/>
          </p:nvSpPr>
          <p:spPr>
            <a:xfrm>
              <a:off x="9899685" y="3963996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19"/>
            <p:cNvSpPr/>
            <p:nvPr/>
          </p:nvSpPr>
          <p:spPr>
            <a:xfrm>
              <a:off x="9839057" y="4092487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19"/>
            <p:cNvSpPr/>
            <p:nvPr/>
          </p:nvSpPr>
          <p:spPr>
            <a:xfrm>
              <a:off x="9783580" y="4010261"/>
              <a:ext cx="0" cy="2082"/>
            </a:xfrm>
            <a:custGeom>
              <a:avLst/>
              <a:gdLst/>
              <a:ahLst/>
              <a:cxnLst/>
              <a:rect l="l" t="t" r="r" b="b"/>
              <a:pathLst>
                <a:path h="40" extrusionOk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19"/>
            <p:cNvSpPr/>
            <p:nvPr/>
          </p:nvSpPr>
          <p:spPr>
            <a:xfrm>
              <a:off x="9582074" y="4156239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19"/>
            <p:cNvSpPr/>
            <p:nvPr/>
          </p:nvSpPr>
          <p:spPr>
            <a:xfrm>
              <a:off x="9953184" y="4027747"/>
              <a:ext cx="1041" cy="3123"/>
            </a:xfrm>
            <a:custGeom>
              <a:avLst/>
              <a:gdLst/>
              <a:ahLst/>
              <a:cxnLst/>
              <a:rect l="l" t="t" r="r" b="b"/>
              <a:pathLst>
                <a:path w="20" h="60" extrusionOk="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19"/>
            <p:cNvSpPr/>
            <p:nvPr/>
          </p:nvSpPr>
          <p:spPr>
            <a:xfrm>
              <a:off x="9516293" y="3966026"/>
              <a:ext cx="434867" cy="310538"/>
            </a:xfrm>
            <a:custGeom>
              <a:avLst/>
              <a:gdLst/>
              <a:ahLst/>
              <a:cxnLst/>
              <a:rect l="l" t="t" r="r" b="b"/>
              <a:pathLst>
                <a:path w="8356" h="5967" extrusionOk="0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19"/>
            <p:cNvSpPr/>
            <p:nvPr/>
          </p:nvSpPr>
          <p:spPr>
            <a:xfrm>
              <a:off x="9698231" y="4064749"/>
              <a:ext cx="1093" cy="1041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19"/>
            <p:cNvSpPr/>
            <p:nvPr/>
          </p:nvSpPr>
          <p:spPr>
            <a:xfrm>
              <a:off x="9644784" y="4104821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19"/>
            <p:cNvSpPr/>
            <p:nvPr/>
          </p:nvSpPr>
          <p:spPr>
            <a:xfrm>
              <a:off x="8679565" y="3081003"/>
              <a:ext cx="273483" cy="320738"/>
            </a:xfrm>
            <a:custGeom>
              <a:avLst/>
              <a:gdLst/>
              <a:ahLst/>
              <a:cxnLst/>
              <a:rect l="l" t="t" r="r" b="b"/>
              <a:pathLst>
                <a:path w="5255" h="6163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19"/>
            <p:cNvSpPr/>
            <p:nvPr/>
          </p:nvSpPr>
          <p:spPr>
            <a:xfrm>
              <a:off x="9470028" y="3991734"/>
              <a:ext cx="951909" cy="912877"/>
            </a:xfrm>
            <a:custGeom>
              <a:avLst/>
              <a:gdLst/>
              <a:ahLst/>
              <a:cxnLst/>
              <a:rect l="l" t="t" r="r" b="b"/>
              <a:pathLst>
                <a:path w="18291" h="17541" extrusionOk="0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19"/>
            <p:cNvSpPr/>
            <p:nvPr/>
          </p:nvSpPr>
          <p:spPr>
            <a:xfrm>
              <a:off x="9958284" y="4090406"/>
              <a:ext cx="1093" cy="1093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19"/>
            <p:cNvSpPr/>
            <p:nvPr/>
          </p:nvSpPr>
          <p:spPr>
            <a:xfrm>
              <a:off x="9841138" y="4155198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19"/>
            <p:cNvSpPr/>
            <p:nvPr/>
          </p:nvSpPr>
          <p:spPr>
            <a:xfrm>
              <a:off x="9530709" y="4409110"/>
              <a:ext cx="2082" cy="10304"/>
            </a:xfrm>
            <a:custGeom>
              <a:avLst/>
              <a:gdLst/>
              <a:ahLst/>
              <a:cxnLst/>
              <a:rect l="l" t="t" r="r" b="b"/>
              <a:pathLst>
                <a:path w="40" h="198" extrusionOk="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19"/>
            <p:cNvSpPr/>
            <p:nvPr/>
          </p:nvSpPr>
          <p:spPr>
            <a:xfrm>
              <a:off x="9642703" y="4297064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19"/>
            <p:cNvSpPr/>
            <p:nvPr/>
          </p:nvSpPr>
          <p:spPr>
            <a:xfrm>
              <a:off x="9503959" y="4064749"/>
              <a:ext cx="564401" cy="353629"/>
            </a:xfrm>
            <a:custGeom>
              <a:avLst/>
              <a:gdLst/>
              <a:ahLst/>
              <a:cxnLst/>
              <a:rect l="l" t="t" r="r" b="b"/>
              <a:pathLst>
                <a:path w="10845" h="6795" extrusionOk="0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19"/>
            <p:cNvSpPr/>
            <p:nvPr/>
          </p:nvSpPr>
          <p:spPr>
            <a:xfrm>
              <a:off x="9762971" y="421067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19"/>
            <p:cNvSpPr/>
            <p:nvPr/>
          </p:nvSpPr>
          <p:spPr>
            <a:xfrm>
              <a:off x="10047744" y="4191159"/>
              <a:ext cx="1093" cy="2134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19"/>
            <p:cNvSpPr/>
            <p:nvPr/>
          </p:nvSpPr>
          <p:spPr>
            <a:xfrm>
              <a:off x="9913060" y="4263133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19"/>
            <p:cNvSpPr/>
            <p:nvPr/>
          </p:nvSpPr>
          <p:spPr>
            <a:xfrm>
              <a:off x="9677675" y="4417332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19"/>
            <p:cNvSpPr/>
            <p:nvPr/>
          </p:nvSpPr>
          <p:spPr>
            <a:xfrm>
              <a:off x="9555377" y="4168573"/>
              <a:ext cx="572572" cy="370074"/>
            </a:xfrm>
            <a:custGeom>
              <a:avLst/>
              <a:gdLst/>
              <a:ahLst/>
              <a:cxnLst/>
              <a:rect l="l" t="t" r="r" b="b"/>
              <a:pathLst>
                <a:path w="11002" h="7111" extrusionOk="0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19"/>
            <p:cNvSpPr/>
            <p:nvPr/>
          </p:nvSpPr>
          <p:spPr>
            <a:xfrm>
              <a:off x="9820582" y="4322720"/>
              <a:ext cx="52" cy="2134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19"/>
            <p:cNvSpPr/>
            <p:nvPr/>
          </p:nvSpPr>
          <p:spPr>
            <a:xfrm>
              <a:off x="10122789" y="432173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19"/>
            <p:cNvSpPr/>
            <p:nvPr/>
          </p:nvSpPr>
          <p:spPr>
            <a:xfrm>
              <a:off x="9981963" y="4397765"/>
              <a:ext cx="1041" cy="1093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19"/>
            <p:cNvSpPr/>
            <p:nvPr/>
          </p:nvSpPr>
          <p:spPr>
            <a:xfrm>
              <a:off x="9617046" y="4661981"/>
              <a:ext cx="52" cy="5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19"/>
            <p:cNvSpPr/>
            <p:nvPr/>
          </p:nvSpPr>
          <p:spPr>
            <a:xfrm>
              <a:off x="9734192" y="454993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19"/>
            <p:cNvSpPr/>
            <p:nvPr/>
          </p:nvSpPr>
          <p:spPr>
            <a:xfrm>
              <a:off x="9604712" y="4633150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19"/>
            <p:cNvSpPr/>
            <p:nvPr/>
          </p:nvSpPr>
          <p:spPr>
            <a:xfrm>
              <a:off x="9601590" y="4301175"/>
              <a:ext cx="600414" cy="360863"/>
            </a:xfrm>
            <a:custGeom>
              <a:avLst/>
              <a:gdLst/>
              <a:ahLst/>
              <a:cxnLst/>
              <a:rect l="l" t="t" r="r" b="b"/>
              <a:pathLst>
                <a:path w="11537" h="6934" extrusionOk="0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19"/>
            <p:cNvSpPr/>
            <p:nvPr/>
          </p:nvSpPr>
          <p:spPr>
            <a:xfrm>
              <a:off x="9886363" y="445943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19"/>
            <p:cNvSpPr/>
            <p:nvPr/>
          </p:nvSpPr>
          <p:spPr>
            <a:xfrm>
              <a:off x="10206056" y="444918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19"/>
            <p:cNvSpPr/>
            <p:nvPr/>
          </p:nvSpPr>
          <p:spPr>
            <a:xfrm>
              <a:off x="10061119" y="451704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19"/>
            <p:cNvSpPr/>
            <p:nvPr/>
          </p:nvSpPr>
          <p:spPr>
            <a:xfrm>
              <a:off x="9672523" y="4428626"/>
              <a:ext cx="600362" cy="376267"/>
            </a:xfrm>
            <a:custGeom>
              <a:avLst/>
              <a:gdLst/>
              <a:ahLst/>
              <a:cxnLst/>
              <a:rect l="l" t="t" r="r" b="b"/>
              <a:pathLst>
                <a:path w="11536" h="7230" extrusionOk="0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19"/>
            <p:cNvSpPr/>
            <p:nvPr/>
          </p:nvSpPr>
          <p:spPr>
            <a:xfrm>
              <a:off x="9961407" y="4578714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36" name="Google Shape;4936;p19"/>
          <p:cNvGrpSpPr/>
          <p:nvPr/>
        </p:nvGrpSpPr>
        <p:grpSpPr>
          <a:xfrm>
            <a:off x="-211750" y="25351"/>
            <a:ext cx="925639" cy="688028"/>
            <a:chOff x="8588925" y="2091476"/>
            <a:chExt cx="925639" cy="688028"/>
          </a:xfrm>
        </p:grpSpPr>
        <p:sp>
          <p:nvSpPr>
            <p:cNvPr id="4937" name="Google Shape;4937;p19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19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19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19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19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19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19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19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19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19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19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19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19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19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51" name="Google Shape;4951;p19"/>
          <p:cNvGrpSpPr/>
          <p:nvPr/>
        </p:nvGrpSpPr>
        <p:grpSpPr>
          <a:xfrm>
            <a:off x="6573400" y="-227275"/>
            <a:ext cx="898165" cy="766770"/>
            <a:chOff x="-252625" y="2918525"/>
            <a:chExt cx="898165" cy="766770"/>
          </a:xfrm>
        </p:grpSpPr>
        <p:sp>
          <p:nvSpPr>
            <p:cNvPr id="4952" name="Google Shape;4952;p19"/>
            <p:cNvSpPr/>
            <p:nvPr/>
          </p:nvSpPr>
          <p:spPr>
            <a:xfrm>
              <a:off x="-186914" y="2918525"/>
              <a:ext cx="788423" cy="766770"/>
            </a:xfrm>
            <a:custGeom>
              <a:avLst/>
              <a:gdLst/>
              <a:ahLst/>
              <a:cxnLst/>
              <a:rect l="l" t="t" r="r" b="b"/>
              <a:pathLst>
                <a:path w="25125" h="24435" extrusionOk="0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19"/>
            <p:cNvSpPr/>
            <p:nvPr/>
          </p:nvSpPr>
          <p:spPr>
            <a:xfrm>
              <a:off x="-69770" y="3110666"/>
              <a:ext cx="639054" cy="564714"/>
            </a:xfrm>
            <a:custGeom>
              <a:avLst/>
              <a:gdLst/>
              <a:ahLst/>
              <a:cxnLst/>
              <a:rect l="l" t="t" r="r" b="b"/>
              <a:pathLst>
                <a:path w="20365" h="17996" extrusionOk="0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19"/>
            <p:cNvSpPr/>
            <p:nvPr/>
          </p:nvSpPr>
          <p:spPr>
            <a:xfrm>
              <a:off x="264935" y="3361707"/>
              <a:ext cx="139484" cy="135781"/>
            </a:xfrm>
            <a:custGeom>
              <a:avLst/>
              <a:gdLst/>
              <a:ahLst/>
              <a:cxnLst/>
              <a:rect l="l" t="t" r="r" b="b"/>
              <a:pathLst>
                <a:path w="4445" h="4327" extrusionOk="0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19"/>
            <p:cNvSpPr/>
            <p:nvPr/>
          </p:nvSpPr>
          <p:spPr>
            <a:xfrm>
              <a:off x="100689" y="3457794"/>
              <a:ext cx="140112" cy="133898"/>
            </a:xfrm>
            <a:custGeom>
              <a:avLst/>
              <a:gdLst/>
              <a:ahLst/>
              <a:cxnLst/>
              <a:rect l="l" t="t" r="r" b="b"/>
              <a:pathLst>
                <a:path w="4465" h="4267" extrusionOk="0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19"/>
            <p:cNvSpPr/>
            <p:nvPr/>
          </p:nvSpPr>
          <p:spPr>
            <a:xfrm>
              <a:off x="199224" y="3212934"/>
              <a:ext cx="146921" cy="133930"/>
            </a:xfrm>
            <a:custGeom>
              <a:avLst/>
              <a:gdLst/>
              <a:ahLst/>
              <a:cxnLst/>
              <a:rect l="l" t="t" r="r" b="b"/>
              <a:pathLst>
                <a:path w="4682" h="4268" extrusionOk="0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19"/>
            <p:cNvSpPr/>
            <p:nvPr/>
          </p:nvSpPr>
          <p:spPr>
            <a:xfrm>
              <a:off x="33723" y="3317085"/>
              <a:ext cx="135781" cy="133898"/>
            </a:xfrm>
            <a:custGeom>
              <a:avLst/>
              <a:gdLst/>
              <a:ahLst/>
              <a:cxnLst/>
              <a:rect l="l" t="t" r="r" b="b"/>
              <a:pathLst>
                <a:path w="4327" h="4267" extrusionOk="0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19"/>
            <p:cNvSpPr/>
            <p:nvPr/>
          </p:nvSpPr>
          <p:spPr>
            <a:xfrm>
              <a:off x="-252625" y="2951380"/>
              <a:ext cx="430188" cy="475438"/>
            </a:xfrm>
            <a:custGeom>
              <a:avLst/>
              <a:gdLst/>
              <a:ahLst/>
              <a:cxnLst/>
              <a:rect l="l" t="t" r="r" b="b"/>
              <a:pathLst>
                <a:path w="13709" h="15151" extrusionOk="0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19"/>
            <p:cNvSpPr/>
            <p:nvPr/>
          </p:nvSpPr>
          <p:spPr>
            <a:xfrm>
              <a:off x="80856" y="2930920"/>
              <a:ext cx="564683" cy="264690"/>
            </a:xfrm>
            <a:custGeom>
              <a:avLst/>
              <a:gdLst/>
              <a:ahLst/>
              <a:cxnLst/>
              <a:rect l="l" t="t" r="r" b="b"/>
              <a:pathLst>
                <a:path w="17995" h="8435" extrusionOk="0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19"/>
            <p:cNvSpPr/>
            <p:nvPr/>
          </p:nvSpPr>
          <p:spPr>
            <a:xfrm>
              <a:off x="351075" y="3134232"/>
              <a:ext cx="120280" cy="125238"/>
            </a:xfrm>
            <a:custGeom>
              <a:avLst/>
              <a:gdLst/>
              <a:ahLst/>
              <a:cxnLst/>
              <a:rect l="l" t="t" r="r" b="b"/>
              <a:pathLst>
                <a:path w="3833" h="3991" extrusionOk="0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19"/>
            <p:cNvSpPr/>
            <p:nvPr/>
          </p:nvSpPr>
          <p:spPr>
            <a:xfrm>
              <a:off x="440352" y="3279272"/>
              <a:ext cx="124610" cy="132047"/>
            </a:xfrm>
            <a:custGeom>
              <a:avLst/>
              <a:gdLst/>
              <a:ahLst/>
              <a:cxnLst/>
              <a:rect l="l" t="t" r="r" b="b"/>
              <a:pathLst>
                <a:path w="3971" h="4208" extrusionOk="0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19"/>
            <p:cNvSpPr/>
            <p:nvPr/>
          </p:nvSpPr>
          <p:spPr>
            <a:xfrm>
              <a:off x="102540" y="3330108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19"/>
            <p:cNvSpPr/>
            <p:nvPr/>
          </p:nvSpPr>
          <p:spPr>
            <a:xfrm>
              <a:off x="91997" y="337473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19"/>
            <p:cNvSpPr/>
            <p:nvPr/>
          </p:nvSpPr>
          <p:spPr>
            <a:xfrm>
              <a:off x="43043" y="3358601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19"/>
            <p:cNvSpPr/>
            <p:nvPr/>
          </p:nvSpPr>
          <p:spPr>
            <a:xfrm>
              <a:off x="52959" y="341502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19"/>
            <p:cNvSpPr/>
            <p:nvPr/>
          </p:nvSpPr>
          <p:spPr>
            <a:xfrm>
              <a:off x="160814" y="3475743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19"/>
            <p:cNvSpPr/>
            <p:nvPr/>
          </p:nvSpPr>
          <p:spPr>
            <a:xfrm>
              <a:off x="202331" y="3509226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19"/>
            <p:cNvSpPr/>
            <p:nvPr/>
          </p:nvSpPr>
          <p:spPr>
            <a:xfrm>
              <a:off x="153377" y="3528430"/>
              <a:ext cx="19236" cy="17385"/>
            </a:xfrm>
            <a:custGeom>
              <a:avLst/>
              <a:gdLst/>
              <a:ahLst/>
              <a:cxnLst/>
              <a:rect l="l" t="t" r="r" b="b"/>
              <a:pathLst>
                <a:path w="613" h="554" extrusionOk="0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19"/>
            <p:cNvSpPr/>
            <p:nvPr/>
          </p:nvSpPr>
          <p:spPr>
            <a:xfrm>
              <a:off x="176912" y="3563137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19"/>
            <p:cNvSpPr/>
            <p:nvPr/>
          </p:nvSpPr>
          <p:spPr>
            <a:xfrm>
              <a:off x="118639" y="3518514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19"/>
            <p:cNvSpPr/>
            <p:nvPr/>
          </p:nvSpPr>
          <p:spPr>
            <a:xfrm>
              <a:off x="375269" y="342183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19"/>
            <p:cNvSpPr/>
            <p:nvPr/>
          </p:nvSpPr>
          <p:spPr>
            <a:xfrm>
              <a:off x="319474" y="3424311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19"/>
            <p:cNvSpPr/>
            <p:nvPr/>
          </p:nvSpPr>
          <p:spPr>
            <a:xfrm>
              <a:off x="344265" y="3460869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19"/>
            <p:cNvSpPr/>
            <p:nvPr/>
          </p:nvSpPr>
          <p:spPr>
            <a:xfrm>
              <a:off x="283512" y="3451580"/>
              <a:ext cx="16788" cy="17385"/>
            </a:xfrm>
            <a:custGeom>
              <a:avLst/>
              <a:gdLst/>
              <a:ahLst/>
              <a:cxnLst/>
              <a:rect l="l" t="t" r="r" b="b"/>
              <a:pathLst>
                <a:path w="535" h="554" extrusionOk="0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19"/>
            <p:cNvSpPr/>
            <p:nvPr/>
          </p:nvSpPr>
          <p:spPr>
            <a:xfrm>
              <a:off x="295311" y="3381540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19"/>
            <p:cNvSpPr/>
            <p:nvPr/>
          </p:nvSpPr>
          <p:spPr>
            <a:xfrm>
              <a:off x="265563" y="3235873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19"/>
            <p:cNvSpPr/>
            <p:nvPr/>
          </p:nvSpPr>
          <p:spPr>
            <a:xfrm>
              <a:off x="264307" y="3295997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19"/>
            <p:cNvSpPr/>
            <p:nvPr/>
          </p:nvSpPr>
          <p:spPr>
            <a:xfrm>
              <a:off x="219684" y="3271835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19"/>
            <p:cNvSpPr/>
            <p:nvPr/>
          </p:nvSpPr>
          <p:spPr>
            <a:xfrm>
              <a:off x="413083" y="3216668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19"/>
            <p:cNvSpPr/>
            <p:nvPr/>
          </p:nvSpPr>
          <p:spPr>
            <a:xfrm>
              <a:off x="384558" y="316150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19"/>
            <p:cNvSpPr/>
            <p:nvPr/>
          </p:nvSpPr>
          <p:spPr>
            <a:xfrm>
              <a:off x="369683" y="319806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19"/>
            <p:cNvSpPr/>
            <p:nvPr/>
          </p:nvSpPr>
          <p:spPr>
            <a:xfrm>
              <a:off x="485603" y="3312754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19"/>
            <p:cNvSpPr/>
            <p:nvPr/>
          </p:nvSpPr>
          <p:spPr>
            <a:xfrm>
              <a:off x="516576" y="3347461"/>
              <a:ext cx="17385" cy="17981"/>
            </a:xfrm>
            <a:custGeom>
              <a:avLst/>
              <a:gdLst/>
              <a:ahLst/>
              <a:cxnLst/>
              <a:rect l="l" t="t" r="r" b="b"/>
              <a:pathLst>
                <a:path w="554" h="573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19"/>
            <p:cNvSpPr/>
            <p:nvPr/>
          </p:nvSpPr>
          <p:spPr>
            <a:xfrm>
              <a:off x="484348" y="3379688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19"/>
            <p:cNvSpPr/>
            <p:nvPr/>
          </p:nvSpPr>
          <p:spPr>
            <a:xfrm>
              <a:off x="465143" y="3335662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19"/>
            <p:cNvSpPr/>
            <p:nvPr/>
          </p:nvSpPr>
          <p:spPr>
            <a:xfrm>
              <a:off x="65354" y="3246417"/>
              <a:ext cx="393003" cy="279564"/>
            </a:xfrm>
            <a:custGeom>
              <a:avLst/>
              <a:gdLst/>
              <a:ahLst/>
              <a:cxnLst/>
              <a:rect l="l" t="t" r="r" b="b"/>
              <a:pathLst>
                <a:path w="12524" h="8909" extrusionOk="0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19"/>
            <p:cNvSpPr/>
            <p:nvPr/>
          </p:nvSpPr>
          <p:spPr>
            <a:xfrm>
              <a:off x="-69770" y="3367293"/>
              <a:ext cx="639054" cy="308089"/>
            </a:xfrm>
            <a:custGeom>
              <a:avLst/>
              <a:gdLst/>
              <a:ahLst/>
              <a:cxnLst/>
              <a:rect l="l" t="t" r="r" b="b"/>
              <a:pathLst>
                <a:path w="20365" h="9818" extrusionOk="0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88" name="Google Shape;4988;p19"/>
          <p:cNvGrpSpPr/>
          <p:nvPr/>
        </p:nvGrpSpPr>
        <p:grpSpPr>
          <a:xfrm rot="10800000">
            <a:off x="8151976" y="4252549"/>
            <a:ext cx="1047258" cy="979600"/>
            <a:chOff x="-252624" y="1601574"/>
            <a:chExt cx="1047258" cy="979600"/>
          </a:xfrm>
        </p:grpSpPr>
        <p:sp>
          <p:nvSpPr>
            <p:cNvPr id="4989" name="Google Shape;4989;p19"/>
            <p:cNvSpPr/>
            <p:nvPr/>
          </p:nvSpPr>
          <p:spPr>
            <a:xfrm>
              <a:off x="534175" y="1698647"/>
              <a:ext cx="203734" cy="206468"/>
            </a:xfrm>
            <a:custGeom>
              <a:avLst/>
              <a:gdLst/>
              <a:ahLst/>
              <a:cxnLst/>
              <a:rect l="l" t="t" r="r" b="b"/>
              <a:pathLst>
                <a:path w="5887" h="5966" extrusionOk="0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19"/>
            <p:cNvSpPr/>
            <p:nvPr/>
          </p:nvSpPr>
          <p:spPr>
            <a:xfrm>
              <a:off x="-186316" y="2276933"/>
              <a:ext cx="200343" cy="205811"/>
            </a:xfrm>
            <a:custGeom>
              <a:avLst/>
              <a:gdLst/>
              <a:ahLst/>
              <a:cxnLst/>
              <a:rect l="l" t="t" r="r" b="b"/>
              <a:pathLst>
                <a:path w="5789" h="5947" extrusionOk="0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19"/>
            <p:cNvSpPr/>
            <p:nvPr/>
          </p:nvSpPr>
          <p:spPr>
            <a:xfrm>
              <a:off x="-243730" y="1601574"/>
              <a:ext cx="1038363" cy="979600"/>
            </a:xfrm>
            <a:custGeom>
              <a:avLst/>
              <a:gdLst/>
              <a:ahLst/>
              <a:cxnLst/>
              <a:rect l="l" t="t" r="r" b="b"/>
              <a:pathLst>
                <a:path w="30004" h="28306" extrusionOk="0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19"/>
            <p:cNvSpPr/>
            <p:nvPr/>
          </p:nvSpPr>
          <p:spPr>
            <a:xfrm>
              <a:off x="-194518" y="1657637"/>
              <a:ext cx="924228" cy="877750"/>
            </a:xfrm>
            <a:custGeom>
              <a:avLst/>
              <a:gdLst/>
              <a:ahLst/>
              <a:cxnLst/>
              <a:rect l="l" t="t" r="r" b="b"/>
              <a:pathLst>
                <a:path w="26706" h="25363" extrusionOk="0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19"/>
            <p:cNvSpPr/>
            <p:nvPr/>
          </p:nvSpPr>
          <p:spPr>
            <a:xfrm>
              <a:off x="283998" y="1871579"/>
              <a:ext cx="192798" cy="193491"/>
            </a:xfrm>
            <a:custGeom>
              <a:avLst/>
              <a:gdLst/>
              <a:ahLst/>
              <a:cxnLst/>
              <a:rect l="l" t="t" r="r" b="b"/>
              <a:pathLst>
                <a:path w="5571" h="5591" extrusionOk="0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19"/>
            <p:cNvSpPr/>
            <p:nvPr/>
          </p:nvSpPr>
          <p:spPr>
            <a:xfrm>
              <a:off x="254582" y="1705499"/>
              <a:ext cx="236577" cy="168192"/>
            </a:xfrm>
            <a:custGeom>
              <a:avLst/>
              <a:gdLst/>
              <a:ahLst/>
              <a:cxnLst/>
              <a:rect l="l" t="t" r="r" b="b"/>
              <a:pathLst>
                <a:path w="6836" h="4860" extrusionOk="0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19"/>
            <p:cNvSpPr/>
            <p:nvPr/>
          </p:nvSpPr>
          <p:spPr>
            <a:xfrm>
              <a:off x="480188" y="1885941"/>
              <a:ext cx="187988" cy="220138"/>
            </a:xfrm>
            <a:custGeom>
              <a:avLst/>
              <a:gdLst/>
              <a:ahLst/>
              <a:cxnLst/>
              <a:rect l="l" t="t" r="r" b="b"/>
              <a:pathLst>
                <a:path w="5432" h="6361" extrusionOk="0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19"/>
            <p:cNvSpPr/>
            <p:nvPr/>
          </p:nvSpPr>
          <p:spPr>
            <a:xfrm>
              <a:off x="106255" y="1808040"/>
              <a:ext cx="177779" cy="213286"/>
            </a:xfrm>
            <a:custGeom>
              <a:avLst/>
              <a:gdLst/>
              <a:ahLst/>
              <a:cxnLst/>
              <a:rect l="l" t="t" r="r" b="b"/>
              <a:pathLst>
                <a:path w="5137" h="6163" extrusionOk="0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19"/>
            <p:cNvSpPr/>
            <p:nvPr/>
          </p:nvSpPr>
          <p:spPr>
            <a:xfrm>
              <a:off x="348922" y="2067767"/>
              <a:ext cx="209894" cy="195532"/>
            </a:xfrm>
            <a:custGeom>
              <a:avLst/>
              <a:gdLst/>
              <a:ahLst/>
              <a:cxnLst/>
              <a:rect l="l" t="t" r="r" b="b"/>
              <a:pathLst>
                <a:path w="6065" h="5650" extrusionOk="0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19"/>
            <p:cNvSpPr/>
            <p:nvPr/>
          </p:nvSpPr>
          <p:spPr>
            <a:xfrm>
              <a:off x="-137105" y="2061642"/>
              <a:ext cx="276895" cy="276860"/>
            </a:xfrm>
            <a:custGeom>
              <a:avLst/>
              <a:gdLst/>
              <a:ahLst/>
              <a:cxnLst/>
              <a:rect l="l" t="t" r="r" b="b"/>
              <a:pathLst>
                <a:path w="8001" h="8000" extrusionOk="0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19"/>
            <p:cNvSpPr/>
            <p:nvPr/>
          </p:nvSpPr>
          <p:spPr>
            <a:xfrm>
              <a:off x="95319" y="2182628"/>
              <a:ext cx="343860" cy="276860"/>
            </a:xfrm>
            <a:custGeom>
              <a:avLst/>
              <a:gdLst/>
              <a:ahLst/>
              <a:cxnLst/>
              <a:rect l="l" t="t" r="r" b="b"/>
              <a:pathLst>
                <a:path w="9936" h="8000" extrusionOk="0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19"/>
            <p:cNvSpPr/>
            <p:nvPr/>
          </p:nvSpPr>
          <p:spPr>
            <a:xfrm>
              <a:off x="70021" y="1905771"/>
              <a:ext cx="327491" cy="255680"/>
            </a:xfrm>
            <a:custGeom>
              <a:avLst/>
              <a:gdLst/>
              <a:ahLst/>
              <a:cxnLst/>
              <a:rect l="l" t="t" r="r" b="b"/>
              <a:pathLst>
                <a:path w="9463" h="7388" extrusionOk="0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19"/>
            <p:cNvSpPr/>
            <p:nvPr/>
          </p:nvSpPr>
          <p:spPr>
            <a:xfrm>
              <a:off x="-252624" y="1774540"/>
              <a:ext cx="568774" cy="555070"/>
            </a:xfrm>
            <a:custGeom>
              <a:avLst/>
              <a:gdLst/>
              <a:ahLst/>
              <a:cxnLst/>
              <a:rect l="l" t="t" r="r" b="b"/>
              <a:pathLst>
                <a:path w="16435" h="16039" extrusionOk="0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_1">
    <p:spTree>
      <p:nvGrpSpPr>
        <p:cNvPr id="1" name="Shape 5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03" name="Google Shape;5003;p20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5004" name="Google Shape;5004;p20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20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20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20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20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20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20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20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20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20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20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20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20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20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20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20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20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20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20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20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20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20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20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20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20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20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20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20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20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20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20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20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20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20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20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20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20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20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20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20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20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20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20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20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20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20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20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20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20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20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20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20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20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20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20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20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20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20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20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20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20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20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20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20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20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20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20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20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20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20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20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20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20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20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20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20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20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20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20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20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20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20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20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20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20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20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20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20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20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20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20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20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20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20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20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20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20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20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20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20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20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20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20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20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20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20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20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20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20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20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20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20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20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20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20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20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20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21" name="Google Shape;5121;p20"/>
          <p:cNvSpPr/>
          <p:nvPr/>
        </p:nvSpPr>
        <p:spPr>
          <a:xfrm rot="-5400000">
            <a:off x="2148607" y="-1809293"/>
            <a:ext cx="4846787" cy="8762086"/>
          </a:xfrm>
          <a:custGeom>
            <a:avLst/>
            <a:gdLst/>
            <a:ahLst/>
            <a:cxnLst/>
            <a:rect l="l" t="t" r="r" b="b"/>
            <a:pathLst>
              <a:path w="54999" h="78817" extrusionOk="0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22" name="Google Shape;5122;p20"/>
          <p:cNvSpPr txBox="1">
            <a:spLocks noGrp="1"/>
          </p:cNvSpPr>
          <p:nvPr>
            <p:ph type="title"/>
          </p:nvPr>
        </p:nvSpPr>
        <p:spPr>
          <a:xfrm>
            <a:off x="5363009" y="1380744"/>
            <a:ext cx="2615100" cy="100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123" name="Google Shape;5123;p20"/>
          <p:cNvSpPr txBox="1">
            <a:spLocks noGrp="1"/>
          </p:cNvSpPr>
          <p:nvPr>
            <p:ph type="subTitle" idx="1"/>
          </p:nvPr>
        </p:nvSpPr>
        <p:spPr>
          <a:xfrm>
            <a:off x="5363550" y="2304288"/>
            <a:ext cx="2614500" cy="91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124" name="Google Shape;5124;p20"/>
          <p:cNvGrpSpPr/>
          <p:nvPr/>
        </p:nvGrpSpPr>
        <p:grpSpPr>
          <a:xfrm rot="-1727288">
            <a:off x="-521152" y="-337369"/>
            <a:ext cx="1646350" cy="1753736"/>
            <a:chOff x="-2092800" y="-1252032"/>
            <a:chExt cx="1956171" cy="2083646"/>
          </a:xfrm>
        </p:grpSpPr>
        <p:sp>
          <p:nvSpPr>
            <p:cNvPr id="5125" name="Google Shape;5125;p20"/>
            <p:cNvSpPr/>
            <p:nvPr/>
          </p:nvSpPr>
          <p:spPr>
            <a:xfrm>
              <a:off x="-979900" y="-401409"/>
              <a:ext cx="460048" cy="405319"/>
            </a:xfrm>
            <a:custGeom>
              <a:avLst/>
              <a:gdLst/>
              <a:ahLst/>
              <a:cxnLst/>
              <a:rect l="l" t="t" r="r" b="b"/>
              <a:pathLst>
                <a:path w="11121" h="9798" extrusionOk="0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20"/>
            <p:cNvSpPr/>
            <p:nvPr/>
          </p:nvSpPr>
          <p:spPr>
            <a:xfrm>
              <a:off x="-1183351" y="-181618"/>
              <a:ext cx="1046722" cy="986284"/>
            </a:xfrm>
            <a:custGeom>
              <a:avLst/>
              <a:gdLst/>
              <a:ahLst/>
              <a:cxnLst/>
              <a:rect l="l" t="t" r="r" b="b"/>
              <a:pathLst>
                <a:path w="25303" h="23842" extrusionOk="0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20"/>
            <p:cNvSpPr/>
            <p:nvPr/>
          </p:nvSpPr>
          <p:spPr>
            <a:xfrm>
              <a:off x="-1111453" y="-131768"/>
              <a:ext cx="916787" cy="874343"/>
            </a:xfrm>
            <a:custGeom>
              <a:avLst/>
              <a:gdLst/>
              <a:ahLst/>
              <a:cxnLst/>
              <a:rect l="l" t="t" r="r" b="b"/>
              <a:pathLst>
                <a:path w="22162" h="21136" extrusionOk="0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20"/>
            <p:cNvSpPr/>
            <p:nvPr/>
          </p:nvSpPr>
          <p:spPr>
            <a:xfrm>
              <a:off x="-1095939" y="527648"/>
              <a:ext cx="134858" cy="51503"/>
            </a:xfrm>
            <a:custGeom>
              <a:avLst/>
              <a:gdLst/>
              <a:ahLst/>
              <a:cxnLst/>
              <a:rect l="l" t="t" r="r" b="b"/>
              <a:pathLst>
                <a:path w="3260" h="1245" extrusionOk="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20"/>
            <p:cNvSpPr/>
            <p:nvPr/>
          </p:nvSpPr>
          <p:spPr>
            <a:xfrm>
              <a:off x="-1207883" y="385464"/>
              <a:ext cx="646367" cy="215732"/>
            </a:xfrm>
            <a:custGeom>
              <a:avLst/>
              <a:gdLst/>
              <a:ahLst/>
              <a:cxnLst/>
              <a:rect l="l" t="t" r="r" b="b"/>
              <a:pathLst>
                <a:path w="15625" h="5215" extrusionOk="0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20"/>
            <p:cNvSpPr/>
            <p:nvPr/>
          </p:nvSpPr>
          <p:spPr>
            <a:xfrm>
              <a:off x="-1082867" y="-597538"/>
              <a:ext cx="415123" cy="357126"/>
            </a:xfrm>
            <a:custGeom>
              <a:avLst/>
              <a:gdLst/>
              <a:ahLst/>
              <a:cxnLst/>
              <a:rect l="l" t="t" r="r" b="b"/>
              <a:pathLst>
                <a:path w="10035" h="8633" extrusionOk="0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20"/>
            <p:cNvSpPr/>
            <p:nvPr/>
          </p:nvSpPr>
          <p:spPr>
            <a:xfrm>
              <a:off x="-652260" y="-246194"/>
              <a:ext cx="53985" cy="205141"/>
            </a:xfrm>
            <a:custGeom>
              <a:avLst/>
              <a:gdLst/>
              <a:ahLst/>
              <a:cxnLst/>
              <a:rect l="l" t="t" r="r" b="b"/>
              <a:pathLst>
                <a:path w="1305" h="4959" extrusionOk="0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20"/>
            <p:cNvSpPr/>
            <p:nvPr/>
          </p:nvSpPr>
          <p:spPr>
            <a:xfrm>
              <a:off x="-849175" y="-322147"/>
              <a:ext cx="260698" cy="405319"/>
            </a:xfrm>
            <a:custGeom>
              <a:avLst/>
              <a:gdLst/>
              <a:ahLst/>
              <a:cxnLst/>
              <a:rect l="l" t="t" r="r" b="b"/>
              <a:pathLst>
                <a:path w="6302" h="9798" extrusionOk="0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20"/>
            <p:cNvSpPr/>
            <p:nvPr/>
          </p:nvSpPr>
          <p:spPr>
            <a:xfrm>
              <a:off x="-682501" y="-34552"/>
              <a:ext cx="85838" cy="102178"/>
            </a:xfrm>
            <a:custGeom>
              <a:avLst/>
              <a:gdLst/>
              <a:ahLst/>
              <a:cxnLst/>
              <a:rect l="l" t="t" r="r" b="b"/>
              <a:pathLst>
                <a:path w="2075" h="2470" extrusionOk="0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20"/>
            <p:cNvSpPr/>
            <p:nvPr/>
          </p:nvSpPr>
          <p:spPr>
            <a:xfrm>
              <a:off x="-962732" y="-412869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20"/>
            <p:cNvSpPr/>
            <p:nvPr/>
          </p:nvSpPr>
          <p:spPr>
            <a:xfrm>
              <a:off x="-768258" y="-550130"/>
              <a:ext cx="5750" cy="3309"/>
            </a:xfrm>
            <a:custGeom>
              <a:avLst/>
              <a:gdLst/>
              <a:ahLst/>
              <a:cxnLst/>
              <a:rect l="l" t="t" r="r" b="b"/>
              <a:pathLst>
                <a:path w="139" h="80" extrusionOk="0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20"/>
            <p:cNvSpPr/>
            <p:nvPr/>
          </p:nvSpPr>
          <p:spPr>
            <a:xfrm>
              <a:off x="-1075503" y="-597538"/>
              <a:ext cx="309718" cy="221482"/>
            </a:xfrm>
            <a:custGeom>
              <a:avLst/>
              <a:gdLst/>
              <a:ahLst/>
              <a:cxnLst/>
              <a:rect l="l" t="t" r="r" b="b"/>
              <a:pathLst>
                <a:path w="7487" h="5354" extrusionOk="0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20"/>
            <p:cNvSpPr/>
            <p:nvPr/>
          </p:nvSpPr>
          <p:spPr>
            <a:xfrm>
              <a:off x="-899852" y="-456181"/>
              <a:ext cx="41" cy="1696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20"/>
            <p:cNvSpPr/>
            <p:nvPr/>
          </p:nvSpPr>
          <p:spPr>
            <a:xfrm>
              <a:off x="-858980" y="-287852"/>
              <a:ext cx="40085" cy="104618"/>
            </a:xfrm>
            <a:custGeom>
              <a:avLst/>
              <a:gdLst/>
              <a:ahLst/>
              <a:cxnLst/>
              <a:rect l="l" t="t" r="r" b="b"/>
              <a:pathLst>
                <a:path w="969" h="2529" extrusionOk="0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20"/>
            <p:cNvSpPr/>
            <p:nvPr/>
          </p:nvSpPr>
          <p:spPr>
            <a:xfrm>
              <a:off x="-1382748" y="-1252032"/>
              <a:ext cx="637390" cy="862057"/>
            </a:xfrm>
            <a:custGeom>
              <a:avLst/>
              <a:gdLst/>
              <a:ahLst/>
              <a:cxnLst/>
              <a:rect l="l" t="t" r="r" b="b"/>
              <a:pathLst>
                <a:path w="15408" h="20839" extrusionOk="0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20"/>
            <p:cNvSpPr/>
            <p:nvPr/>
          </p:nvSpPr>
          <p:spPr>
            <a:xfrm>
              <a:off x="-1591950" y="459017"/>
              <a:ext cx="628414" cy="372597"/>
            </a:xfrm>
            <a:custGeom>
              <a:avLst/>
              <a:gdLst/>
              <a:ahLst/>
              <a:cxnLst/>
              <a:rect l="l" t="t" r="r" b="b"/>
              <a:pathLst>
                <a:path w="15191" h="9007" extrusionOk="0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20"/>
            <p:cNvSpPr/>
            <p:nvPr/>
          </p:nvSpPr>
          <p:spPr>
            <a:xfrm>
              <a:off x="-1457915" y="345419"/>
              <a:ext cx="440440" cy="214118"/>
            </a:xfrm>
            <a:custGeom>
              <a:avLst/>
              <a:gdLst/>
              <a:ahLst/>
              <a:cxnLst/>
              <a:rect l="l" t="t" r="r" b="b"/>
              <a:pathLst>
                <a:path w="10647" h="5176" extrusionOk="0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20"/>
            <p:cNvSpPr/>
            <p:nvPr/>
          </p:nvSpPr>
          <p:spPr>
            <a:xfrm>
              <a:off x="-1776578" y="302106"/>
              <a:ext cx="412641" cy="383270"/>
            </a:xfrm>
            <a:custGeom>
              <a:avLst/>
              <a:gdLst/>
              <a:ahLst/>
              <a:cxnLst/>
              <a:rect l="l" t="t" r="r" b="b"/>
              <a:pathLst>
                <a:path w="9975" h="9265" extrusionOk="0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20"/>
            <p:cNvSpPr/>
            <p:nvPr/>
          </p:nvSpPr>
          <p:spPr>
            <a:xfrm>
              <a:off x="-1125352" y="455749"/>
              <a:ext cx="93201" cy="87451"/>
            </a:xfrm>
            <a:custGeom>
              <a:avLst/>
              <a:gdLst/>
              <a:ahLst/>
              <a:cxnLst/>
              <a:rect l="l" t="t" r="r" b="b"/>
              <a:pathLst>
                <a:path w="2253" h="2114" extrusionOk="0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20"/>
            <p:cNvSpPr/>
            <p:nvPr/>
          </p:nvSpPr>
          <p:spPr>
            <a:xfrm>
              <a:off x="-1270805" y="658373"/>
              <a:ext cx="254989" cy="33549"/>
            </a:xfrm>
            <a:custGeom>
              <a:avLst/>
              <a:gdLst/>
              <a:ahLst/>
              <a:cxnLst/>
              <a:rect l="l" t="t" r="r" b="b"/>
              <a:pathLst>
                <a:path w="6164" h="811" extrusionOk="0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20"/>
            <p:cNvSpPr/>
            <p:nvPr/>
          </p:nvSpPr>
          <p:spPr>
            <a:xfrm>
              <a:off x="-1341876" y="732754"/>
              <a:ext cx="221440" cy="40871"/>
            </a:xfrm>
            <a:custGeom>
              <a:avLst/>
              <a:gdLst/>
              <a:ahLst/>
              <a:cxnLst/>
              <a:rect l="l" t="t" r="r" b="b"/>
              <a:pathLst>
                <a:path w="5353" h="988" extrusionOk="0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20"/>
            <p:cNvSpPr/>
            <p:nvPr/>
          </p:nvSpPr>
          <p:spPr>
            <a:xfrm>
              <a:off x="-1384362" y="776026"/>
              <a:ext cx="172420" cy="35204"/>
            </a:xfrm>
            <a:custGeom>
              <a:avLst/>
              <a:gdLst/>
              <a:ahLst/>
              <a:cxnLst/>
              <a:rect l="l" t="t" r="r" b="b"/>
              <a:pathLst>
                <a:path w="4168" h="851" extrusionOk="0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20"/>
            <p:cNvSpPr/>
            <p:nvPr/>
          </p:nvSpPr>
          <p:spPr>
            <a:xfrm>
              <a:off x="-1665462" y="560329"/>
              <a:ext cx="1655" cy="1655"/>
            </a:xfrm>
            <a:custGeom>
              <a:avLst/>
              <a:gdLst/>
              <a:ahLst/>
              <a:cxnLst/>
              <a:rect l="l" t="t" r="r" b="b"/>
              <a:pathLst>
                <a:path w="40" h="40" extrusionOk="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20"/>
            <p:cNvSpPr/>
            <p:nvPr/>
          </p:nvSpPr>
          <p:spPr>
            <a:xfrm>
              <a:off x="-1585372" y="391173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20"/>
            <p:cNvSpPr/>
            <p:nvPr/>
          </p:nvSpPr>
          <p:spPr>
            <a:xfrm>
              <a:off x="-1773310" y="302106"/>
              <a:ext cx="214118" cy="335863"/>
            </a:xfrm>
            <a:custGeom>
              <a:avLst/>
              <a:gdLst/>
              <a:ahLst/>
              <a:cxnLst/>
              <a:rect l="l" t="t" r="r" b="b"/>
              <a:pathLst>
                <a:path w="5176" h="8119" extrusionOk="0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20"/>
            <p:cNvSpPr/>
            <p:nvPr/>
          </p:nvSpPr>
          <p:spPr>
            <a:xfrm>
              <a:off x="-1585372" y="390345"/>
              <a:ext cx="41" cy="86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20"/>
            <p:cNvSpPr/>
            <p:nvPr/>
          </p:nvSpPr>
          <p:spPr>
            <a:xfrm>
              <a:off x="-1636876" y="495753"/>
              <a:ext cx="869" cy="1696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20"/>
            <p:cNvSpPr/>
            <p:nvPr/>
          </p:nvSpPr>
          <p:spPr>
            <a:xfrm>
              <a:off x="-1304313" y="527648"/>
              <a:ext cx="144662" cy="28626"/>
            </a:xfrm>
            <a:custGeom>
              <a:avLst/>
              <a:gdLst/>
              <a:ahLst/>
              <a:cxnLst/>
              <a:rect l="l" t="t" r="r" b="b"/>
              <a:pathLst>
                <a:path w="3497" h="692" extrusionOk="0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20"/>
            <p:cNvSpPr/>
            <p:nvPr/>
          </p:nvSpPr>
          <p:spPr>
            <a:xfrm>
              <a:off x="-2092800" y="129682"/>
              <a:ext cx="507455" cy="585929"/>
            </a:xfrm>
            <a:custGeom>
              <a:avLst/>
              <a:gdLst/>
              <a:ahLst/>
              <a:cxnLst/>
              <a:rect l="l" t="t" r="r" b="b"/>
              <a:pathLst>
                <a:path w="12267" h="14164" extrusionOk="0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20"/>
            <p:cNvSpPr/>
            <p:nvPr/>
          </p:nvSpPr>
          <p:spPr>
            <a:xfrm>
              <a:off x="-843466" y="108459"/>
              <a:ext cx="216600" cy="156121"/>
            </a:xfrm>
            <a:custGeom>
              <a:avLst/>
              <a:gdLst/>
              <a:ahLst/>
              <a:cxnLst/>
              <a:rect l="l" t="t" r="r" b="b"/>
              <a:pathLst>
                <a:path w="5236" h="3774" extrusionOk="0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20"/>
            <p:cNvSpPr/>
            <p:nvPr/>
          </p:nvSpPr>
          <p:spPr>
            <a:xfrm>
              <a:off x="-966828" y="218748"/>
              <a:ext cx="145489" cy="210850"/>
            </a:xfrm>
            <a:custGeom>
              <a:avLst/>
              <a:gdLst/>
              <a:ahLst/>
              <a:cxnLst/>
              <a:rect l="l" t="t" r="r" b="b"/>
              <a:pathLst>
                <a:path w="3517" h="5097" extrusionOk="0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20"/>
            <p:cNvSpPr/>
            <p:nvPr/>
          </p:nvSpPr>
          <p:spPr>
            <a:xfrm>
              <a:off x="-916192" y="-26361"/>
              <a:ext cx="104660" cy="205927"/>
            </a:xfrm>
            <a:custGeom>
              <a:avLst/>
              <a:gdLst/>
              <a:ahLst/>
              <a:cxnLst/>
              <a:rect l="l" t="t" r="r" b="b"/>
              <a:pathLst>
                <a:path w="2530" h="4978" extrusionOk="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20"/>
            <p:cNvSpPr/>
            <p:nvPr/>
          </p:nvSpPr>
          <p:spPr>
            <a:xfrm>
              <a:off x="-533781" y="304547"/>
              <a:ext cx="118518" cy="205141"/>
            </a:xfrm>
            <a:custGeom>
              <a:avLst/>
              <a:gdLst/>
              <a:ahLst/>
              <a:cxnLst/>
              <a:rect l="l" t="t" r="r" b="b"/>
              <a:pathLst>
                <a:path w="2865" h="4959" extrusionOk="0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20"/>
            <p:cNvSpPr/>
            <p:nvPr/>
          </p:nvSpPr>
          <p:spPr>
            <a:xfrm>
              <a:off x="-501099" y="193431"/>
              <a:ext cx="213332" cy="129977"/>
            </a:xfrm>
            <a:custGeom>
              <a:avLst/>
              <a:gdLst/>
              <a:ahLst/>
              <a:cxnLst/>
              <a:rect l="l" t="t" r="r" b="b"/>
              <a:pathLst>
                <a:path w="5157" h="3142" extrusionOk="0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20"/>
            <p:cNvSpPr/>
            <p:nvPr/>
          </p:nvSpPr>
          <p:spPr>
            <a:xfrm>
              <a:off x="-577880" y="534184"/>
              <a:ext cx="190415" cy="116863"/>
            </a:xfrm>
            <a:custGeom>
              <a:avLst/>
              <a:gdLst/>
              <a:ahLst/>
              <a:cxnLst/>
              <a:rect l="l" t="t" r="r" b="b"/>
              <a:pathLst>
                <a:path w="4603" h="2825" extrusionOk="0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20"/>
            <p:cNvSpPr/>
            <p:nvPr/>
          </p:nvSpPr>
          <p:spPr>
            <a:xfrm>
              <a:off x="-513344" y="326638"/>
              <a:ext cx="76033" cy="169979"/>
            </a:xfrm>
            <a:custGeom>
              <a:avLst/>
              <a:gdLst/>
              <a:ahLst/>
              <a:cxnLst/>
              <a:rect l="l" t="t" r="r" b="b"/>
              <a:pathLst>
                <a:path w="1838" h="4109" extrusionOk="0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20"/>
            <p:cNvSpPr/>
            <p:nvPr/>
          </p:nvSpPr>
          <p:spPr>
            <a:xfrm>
              <a:off x="-476568" y="244935"/>
              <a:ext cx="174074" cy="56384"/>
            </a:xfrm>
            <a:custGeom>
              <a:avLst/>
              <a:gdLst/>
              <a:ahLst/>
              <a:cxnLst/>
              <a:rect l="l" t="t" r="r" b="b"/>
              <a:pathLst>
                <a:path w="4208" h="1363" extrusionOk="0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20"/>
            <p:cNvSpPr/>
            <p:nvPr/>
          </p:nvSpPr>
          <p:spPr>
            <a:xfrm>
              <a:off x="-566462" y="577497"/>
              <a:ext cx="164270" cy="38430"/>
            </a:xfrm>
            <a:custGeom>
              <a:avLst/>
              <a:gdLst/>
              <a:ahLst/>
              <a:cxnLst/>
              <a:rect l="l" t="t" r="r" b="b"/>
              <a:pathLst>
                <a:path w="3971" h="929" extrusionOk="0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20"/>
            <p:cNvSpPr/>
            <p:nvPr/>
          </p:nvSpPr>
          <p:spPr>
            <a:xfrm>
              <a:off x="-926783" y="235916"/>
              <a:ext cx="68670" cy="172461"/>
            </a:xfrm>
            <a:custGeom>
              <a:avLst/>
              <a:gdLst/>
              <a:ahLst/>
              <a:cxnLst/>
              <a:rect l="l" t="t" r="r" b="b"/>
              <a:pathLst>
                <a:path w="1660" h="4169" extrusionOk="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20"/>
            <p:cNvSpPr/>
            <p:nvPr/>
          </p:nvSpPr>
          <p:spPr>
            <a:xfrm>
              <a:off x="-827912" y="128896"/>
              <a:ext cx="189587" cy="103791"/>
            </a:xfrm>
            <a:custGeom>
              <a:avLst/>
              <a:gdLst/>
              <a:ahLst/>
              <a:cxnLst/>
              <a:rect l="l" t="t" r="r" b="b"/>
              <a:pathLst>
                <a:path w="4583" h="2509" extrusionOk="0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20"/>
            <p:cNvSpPr/>
            <p:nvPr/>
          </p:nvSpPr>
          <p:spPr>
            <a:xfrm>
              <a:off x="-888393" y="-14943"/>
              <a:ext cx="41698" cy="162657"/>
            </a:xfrm>
            <a:custGeom>
              <a:avLst/>
              <a:gdLst/>
              <a:ahLst/>
              <a:cxnLst/>
              <a:rect l="l" t="t" r="r" b="b"/>
              <a:pathLst>
                <a:path w="1008" h="3932" extrusionOk="0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20"/>
            <p:cNvSpPr/>
            <p:nvPr/>
          </p:nvSpPr>
          <p:spPr>
            <a:xfrm>
              <a:off x="-647338" y="248203"/>
              <a:ext cx="51503" cy="67843"/>
            </a:xfrm>
            <a:custGeom>
              <a:avLst/>
              <a:gdLst/>
              <a:ahLst/>
              <a:cxnLst/>
              <a:rect l="l" t="t" r="r" b="b"/>
              <a:pathLst>
                <a:path w="1245" h="1640" extrusionOk="0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20"/>
            <p:cNvSpPr/>
            <p:nvPr/>
          </p:nvSpPr>
          <p:spPr>
            <a:xfrm>
              <a:off x="-689037" y="312738"/>
              <a:ext cx="52371" cy="45794"/>
            </a:xfrm>
            <a:custGeom>
              <a:avLst/>
              <a:gdLst/>
              <a:ahLst/>
              <a:cxnLst/>
              <a:rect l="l" t="t" r="r" b="b"/>
              <a:pathLst>
                <a:path w="1266" h="1107" extrusionOk="0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20"/>
            <p:cNvSpPr/>
            <p:nvPr/>
          </p:nvSpPr>
          <p:spPr>
            <a:xfrm>
              <a:off x="-599970" y="311910"/>
              <a:ext cx="63789" cy="48276"/>
            </a:xfrm>
            <a:custGeom>
              <a:avLst/>
              <a:gdLst/>
              <a:ahLst/>
              <a:cxnLst/>
              <a:rect l="l" t="t" r="r" b="b"/>
              <a:pathLst>
                <a:path w="1542" h="1167" extrusionOk="0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20"/>
            <p:cNvSpPr/>
            <p:nvPr/>
          </p:nvSpPr>
          <p:spPr>
            <a:xfrm>
              <a:off x="-589339" y="222844"/>
              <a:ext cx="57253" cy="66229"/>
            </a:xfrm>
            <a:custGeom>
              <a:avLst/>
              <a:gdLst/>
              <a:ahLst/>
              <a:cxnLst/>
              <a:rect l="l" t="t" r="r" b="b"/>
              <a:pathLst>
                <a:path w="1384" h="1601" extrusionOk="0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20"/>
            <p:cNvSpPr/>
            <p:nvPr/>
          </p:nvSpPr>
          <p:spPr>
            <a:xfrm>
              <a:off x="-592607" y="387077"/>
              <a:ext cx="48276" cy="50717"/>
            </a:xfrm>
            <a:custGeom>
              <a:avLst/>
              <a:gdLst/>
              <a:ahLst/>
              <a:cxnLst/>
              <a:rect l="l" t="t" r="r" b="b"/>
              <a:pathLst>
                <a:path w="1167" h="1226" extrusionOk="0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20"/>
            <p:cNvSpPr/>
            <p:nvPr/>
          </p:nvSpPr>
          <p:spPr>
            <a:xfrm>
              <a:off x="-725773" y="376487"/>
              <a:ext cx="51503" cy="41698"/>
            </a:xfrm>
            <a:custGeom>
              <a:avLst/>
              <a:gdLst/>
              <a:ahLst/>
              <a:cxnLst/>
              <a:rect l="l" t="t" r="r" b="b"/>
              <a:pathLst>
                <a:path w="1245" h="1008" extrusionOk="0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20"/>
            <p:cNvSpPr/>
            <p:nvPr/>
          </p:nvSpPr>
          <p:spPr>
            <a:xfrm>
              <a:off x="-735577" y="235916"/>
              <a:ext cx="44139" cy="50717"/>
            </a:xfrm>
            <a:custGeom>
              <a:avLst/>
              <a:gdLst/>
              <a:ahLst/>
              <a:cxnLst/>
              <a:rect l="l" t="t" r="r" b="b"/>
              <a:pathLst>
                <a:path w="1067" h="1226" extrusionOk="0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20"/>
            <p:cNvSpPr/>
            <p:nvPr/>
          </p:nvSpPr>
          <p:spPr>
            <a:xfrm>
              <a:off x="-624461" y="103537"/>
              <a:ext cx="59693" cy="48276"/>
            </a:xfrm>
            <a:custGeom>
              <a:avLst/>
              <a:gdLst/>
              <a:ahLst/>
              <a:cxnLst/>
              <a:rect l="l" t="t" r="r" b="b"/>
              <a:pathLst>
                <a:path w="1443" h="1167" extrusionOk="0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4" name="Google Shape;5174;p20"/>
          <p:cNvGrpSpPr/>
          <p:nvPr/>
        </p:nvGrpSpPr>
        <p:grpSpPr>
          <a:xfrm>
            <a:off x="8474425" y="71850"/>
            <a:ext cx="898165" cy="766770"/>
            <a:chOff x="-252625" y="2918525"/>
            <a:chExt cx="898165" cy="766770"/>
          </a:xfrm>
        </p:grpSpPr>
        <p:sp>
          <p:nvSpPr>
            <p:cNvPr id="5175" name="Google Shape;5175;p20"/>
            <p:cNvSpPr/>
            <p:nvPr/>
          </p:nvSpPr>
          <p:spPr>
            <a:xfrm>
              <a:off x="-186914" y="2918525"/>
              <a:ext cx="788423" cy="766770"/>
            </a:xfrm>
            <a:custGeom>
              <a:avLst/>
              <a:gdLst/>
              <a:ahLst/>
              <a:cxnLst/>
              <a:rect l="l" t="t" r="r" b="b"/>
              <a:pathLst>
                <a:path w="25125" h="24435" extrusionOk="0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20"/>
            <p:cNvSpPr/>
            <p:nvPr/>
          </p:nvSpPr>
          <p:spPr>
            <a:xfrm>
              <a:off x="-69770" y="3110666"/>
              <a:ext cx="639054" cy="564714"/>
            </a:xfrm>
            <a:custGeom>
              <a:avLst/>
              <a:gdLst/>
              <a:ahLst/>
              <a:cxnLst/>
              <a:rect l="l" t="t" r="r" b="b"/>
              <a:pathLst>
                <a:path w="20365" h="17996" extrusionOk="0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20"/>
            <p:cNvSpPr/>
            <p:nvPr/>
          </p:nvSpPr>
          <p:spPr>
            <a:xfrm>
              <a:off x="264935" y="3361707"/>
              <a:ext cx="139484" cy="135781"/>
            </a:xfrm>
            <a:custGeom>
              <a:avLst/>
              <a:gdLst/>
              <a:ahLst/>
              <a:cxnLst/>
              <a:rect l="l" t="t" r="r" b="b"/>
              <a:pathLst>
                <a:path w="4445" h="4327" extrusionOk="0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20"/>
            <p:cNvSpPr/>
            <p:nvPr/>
          </p:nvSpPr>
          <p:spPr>
            <a:xfrm>
              <a:off x="100689" y="3457794"/>
              <a:ext cx="140112" cy="133898"/>
            </a:xfrm>
            <a:custGeom>
              <a:avLst/>
              <a:gdLst/>
              <a:ahLst/>
              <a:cxnLst/>
              <a:rect l="l" t="t" r="r" b="b"/>
              <a:pathLst>
                <a:path w="4465" h="4267" extrusionOk="0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20"/>
            <p:cNvSpPr/>
            <p:nvPr/>
          </p:nvSpPr>
          <p:spPr>
            <a:xfrm>
              <a:off x="199224" y="3212934"/>
              <a:ext cx="146921" cy="133930"/>
            </a:xfrm>
            <a:custGeom>
              <a:avLst/>
              <a:gdLst/>
              <a:ahLst/>
              <a:cxnLst/>
              <a:rect l="l" t="t" r="r" b="b"/>
              <a:pathLst>
                <a:path w="4682" h="4268" extrusionOk="0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20"/>
            <p:cNvSpPr/>
            <p:nvPr/>
          </p:nvSpPr>
          <p:spPr>
            <a:xfrm>
              <a:off x="33723" y="3317085"/>
              <a:ext cx="135781" cy="133898"/>
            </a:xfrm>
            <a:custGeom>
              <a:avLst/>
              <a:gdLst/>
              <a:ahLst/>
              <a:cxnLst/>
              <a:rect l="l" t="t" r="r" b="b"/>
              <a:pathLst>
                <a:path w="4327" h="4267" extrusionOk="0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20"/>
            <p:cNvSpPr/>
            <p:nvPr/>
          </p:nvSpPr>
          <p:spPr>
            <a:xfrm>
              <a:off x="-252625" y="2951380"/>
              <a:ext cx="430188" cy="475438"/>
            </a:xfrm>
            <a:custGeom>
              <a:avLst/>
              <a:gdLst/>
              <a:ahLst/>
              <a:cxnLst/>
              <a:rect l="l" t="t" r="r" b="b"/>
              <a:pathLst>
                <a:path w="13709" h="15151" extrusionOk="0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20"/>
            <p:cNvSpPr/>
            <p:nvPr/>
          </p:nvSpPr>
          <p:spPr>
            <a:xfrm>
              <a:off x="80856" y="2930920"/>
              <a:ext cx="564683" cy="264690"/>
            </a:xfrm>
            <a:custGeom>
              <a:avLst/>
              <a:gdLst/>
              <a:ahLst/>
              <a:cxnLst/>
              <a:rect l="l" t="t" r="r" b="b"/>
              <a:pathLst>
                <a:path w="17995" h="8435" extrusionOk="0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20"/>
            <p:cNvSpPr/>
            <p:nvPr/>
          </p:nvSpPr>
          <p:spPr>
            <a:xfrm>
              <a:off x="351075" y="3134232"/>
              <a:ext cx="120280" cy="125238"/>
            </a:xfrm>
            <a:custGeom>
              <a:avLst/>
              <a:gdLst/>
              <a:ahLst/>
              <a:cxnLst/>
              <a:rect l="l" t="t" r="r" b="b"/>
              <a:pathLst>
                <a:path w="3833" h="3991" extrusionOk="0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20"/>
            <p:cNvSpPr/>
            <p:nvPr/>
          </p:nvSpPr>
          <p:spPr>
            <a:xfrm>
              <a:off x="440352" y="3279272"/>
              <a:ext cx="124610" cy="132047"/>
            </a:xfrm>
            <a:custGeom>
              <a:avLst/>
              <a:gdLst/>
              <a:ahLst/>
              <a:cxnLst/>
              <a:rect l="l" t="t" r="r" b="b"/>
              <a:pathLst>
                <a:path w="3971" h="4208" extrusionOk="0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20"/>
            <p:cNvSpPr/>
            <p:nvPr/>
          </p:nvSpPr>
          <p:spPr>
            <a:xfrm>
              <a:off x="102540" y="3330108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20"/>
            <p:cNvSpPr/>
            <p:nvPr/>
          </p:nvSpPr>
          <p:spPr>
            <a:xfrm>
              <a:off x="91997" y="337473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20"/>
            <p:cNvSpPr/>
            <p:nvPr/>
          </p:nvSpPr>
          <p:spPr>
            <a:xfrm>
              <a:off x="43043" y="3358601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20"/>
            <p:cNvSpPr/>
            <p:nvPr/>
          </p:nvSpPr>
          <p:spPr>
            <a:xfrm>
              <a:off x="52959" y="341502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20"/>
            <p:cNvSpPr/>
            <p:nvPr/>
          </p:nvSpPr>
          <p:spPr>
            <a:xfrm>
              <a:off x="160814" y="3475743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20"/>
            <p:cNvSpPr/>
            <p:nvPr/>
          </p:nvSpPr>
          <p:spPr>
            <a:xfrm>
              <a:off x="202331" y="3509226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20"/>
            <p:cNvSpPr/>
            <p:nvPr/>
          </p:nvSpPr>
          <p:spPr>
            <a:xfrm>
              <a:off x="153377" y="3528430"/>
              <a:ext cx="19236" cy="17385"/>
            </a:xfrm>
            <a:custGeom>
              <a:avLst/>
              <a:gdLst/>
              <a:ahLst/>
              <a:cxnLst/>
              <a:rect l="l" t="t" r="r" b="b"/>
              <a:pathLst>
                <a:path w="613" h="554" extrusionOk="0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20"/>
            <p:cNvSpPr/>
            <p:nvPr/>
          </p:nvSpPr>
          <p:spPr>
            <a:xfrm>
              <a:off x="176912" y="3563137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20"/>
            <p:cNvSpPr/>
            <p:nvPr/>
          </p:nvSpPr>
          <p:spPr>
            <a:xfrm>
              <a:off x="118639" y="3518514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20"/>
            <p:cNvSpPr/>
            <p:nvPr/>
          </p:nvSpPr>
          <p:spPr>
            <a:xfrm>
              <a:off x="375269" y="342183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20"/>
            <p:cNvSpPr/>
            <p:nvPr/>
          </p:nvSpPr>
          <p:spPr>
            <a:xfrm>
              <a:off x="319474" y="3424311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20"/>
            <p:cNvSpPr/>
            <p:nvPr/>
          </p:nvSpPr>
          <p:spPr>
            <a:xfrm>
              <a:off x="344265" y="3460869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20"/>
            <p:cNvSpPr/>
            <p:nvPr/>
          </p:nvSpPr>
          <p:spPr>
            <a:xfrm>
              <a:off x="283512" y="3451580"/>
              <a:ext cx="16788" cy="17385"/>
            </a:xfrm>
            <a:custGeom>
              <a:avLst/>
              <a:gdLst/>
              <a:ahLst/>
              <a:cxnLst/>
              <a:rect l="l" t="t" r="r" b="b"/>
              <a:pathLst>
                <a:path w="535" h="554" extrusionOk="0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20"/>
            <p:cNvSpPr/>
            <p:nvPr/>
          </p:nvSpPr>
          <p:spPr>
            <a:xfrm>
              <a:off x="295311" y="3381540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20"/>
            <p:cNvSpPr/>
            <p:nvPr/>
          </p:nvSpPr>
          <p:spPr>
            <a:xfrm>
              <a:off x="265563" y="3235873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20"/>
            <p:cNvSpPr/>
            <p:nvPr/>
          </p:nvSpPr>
          <p:spPr>
            <a:xfrm>
              <a:off x="264307" y="3295997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20"/>
            <p:cNvSpPr/>
            <p:nvPr/>
          </p:nvSpPr>
          <p:spPr>
            <a:xfrm>
              <a:off x="219684" y="3271835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20"/>
            <p:cNvSpPr/>
            <p:nvPr/>
          </p:nvSpPr>
          <p:spPr>
            <a:xfrm>
              <a:off x="413083" y="3216668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20"/>
            <p:cNvSpPr/>
            <p:nvPr/>
          </p:nvSpPr>
          <p:spPr>
            <a:xfrm>
              <a:off x="384558" y="316150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20"/>
            <p:cNvSpPr/>
            <p:nvPr/>
          </p:nvSpPr>
          <p:spPr>
            <a:xfrm>
              <a:off x="369683" y="319806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20"/>
            <p:cNvSpPr/>
            <p:nvPr/>
          </p:nvSpPr>
          <p:spPr>
            <a:xfrm>
              <a:off x="485603" y="3312754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20"/>
            <p:cNvSpPr/>
            <p:nvPr/>
          </p:nvSpPr>
          <p:spPr>
            <a:xfrm>
              <a:off x="516576" y="3347461"/>
              <a:ext cx="17385" cy="17981"/>
            </a:xfrm>
            <a:custGeom>
              <a:avLst/>
              <a:gdLst/>
              <a:ahLst/>
              <a:cxnLst/>
              <a:rect l="l" t="t" r="r" b="b"/>
              <a:pathLst>
                <a:path w="554" h="573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20"/>
            <p:cNvSpPr/>
            <p:nvPr/>
          </p:nvSpPr>
          <p:spPr>
            <a:xfrm>
              <a:off x="484348" y="3379688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20"/>
            <p:cNvSpPr/>
            <p:nvPr/>
          </p:nvSpPr>
          <p:spPr>
            <a:xfrm>
              <a:off x="465143" y="3335662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20"/>
            <p:cNvSpPr/>
            <p:nvPr/>
          </p:nvSpPr>
          <p:spPr>
            <a:xfrm>
              <a:off x="65354" y="3246417"/>
              <a:ext cx="393003" cy="279564"/>
            </a:xfrm>
            <a:custGeom>
              <a:avLst/>
              <a:gdLst/>
              <a:ahLst/>
              <a:cxnLst/>
              <a:rect l="l" t="t" r="r" b="b"/>
              <a:pathLst>
                <a:path w="12524" h="8909" extrusionOk="0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20"/>
            <p:cNvSpPr/>
            <p:nvPr/>
          </p:nvSpPr>
          <p:spPr>
            <a:xfrm>
              <a:off x="-69770" y="3367293"/>
              <a:ext cx="639054" cy="308089"/>
            </a:xfrm>
            <a:custGeom>
              <a:avLst/>
              <a:gdLst/>
              <a:ahLst/>
              <a:cxnLst/>
              <a:rect l="l" t="t" r="r" b="b"/>
              <a:pathLst>
                <a:path w="20365" h="9818" extrusionOk="0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11" name="Google Shape;5211;p20"/>
          <p:cNvGrpSpPr/>
          <p:nvPr/>
        </p:nvGrpSpPr>
        <p:grpSpPr>
          <a:xfrm rot="-6682427" flipH="1">
            <a:off x="7963747" y="3990714"/>
            <a:ext cx="1294657" cy="1350951"/>
            <a:chOff x="8465725" y="2863051"/>
            <a:chExt cx="1956212" cy="2041561"/>
          </a:xfrm>
        </p:grpSpPr>
        <p:sp>
          <p:nvSpPr>
            <p:cNvPr id="5212" name="Google Shape;5212;p20"/>
            <p:cNvSpPr/>
            <p:nvPr/>
          </p:nvSpPr>
          <p:spPr>
            <a:xfrm>
              <a:off x="8465725" y="2863051"/>
              <a:ext cx="489356" cy="498619"/>
            </a:xfrm>
            <a:custGeom>
              <a:avLst/>
              <a:gdLst/>
              <a:ahLst/>
              <a:cxnLst/>
              <a:rect l="l" t="t" r="r" b="b"/>
              <a:pathLst>
                <a:path w="9403" h="9581" extrusionOk="0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20"/>
            <p:cNvSpPr/>
            <p:nvPr/>
          </p:nvSpPr>
          <p:spPr>
            <a:xfrm>
              <a:off x="8500697" y="2894953"/>
              <a:ext cx="420503" cy="428674"/>
            </a:xfrm>
            <a:custGeom>
              <a:avLst/>
              <a:gdLst/>
              <a:ahLst/>
              <a:cxnLst/>
              <a:rect l="l" t="t" r="r" b="b"/>
              <a:pathLst>
                <a:path w="8080" h="8237" extrusionOk="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20"/>
            <p:cNvSpPr/>
            <p:nvPr/>
          </p:nvSpPr>
          <p:spPr>
            <a:xfrm>
              <a:off x="9589256" y="3455183"/>
              <a:ext cx="89513" cy="97684"/>
            </a:xfrm>
            <a:custGeom>
              <a:avLst/>
              <a:gdLst/>
              <a:ahLst/>
              <a:cxnLst/>
              <a:rect l="l" t="t" r="r" b="b"/>
              <a:pathLst>
                <a:path w="1720" h="1877" extrusionOk="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20"/>
            <p:cNvSpPr/>
            <p:nvPr/>
          </p:nvSpPr>
          <p:spPr>
            <a:xfrm>
              <a:off x="9131860" y="3347249"/>
              <a:ext cx="663073" cy="480092"/>
            </a:xfrm>
            <a:custGeom>
              <a:avLst/>
              <a:gdLst/>
              <a:ahLst/>
              <a:cxnLst/>
              <a:rect l="l" t="t" r="r" b="b"/>
              <a:pathLst>
                <a:path w="12741" h="9225" extrusionOk="0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20"/>
            <p:cNvSpPr/>
            <p:nvPr/>
          </p:nvSpPr>
          <p:spPr>
            <a:xfrm>
              <a:off x="8679565" y="3081003"/>
              <a:ext cx="990993" cy="1292163"/>
            </a:xfrm>
            <a:custGeom>
              <a:avLst/>
              <a:gdLst/>
              <a:ahLst/>
              <a:cxnLst/>
              <a:rect l="l" t="t" r="r" b="b"/>
              <a:pathLst>
                <a:path w="19042" h="24829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20"/>
            <p:cNvSpPr/>
            <p:nvPr/>
          </p:nvSpPr>
          <p:spPr>
            <a:xfrm>
              <a:off x="9065039" y="3536368"/>
              <a:ext cx="522246" cy="598333"/>
            </a:xfrm>
            <a:custGeom>
              <a:avLst/>
              <a:gdLst/>
              <a:ahLst/>
              <a:cxnLst/>
              <a:rect l="l" t="t" r="r" b="b"/>
              <a:pathLst>
                <a:path w="10035" h="11497" extrusionOk="0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20"/>
            <p:cNvSpPr/>
            <p:nvPr/>
          </p:nvSpPr>
          <p:spPr>
            <a:xfrm>
              <a:off x="8982813" y="3540480"/>
              <a:ext cx="798748" cy="539733"/>
            </a:xfrm>
            <a:custGeom>
              <a:avLst/>
              <a:gdLst/>
              <a:ahLst/>
              <a:cxnLst/>
              <a:rect l="l" t="t" r="r" b="b"/>
              <a:pathLst>
                <a:path w="15348" h="10371" extrusionOk="0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20"/>
            <p:cNvSpPr/>
            <p:nvPr/>
          </p:nvSpPr>
          <p:spPr>
            <a:xfrm>
              <a:off x="9290172" y="3374987"/>
              <a:ext cx="244652" cy="248815"/>
            </a:xfrm>
            <a:custGeom>
              <a:avLst/>
              <a:gdLst/>
              <a:ahLst/>
              <a:cxnLst/>
              <a:rect l="l" t="t" r="r" b="b"/>
              <a:pathLst>
                <a:path w="4701" h="4781" extrusionOk="0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20"/>
            <p:cNvSpPr/>
            <p:nvPr/>
          </p:nvSpPr>
          <p:spPr>
            <a:xfrm>
              <a:off x="9450512" y="3402725"/>
              <a:ext cx="151131" cy="166588"/>
            </a:xfrm>
            <a:custGeom>
              <a:avLst/>
              <a:gdLst/>
              <a:ahLst/>
              <a:cxnLst/>
              <a:rect l="l" t="t" r="r" b="b"/>
              <a:pathLst>
                <a:path w="2904" h="3201" extrusionOk="0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20"/>
            <p:cNvSpPr/>
            <p:nvPr/>
          </p:nvSpPr>
          <p:spPr>
            <a:xfrm>
              <a:off x="9166780" y="3347249"/>
              <a:ext cx="123445" cy="75097"/>
            </a:xfrm>
            <a:custGeom>
              <a:avLst/>
              <a:gdLst/>
              <a:ahLst/>
              <a:cxnLst/>
              <a:rect l="l" t="t" r="r" b="b"/>
              <a:pathLst>
                <a:path w="2372" h="1443" extrusionOk="0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20"/>
            <p:cNvSpPr/>
            <p:nvPr/>
          </p:nvSpPr>
          <p:spPr>
            <a:xfrm>
              <a:off x="9001287" y="3788199"/>
              <a:ext cx="127504" cy="125474"/>
            </a:xfrm>
            <a:custGeom>
              <a:avLst/>
              <a:gdLst/>
              <a:ahLst/>
              <a:cxnLst/>
              <a:rect l="l" t="t" r="r" b="b"/>
              <a:pathLst>
                <a:path w="2450" h="2411" extrusionOk="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20"/>
            <p:cNvSpPr/>
            <p:nvPr/>
          </p:nvSpPr>
          <p:spPr>
            <a:xfrm>
              <a:off x="9430997" y="3790281"/>
              <a:ext cx="524276" cy="486285"/>
            </a:xfrm>
            <a:custGeom>
              <a:avLst/>
              <a:gdLst/>
              <a:ahLst/>
              <a:cxnLst/>
              <a:rect l="l" t="t" r="r" b="b"/>
              <a:pathLst>
                <a:path w="10074" h="9344" extrusionOk="0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20"/>
            <p:cNvSpPr/>
            <p:nvPr/>
          </p:nvSpPr>
          <p:spPr>
            <a:xfrm>
              <a:off x="9899685" y="3963996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20"/>
            <p:cNvSpPr/>
            <p:nvPr/>
          </p:nvSpPr>
          <p:spPr>
            <a:xfrm>
              <a:off x="9839057" y="4092487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20"/>
            <p:cNvSpPr/>
            <p:nvPr/>
          </p:nvSpPr>
          <p:spPr>
            <a:xfrm>
              <a:off x="9783580" y="4010261"/>
              <a:ext cx="0" cy="2082"/>
            </a:xfrm>
            <a:custGeom>
              <a:avLst/>
              <a:gdLst/>
              <a:ahLst/>
              <a:cxnLst/>
              <a:rect l="l" t="t" r="r" b="b"/>
              <a:pathLst>
                <a:path h="40" extrusionOk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20"/>
            <p:cNvSpPr/>
            <p:nvPr/>
          </p:nvSpPr>
          <p:spPr>
            <a:xfrm>
              <a:off x="9582074" y="4156239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20"/>
            <p:cNvSpPr/>
            <p:nvPr/>
          </p:nvSpPr>
          <p:spPr>
            <a:xfrm>
              <a:off x="9953184" y="4027747"/>
              <a:ext cx="1041" cy="3123"/>
            </a:xfrm>
            <a:custGeom>
              <a:avLst/>
              <a:gdLst/>
              <a:ahLst/>
              <a:cxnLst/>
              <a:rect l="l" t="t" r="r" b="b"/>
              <a:pathLst>
                <a:path w="20" h="60" extrusionOk="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20"/>
            <p:cNvSpPr/>
            <p:nvPr/>
          </p:nvSpPr>
          <p:spPr>
            <a:xfrm>
              <a:off x="9516293" y="3966026"/>
              <a:ext cx="434867" cy="310538"/>
            </a:xfrm>
            <a:custGeom>
              <a:avLst/>
              <a:gdLst/>
              <a:ahLst/>
              <a:cxnLst/>
              <a:rect l="l" t="t" r="r" b="b"/>
              <a:pathLst>
                <a:path w="8356" h="5967" extrusionOk="0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20"/>
            <p:cNvSpPr/>
            <p:nvPr/>
          </p:nvSpPr>
          <p:spPr>
            <a:xfrm>
              <a:off x="9698231" y="4064749"/>
              <a:ext cx="1093" cy="1041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20"/>
            <p:cNvSpPr/>
            <p:nvPr/>
          </p:nvSpPr>
          <p:spPr>
            <a:xfrm>
              <a:off x="9644784" y="4104821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20"/>
            <p:cNvSpPr/>
            <p:nvPr/>
          </p:nvSpPr>
          <p:spPr>
            <a:xfrm>
              <a:off x="8679565" y="3081003"/>
              <a:ext cx="273483" cy="320738"/>
            </a:xfrm>
            <a:custGeom>
              <a:avLst/>
              <a:gdLst/>
              <a:ahLst/>
              <a:cxnLst/>
              <a:rect l="l" t="t" r="r" b="b"/>
              <a:pathLst>
                <a:path w="5255" h="6163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20"/>
            <p:cNvSpPr/>
            <p:nvPr/>
          </p:nvSpPr>
          <p:spPr>
            <a:xfrm>
              <a:off x="9470028" y="3991734"/>
              <a:ext cx="951909" cy="912877"/>
            </a:xfrm>
            <a:custGeom>
              <a:avLst/>
              <a:gdLst/>
              <a:ahLst/>
              <a:cxnLst/>
              <a:rect l="l" t="t" r="r" b="b"/>
              <a:pathLst>
                <a:path w="18291" h="17541" extrusionOk="0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20"/>
            <p:cNvSpPr/>
            <p:nvPr/>
          </p:nvSpPr>
          <p:spPr>
            <a:xfrm>
              <a:off x="9958284" y="4090406"/>
              <a:ext cx="1093" cy="1093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20"/>
            <p:cNvSpPr/>
            <p:nvPr/>
          </p:nvSpPr>
          <p:spPr>
            <a:xfrm>
              <a:off x="9841138" y="4155198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20"/>
            <p:cNvSpPr/>
            <p:nvPr/>
          </p:nvSpPr>
          <p:spPr>
            <a:xfrm>
              <a:off x="9530709" y="4409110"/>
              <a:ext cx="2082" cy="10304"/>
            </a:xfrm>
            <a:custGeom>
              <a:avLst/>
              <a:gdLst/>
              <a:ahLst/>
              <a:cxnLst/>
              <a:rect l="l" t="t" r="r" b="b"/>
              <a:pathLst>
                <a:path w="40" h="198" extrusionOk="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20"/>
            <p:cNvSpPr/>
            <p:nvPr/>
          </p:nvSpPr>
          <p:spPr>
            <a:xfrm>
              <a:off x="9642703" y="4297064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20"/>
            <p:cNvSpPr/>
            <p:nvPr/>
          </p:nvSpPr>
          <p:spPr>
            <a:xfrm>
              <a:off x="9503959" y="4064749"/>
              <a:ext cx="564401" cy="353629"/>
            </a:xfrm>
            <a:custGeom>
              <a:avLst/>
              <a:gdLst/>
              <a:ahLst/>
              <a:cxnLst/>
              <a:rect l="l" t="t" r="r" b="b"/>
              <a:pathLst>
                <a:path w="10845" h="6795" extrusionOk="0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20"/>
            <p:cNvSpPr/>
            <p:nvPr/>
          </p:nvSpPr>
          <p:spPr>
            <a:xfrm>
              <a:off x="9762971" y="421067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20"/>
            <p:cNvSpPr/>
            <p:nvPr/>
          </p:nvSpPr>
          <p:spPr>
            <a:xfrm>
              <a:off x="10047744" y="4191159"/>
              <a:ext cx="1093" cy="2134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20"/>
            <p:cNvSpPr/>
            <p:nvPr/>
          </p:nvSpPr>
          <p:spPr>
            <a:xfrm>
              <a:off x="9913060" y="4263133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20"/>
            <p:cNvSpPr/>
            <p:nvPr/>
          </p:nvSpPr>
          <p:spPr>
            <a:xfrm>
              <a:off x="9677675" y="4417332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20"/>
            <p:cNvSpPr/>
            <p:nvPr/>
          </p:nvSpPr>
          <p:spPr>
            <a:xfrm>
              <a:off x="9555377" y="4168573"/>
              <a:ext cx="572572" cy="370074"/>
            </a:xfrm>
            <a:custGeom>
              <a:avLst/>
              <a:gdLst/>
              <a:ahLst/>
              <a:cxnLst/>
              <a:rect l="l" t="t" r="r" b="b"/>
              <a:pathLst>
                <a:path w="11002" h="7111" extrusionOk="0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20"/>
            <p:cNvSpPr/>
            <p:nvPr/>
          </p:nvSpPr>
          <p:spPr>
            <a:xfrm>
              <a:off x="9820582" y="4322720"/>
              <a:ext cx="52" cy="2134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20"/>
            <p:cNvSpPr/>
            <p:nvPr/>
          </p:nvSpPr>
          <p:spPr>
            <a:xfrm>
              <a:off x="10122789" y="432173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20"/>
            <p:cNvSpPr/>
            <p:nvPr/>
          </p:nvSpPr>
          <p:spPr>
            <a:xfrm>
              <a:off x="9981963" y="4397765"/>
              <a:ext cx="1041" cy="1093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20"/>
            <p:cNvSpPr/>
            <p:nvPr/>
          </p:nvSpPr>
          <p:spPr>
            <a:xfrm>
              <a:off x="9617046" y="4661981"/>
              <a:ext cx="52" cy="5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20"/>
            <p:cNvSpPr/>
            <p:nvPr/>
          </p:nvSpPr>
          <p:spPr>
            <a:xfrm>
              <a:off x="9734192" y="454993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20"/>
            <p:cNvSpPr/>
            <p:nvPr/>
          </p:nvSpPr>
          <p:spPr>
            <a:xfrm>
              <a:off x="9604712" y="4633150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20"/>
            <p:cNvSpPr/>
            <p:nvPr/>
          </p:nvSpPr>
          <p:spPr>
            <a:xfrm>
              <a:off x="9601590" y="4301175"/>
              <a:ext cx="600414" cy="360863"/>
            </a:xfrm>
            <a:custGeom>
              <a:avLst/>
              <a:gdLst/>
              <a:ahLst/>
              <a:cxnLst/>
              <a:rect l="l" t="t" r="r" b="b"/>
              <a:pathLst>
                <a:path w="11537" h="6934" extrusionOk="0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20"/>
            <p:cNvSpPr/>
            <p:nvPr/>
          </p:nvSpPr>
          <p:spPr>
            <a:xfrm>
              <a:off x="9886363" y="445943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20"/>
            <p:cNvSpPr/>
            <p:nvPr/>
          </p:nvSpPr>
          <p:spPr>
            <a:xfrm>
              <a:off x="10206056" y="444918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20"/>
            <p:cNvSpPr/>
            <p:nvPr/>
          </p:nvSpPr>
          <p:spPr>
            <a:xfrm>
              <a:off x="10061119" y="451704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20"/>
            <p:cNvSpPr/>
            <p:nvPr/>
          </p:nvSpPr>
          <p:spPr>
            <a:xfrm>
              <a:off x="9672523" y="4428626"/>
              <a:ext cx="600362" cy="376267"/>
            </a:xfrm>
            <a:custGeom>
              <a:avLst/>
              <a:gdLst/>
              <a:ahLst/>
              <a:cxnLst/>
              <a:rect l="l" t="t" r="r" b="b"/>
              <a:pathLst>
                <a:path w="11536" h="7230" extrusionOk="0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20"/>
            <p:cNvSpPr/>
            <p:nvPr/>
          </p:nvSpPr>
          <p:spPr>
            <a:xfrm>
              <a:off x="9961407" y="4578714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56" name="Google Shape;5256;p20"/>
          <p:cNvGrpSpPr/>
          <p:nvPr/>
        </p:nvGrpSpPr>
        <p:grpSpPr>
          <a:xfrm>
            <a:off x="-340873" y="3921240"/>
            <a:ext cx="1973759" cy="1718179"/>
            <a:chOff x="-1914575" y="2967750"/>
            <a:chExt cx="1540675" cy="1341175"/>
          </a:xfrm>
        </p:grpSpPr>
        <p:sp>
          <p:nvSpPr>
            <p:cNvPr id="5257" name="Google Shape;5257;p20"/>
            <p:cNvSpPr/>
            <p:nvPr/>
          </p:nvSpPr>
          <p:spPr>
            <a:xfrm>
              <a:off x="-484050" y="3675375"/>
              <a:ext cx="53850" cy="59775"/>
            </a:xfrm>
            <a:custGeom>
              <a:avLst/>
              <a:gdLst/>
              <a:ahLst/>
              <a:cxnLst/>
              <a:rect l="l" t="t" r="r" b="b"/>
              <a:pathLst>
                <a:path w="2154" h="2391" extrusionOk="0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20"/>
            <p:cNvSpPr/>
            <p:nvPr/>
          </p:nvSpPr>
          <p:spPr>
            <a:xfrm>
              <a:off x="-1182275" y="2967750"/>
              <a:ext cx="808375" cy="740725"/>
            </a:xfrm>
            <a:custGeom>
              <a:avLst/>
              <a:gdLst/>
              <a:ahLst/>
              <a:cxnLst/>
              <a:rect l="l" t="t" r="r" b="b"/>
              <a:pathLst>
                <a:path w="32335" h="29629" extrusionOk="0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20"/>
            <p:cNvSpPr/>
            <p:nvPr/>
          </p:nvSpPr>
          <p:spPr>
            <a:xfrm>
              <a:off x="-1370425" y="2977625"/>
              <a:ext cx="991100" cy="806900"/>
            </a:xfrm>
            <a:custGeom>
              <a:avLst/>
              <a:gdLst/>
              <a:ahLst/>
              <a:cxnLst/>
              <a:rect l="l" t="t" r="r" b="b"/>
              <a:pathLst>
                <a:path w="39644" h="32276" extrusionOk="0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20"/>
            <p:cNvSpPr/>
            <p:nvPr/>
          </p:nvSpPr>
          <p:spPr>
            <a:xfrm>
              <a:off x="-1246975" y="3112925"/>
              <a:ext cx="4975" cy="3475"/>
            </a:xfrm>
            <a:custGeom>
              <a:avLst/>
              <a:gdLst/>
              <a:ahLst/>
              <a:cxnLst/>
              <a:rect l="l" t="t" r="r" b="b"/>
              <a:pathLst>
                <a:path w="199" h="139" extrusionOk="0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20"/>
            <p:cNvSpPr/>
            <p:nvPr/>
          </p:nvSpPr>
          <p:spPr>
            <a:xfrm>
              <a:off x="-1235125" y="31129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20"/>
            <p:cNvSpPr/>
            <p:nvPr/>
          </p:nvSpPr>
          <p:spPr>
            <a:xfrm>
              <a:off x="-905750" y="3252175"/>
              <a:ext cx="3975" cy="1025"/>
            </a:xfrm>
            <a:custGeom>
              <a:avLst/>
              <a:gdLst/>
              <a:ahLst/>
              <a:cxnLst/>
              <a:rect l="l" t="t" r="r" b="b"/>
              <a:pathLst>
                <a:path w="159" h="41" extrusionOk="0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20"/>
            <p:cNvSpPr/>
            <p:nvPr/>
          </p:nvSpPr>
          <p:spPr>
            <a:xfrm>
              <a:off x="-582300" y="3332175"/>
              <a:ext cx="1000" cy="525"/>
            </a:xfrm>
            <a:custGeom>
              <a:avLst/>
              <a:gdLst/>
              <a:ahLst/>
              <a:cxnLst/>
              <a:rect l="l" t="t" r="r" b="b"/>
              <a:pathLst>
                <a:path w="40" h="21" extrusionOk="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20"/>
            <p:cNvSpPr/>
            <p:nvPr/>
          </p:nvSpPr>
          <p:spPr>
            <a:xfrm>
              <a:off x="-1286950" y="3160825"/>
              <a:ext cx="2000" cy="2500"/>
            </a:xfrm>
            <a:custGeom>
              <a:avLst/>
              <a:gdLst/>
              <a:ahLst/>
              <a:cxnLst/>
              <a:rect l="l" t="t" r="r" b="b"/>
              <a:pathLst>
                <a:path w="80" h="100" extrusionOk="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20"/>
            <p:cNvSpPr/>
            <p:nvPr/>
          </p:nvSpPr>
          <p:spPr>
            <a:xfrm>
              <a:off x="-968950" y="3215150"/>
              <a:ext cx="1000" cy="500"/>
            </a:xfrm>
            <a:custGeom>
              <a:avLst/>
              <a:gdLst/>
              <a:ahLst/>
              <a:cxnLst/>
              <a:rect l="l" t="t" r="r" b="b"/>
              <a:pathLst>
                <a:path w="40" h="20" extrusionOk="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20"/>
            <p:cNvSpPr/>
            <p:nvPr/>
          </p:nvSpPr>
          <p:spPr>
            <a:xfrm>
              <a:off x="-1299300" y="3366250"/>
              <a:ext cx="1500" cy="2000"/>
            </a:xfrm>
            <a:custGeom>
              <a:avLst/>
              <a:gdLst/>
              <a:ahLst/>
              <a:cxnLst/>
              <a:rect l="l" t="t" r="r" b="b"/>
              <a:pathLst>
                <a:path w="60" h="80" extrusionOk="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20"/>
            <p:cNvSpPr/>
            <p:nvPr/>
          </p:nvSpPr>
          <p:spPr>
            <a:xfrm>
              <a:off x="-621825" y="3419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extrusionOk="0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20"/>
            <p:cNvSpPr/>
            <p:nvPr/>
          </p:nvSpPr>
          <p:spPr>
            <a:xfrm>
              <a:off x="-1302275" y="316575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20"/>
            <p:cNvSpPr/>
            <p:nvPr/>
          </p:nvSpPr>
          <p:spPr>
            <a:xfrm>
              <a:off x="-1336825" y="3072925"/>
              <a:ext cx="793050" cy="646900"/>
            </a:xfrm>
            <a:custGeom>
              <a:avLst/>
              <a:gdLst/>
              <a:ahLst/>
              <a:cxnLst/>
              <a:rect l="l" t="t" r="r" b="b"/>
              <a:pathLst>
                <a:path w="31722" h="25876" extrusionOk="0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20"/>
            <p:cNvSpPr/>
            <p:nvPr/>
          </p:nvSpPr>
          <p:spPr>
            <a:xfrm>
              <a:off x="-1287950" y="3163300"/>
              <a:ext cx="2000" cy="1000"/>
            </a:xfrm>
            <a:custGeom>
              <a:avLst/>
              <a:gdLst/>
              <a:ahLst/>
              <a:cxnLst/>
              <a:rect l="l" t="t" r="r" b="b"/>
              <a:pathLst>
                <a:path w="80" h="40" extrusionOk="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20"/>
            <p:cNvSpPr/>
            <p:nvPr/>
          </p:nvSpPr>
          <p:spPr>
            <a:xfrm>
              <a:off x="-660325" y="3614625"/>
              <a:ext cx="525" cy="2000"/>
            </a:xfrm>
            <a:custGeom>
              <a:avLst/>
              <a:gdLst/>
              <a:ahLst/>
              <a:cxnLst/>
              <a:rect l="l" t="t" r="r" b="b"/>
              <a:pathLst>
                <a:path w="21" h="80" extrusionOk="0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20"/>
            <p:cNvSpPr/>
            <p:nvPr/>
          </p:nvSpPr>
          <p:spPr>
            <a:xfrm>
              <a:off x="-785750" y="3636350"/>
              <a:ext cx="25" cy="1025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20"/>
            <p:cNvSpPr/>
            <p:nvPr/>
          </p:nvSpPr>
          <p:spPr>
            <a:xfrm>
              <a:off x="-1257325" y="3169700"/>
              <a:ext cx="1000" cy="3000"/>
            </a:xfrm>
            <a:custGeom>
              <a:avLst/>
              <a:gdLst/>
              <a:ahLst/>
              <a:cxnLst/>
              <a:rect l="l" t="t" r="r" b="b"/>
              <a:pathLst>
                <a:path w="40" h="120" extrusionOk="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20"/>
            <p:cNvSpPr/>
            <p:nvPr/>
          </p:nvSpPr>
          <p:spPr>
            <a:xfrm>
              <a:off x="-831175" y="3371675"/>
              <a:ext cx="278525" cy="333350"/>
            </a:xfrm>
            <a:custGeom>
              <a:avLst/>
              <a:gdLst/>
              <a:ahLst/>
              <a:cxnLst/>
              <a:rect l="l" t="t" r="r" b="b"/>
              <a:pathLst>
                <a:path w="11141" h="13334" extrusionOk="0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20"/>
            <p:cNvSpPr/>
            <p:nvPr/>
          </p:nvSpPr>
          <p:spPr>
            <a:xfrm>
              <a:off x="-813400" y="3369700"/>
              <a:ext cx="247400" cy="321500"/>
            </a:xfrm>
            <a:custGeom>
              <a:avLst/>
              <a:gdLst/>
              <a:ahLst/>
              <a:cxnLst/>
              <a:rect l="l" t="t" r="r" b="b"/>
              <a:pathLst>
                <a:path w="9896" h="12860" extrusionOk="0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20"/>
            <p:cNvSpPr/>
            <p:nvPr/>
          </p:nvSpPr>
          <p:spPr>
            <a:xfrm>
              <a:off x="-836625" y="3276375"/>
              <a:ext cx="241000" cy="352600"/>
            </a:xfrm>
            <a:custGeom>
              <a:avLst/>
              <a:gdLst/>
              <a:ahLst/>
              <a:cxnLst/>
              <a:rect l="l" t="t" r="r" b="b"/>
              <a:pathLst>
                <a:path w="9640" h="14104" extrusionOk="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20"/>
            <p:cNvSpPr/>
            <p:nvPr/>
          </p:nvSpPr>
          <p:spPr>
            <a:xfrm>
              <a:off x="-826250" y="3285750"/>
              <a:ext cx="215325" cy="330875"/>
            </a:xfrm>
            <a:custGeom>
              <a:avLst/>
              <a:gdLst/>
              <a:ahLst/>
              <a:cxnLst/>
              <a:rect l="l" t="t" r="r" b="b"/>
              <a:pathLst>
                <a:path w="8613" h="13235" extrusionOk="0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20"/>
            <p:cNvSpPr/>
            <p:nvPr/>
          </p:nvSpPr>
          <p:spPr>
            <a:xfrm>
              <a:off x="-911675" y="3264025"/>
              <a:ext cx="249900" cy="354575"/>
            </a:xfrm>
            <a:custGeom>
              <a:avLst/>
              <a:gdLst/>
              <a:ahLst/>
              <a:cxnLst/>
              <a:rect l="l" t="t" r="r" b="b"/>
              <a:pathLst>
                <a:path w="9996" h="14183" extrusionOk="0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20"/>
            <p:cNvSpPr/>
            <p:nvPr/>
          </p:nvSpPr>
          <p:spPr>
            <a:xfrm>
              <a:off x="-899325" y="3276875"/>
              <a:ext cx="221250" cy="328400"/>
            </a:xfrm>
            <a:custGeom>
              <a:avLst/>
              <a:gdLst/>
              <a:ahLst/>
              <a:cxnLst/>
              <a:rect l="l" t="t" r="r" b="b"/>
              <a:pathLst>
                <a:path w="8850" h="13136" extrusionOk="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20"/>
            <p:cNvSpPr/>
            <p:nvPr/>
          </p:nvSpPr>
          <p:spPr>
            <a:xfrm>
              <a:off x="-1012900" y="3249225"/>
              <a:ext cx="277050" cy="358025"/>
            </a:xfrm>
            <a:custGeom>
              <a:avLst/>
              <a:gdLst/>
              <a:ahLst/>
              <a:cxnLst/>
              <a:rect l="l" t="t" r="r" b="b"/>
              <a:pathLst>
                <a:path w="11082" h="14321" extrusionOk="0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20"/>
            <p:cNvSpPr/>
            <p:nvPr/>
          </p:nvSpPr>
          <p:spPr>
            <a:xfrm>
              <a:off x="-1298325" y="3095150"/>
              <a:ext cx="417775" cy="434075"/>
            </a:xfrm>
            <a:custGeom>
              <a:avLst/>
              <a:gdLst/>
              <a:ahLst/>
              <a:cxnLst/>
              <a:rect l="l" t="t" r="r" b="b"/>
              <a:pathLst>
                <a:path w="16711" h="17363" extrusionOk="0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20"/>
            <p:cNvSpPr/>
            <p:nvPr/>
          </p:nvSpPr>
          <p:spPr>
            <a:xfrm>
              <a:off x="-880575" y="321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20"/>
            <p:cNvSpPr/>
            <p:nvPr/>
          </p:nvSpPr>
          <p:spPr>
            <a:xfrm>
              <a:off x="-1510150" y="3967200"/>
              <a:ext cx="345675" cy="325450"/>
            </a:xfrm>
            <a:custGeom>
              <a:avLst/>
              <a:gdLst/>
              <a:ahLst/>
              <a:cxnLst/>
              <a:rect l="l" t="t" r="r" b="b"/>
              <a:pathLst>
                <a:path w="13827" h="13018" extrusionOk="0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20"/>
            <p:cNvSpPr/>
            <p:nvPr/>
          </p:nvSpPr>
          <p:spPr>
            <a:xfrm>
              <a:off x="-1914575" y="3337100"/>
              <a:ext cx="321475" cy="387675"/>
            </a:xfrm>
            <a:custGeom>
              <a:avLst/>
              <a:gdLst/>
              <a:ahLst/>
              <a:cxnLst/>
              <a:rect l="l" t="t" r="r" b="b"/>
              <a:pathLst>
                <a:path w="12859" h="15507" extrusionOk="0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20"/>
            <p:cNvSpPr/>
            <p:nvPr/>
          </p:nvSpPr>
          <p:spPr>
            <a:xfrm>
              <a:off x="-1617800" y="3222550"/>
              <a:ext cx="250375" cy="293825"/>
            </a:xfrm>
            <a:custGeom>
              <a:avLst/>
              <a:gdLst/>
              <a:ahLst/>
              <a:cxnLst/>
              <a:rect l="l" t="t" r="r" b="b"/>
              <a:pathLst>
                <a:path w="10015" h="11753" extrusionOk="0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20"/>
            <p:cNvSpPr/>
            <p:nvPr/>
          </p:nvSpPr>
          <p:spPr>
            <a:xfrm>
              <a:off x="-1048450" y="3187975"/>
              <a:ext cx="209875" cy="360025"/>
            </a:xfrm>
            <a:custGeom>
              <a:avLst/>
              <a:gdLst/>
              <a:ahLst/>
              <a:cxnLst/>
              <a:rect l="l" t="t" r="r" b="b"/>
              <a:pathLst>
                <a:path w="8395" h="14401" extrusionOk="0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20"/>
            <p:cNvSpPr/>
            <p:nvPr/>
          </p:nvSpPr>
          <p:spPr>
            <a:xfrm>
              <a:off x="-1273625" y="3541050"/>
              <a:ext cx="185200" cy="231625"/>
            </a:xfrm>
            <a:custGeom>
              <a:avLst/>
              <a:gdLst/>
              <a:ahLst/>
              <a:cxnLst/>
              <a:rect l="l" t="t" r="r" b="b"/>
              <a:pathLst>
                <a:path w="7408" h="9265" extrusionOk="0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20"/>
            <p:cNvSpPr/>
            <p:nvPr/>
          </p:nvSpPr>
          <p:spPr>
            <a:xfrm>
              <a:off x="-1191650" y="3522275"/>
              <a:ext cx="165925" cy="240025"/>
            </a:xfrm>
            <a:custGeom>
              <a:avLst/>
              <a:gdLst/>
              <a:ahLst/>
              <a:cxnLst/>
              <a:rect l="l" t="t" r="r" b="b"/>
              <a:pathLst>
                <a:path w="6637" h="9601" extrusionOk="0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20"/>
            <p:cNvSpPr/>
            <p:nvPr/>
          </p:nvSpPr>
          <p:spPr>
            <a:xfrm>
              <a:off x="-1258325" y="3556850"/>
              <a:ext cx="279025" cy="311125"/>
            </a:xfrm>
            <a:custGeom>
              <a:avLst/>
              <a:gdLst/>
              <a:ahLst/>
              <a:cxnLst/>
              <a:rect l="l" t="t" r="r" b="b"/>
              <a:pathLst>
                <a:path w="11161" h="12445" extrusionOk="0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20"/>
            <p:cNvSpPr/>
            <p:nvPr/>
          </p:nvSpPr>
          <p:spPr>
            <a:xfrm>
              <a:off x="-1024250" y="3626475"/>
              <a:ext cx="29150" cy="64725"/>
            </a:xfrm>
            <a:custGeom>
              <a:avLst/>
              <a:gdLst/>
              <a:ahLst/>
              <a:cxnLst/>
              <a:rect l="l" t="t" r="r" b="b"/>
              <a:pathLst>
                <a:path w="1166" h="2589" extrusionOk="0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20"/>
            <p:cNvSpPr/>
            <p:nvPr/>
          </p:nvSpPr>
          <p:spPr>
            <a:xfrm>
              <a:off x="-1007475" y="3650675"/>
              <a:ext cx="21250" cy="81500"/>
            </a:xfrm>
            <a:custGeom>
              <a:avLst/>
              <a:gdLst/>
              <a:ahLst/>
              <a:cxnLst/>
              <a:rect l="l" t="t" r="r" b="b"/>
              <a:pathLst>
                <a:path w="850" h="3260" extrusionOk="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20"/>
            <p:cNvSpPr/>
            <p:nvPr/>
          </p:nvSpPr>
          <p:spPr>
            <a:xfrm>
              <a:off x="-1004025" y="3711400"/>
              <a:ext cx="23250" cy="67200"/>
            </a:xfrm>
            <a:custGeom>
              <a:avLst/>
              <a:gdLst/>
              <a:ahLst/>
              <a:cxnLst/>
              <a:rect l="l" t="t" r="r" b="b"/>
              <a:pathLst>
                <a:path w="930" h="2688" extrusionOk="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20"/>
            <p:cNvSpPr/>
            <p:nvPr/>
          </p:nvSpPr>
          <p:spPr>
            <a:xfrm>
              <a:off x="-1361025" y="3708950"/>
              <a:ext cx="279500" cy="288400"/>
            </a:xfrm>
            <a:custGeom>
              <a:avLst/>
              <a:gdLst/>
              <a:ahLst/>
              <a:cxnLst/>
              <a:rect l="l" t="t" r="r" b="b"/>
              <a:pathLst>
                <a:path w="11180" h="11536" extrusionOk="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20"/>
            <p:cNvSpPr/>
            <p:nvPr/>
          </p:nvSpPr>
          <p:spPr>
            <a:xfrm>
              <a:off x="-1360050" y="3893625"/>
              <a:ext cx="1025" cy="525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20"/>
            <p:cNvSpPr/>
            <p:nvPr/>
          </p:nvSpPr>
          <p:spPr>
            <a:xfrm>
              <a:off x="-1104250" y="394745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20"/>
            <p:cNvSpPr/>
            <p:nvPr/>
          </p:nvSpPr>
          <p:spPr>
            <a:xfrm>
              <a:off x="-1300800" y="3924250"/>
              <a:ext cx="525" cy="1000"/>
            </a:xfrm>
            <a:custGeom>
              <a:avLst/>
              <a:gdLst/>
              <a:ahLst/>
              <a:cxnLst/>
              <a:rect l="l" t="t" r="r" b="b"/>
              <a:pathLst>
                <a:path w="21" h="40" extrusionOk="0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20"/>
            <p:cNvSpPr/>
            <p:nvPr/>
          </p:nvSpPr>
          <p:spPr>
            <a:xfrm>
              <a:off x="-1190675" y="39647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20"/>
            <p:cNvSpPr/>
            <p:nvPr/>
          </p:nvSpPr>
          <p:spPr>
            <a:xfrm>
              <a:off x="-1270675" y="3934125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20"/>
            <p:cNvSpPr/>
            <p:nvPr/>
          </p:nvSpPr>
          <p:spPr>
            <a:xfrm>
              <a:off x="-1139325" y="3971650"/>
              <a:ext cx="4975" cy="6925"/>
            </a:xfrm>
            <a:custGeom>
              <a:avLst/>
              <a:gdLst/>
              <a:ahLst/>
              <a:cxnLst/>
              <a:rect l="l" t="t" r="r" b="b"/>
              <a:pathLst>
                <a:path w="199" h="277" extrusionOk="0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20"/>
            <p:cNvSpPr/>
            <p:nvPr/>
          </p:nvSpPr>
          <p:spPr>
            <a:xfrm>
              <a:off x="-1133400" y="3968675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20"/>
            <p:cNvSpPr/>
            <p:nvPr/>
          </p:nvSpPr>
          <p:spPr>
            <a:xfrm>
              <a:off x="-1361525" y="3832400"/>
              <a:ext cx="245925" cy="149150"/>
            </a:xfrm>
            <a:custGeom>
              <a:avLst/>
              <a:gdLst/>
              <a:ahLst/>
              <a:cxnLst/>
              <a:rect l="l" t="t" r="r" b="b"/>
              <a:pathLst>
                <a:path w="9837" h="5966" extrusionOk="0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20"/>
            <p:cNvSpPr/>
            <p:nvPr/>
          </p:nvSpPr>
          <p:spPr>
            <a:xfrm>
              <a:off x="-1255850" y="3936575"/>
              <a:ext cx="1000" cy="1025"/>
            </a:xfrm>
            <a:custGeom>
              <a:avLst/>
              <a:gdLst/>
              <a:ahLst/>
              <a:cxnLst/>
              <a:rect l="l" t="t" r="r" b="b"/>
              <a:pathLst>
                <a:path w="40" h="41" extrusionOk="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20"/>
            <p:cNvSpPr/>
            <p:nvPr/>
          </p:nvSpPr>
          <p:spPr>
            <a:xfrm>
              <a:off x="-1226725" y="3948425"/>
              <a:ext cx="525" cy="1025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20"/>
            <p:cNvSpPr/>
            <p:nvPr/>
          </p:nvSpPr>
          <p:spPr>
            <a:xfrm>
              <a:off x="-1426225" y="3852150"/>
              <a:ext cx="310150" cy="250875"/>
            </a:xfrm>
            <a:custGeom>
              <a:avLst/>
              <a:gdLst/>
              <a:ahLst/>
              <a:cxnLst/>
              <a:rect l="l" t="t" r="r" b="b"/>
              <a:pathLst>
                <a:path w="12406" h="10035" extrusionOk="0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20"/>
            <p:cNvSpPr/>
            <p:nvPr/>
          </p:nvSpPr>
          <p:spPr>
            <a:xfrm>
              <a:off x="-1160050" y="3541050"/>
              <a:ext cx="44950" cy="29150"/>
            </a:xfrm>
            <a:custGeom>
              <a:avLst/>
              <a:gdLst/>
              <a:ahLst/>
              <a:cxnLst/>
              <a:rect l="l" t="t" r="r" b="b"/>
              <a:pathLst>
                <a:path w="1798" h="1166" extrusionOk="0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20"/>
            <p:cNvSpPr/>
            <p:nvPr/>
          </p:nvSpPr>
          <p:spPr>
            <a:xfrm>
              <a:off x="-1201050" y="3651650"/>
              <a:ext cx="61750" cy="19800"/>
            </a:xfrm>
            <a:custGeom>
              <a:avLst/>
              <a:gdLst/>
              <a:ahLst/>
              <a:cxnLst/>
              <a:rect l="l" t="t" r="r" b="b"/>
              <a:pathLst>
                <a:path w="2470" h="792" extrusionOk="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20"/>
            <p:cNvSpPr/>
            <p:nvPr/>
          </p:nvSpPr>
          <p:spPr>
            <a:xfrm>
              <a:off x="-1604475" y="3372675"/>
              <a:ext cx="1500" cy="25"/>
            </a:xfrm>
            <a:custGeom>
              <a:avLst/>
              <a:gdLst/>
              <a:ahLst/>
              <a:cxnLst/>
              <a:rect l="l" t="t" r="r" b="b"/>
              <a:pathLst>
                <a:path w="60" h="1" extrusionOk="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20"/>
            <p:cNvSpPr/>
            <p:nvPr/>
          </p:nvSpPr>
          <p:spPr>
            <a:xfrm>
              <a:off x="-1617800" y="3278850"/>
              <a:ext cx="158525" cy="230125"/>
            </a:xfrm>
            <a:custGeom>
              <a:avLst/>
              <a:gdLst/>
              <a:ahLst/>
              <a:cxnLst/>
              <a:rect l="l" t="t" r="r" b="b"/>
              <a:pathLst>
                <a:path w="6341" h="9205" extrusionOk="0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20"/>
            <p:cNvSpPr/>
            <p:nvPr/>
          </p:nvSpPr>
          <p:spPr>
            <a:xfrm>
              <a:off x="-1574350" y="3412650"/>
              <a:ext cx="1000" cy="25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20"/>
            <p:cNvSpPr/>
            <p:nvPr/>
          </p:nvSpPr>
          <p:spPr>
            <a:xfrm>
              <a:off x="-1557075" y="3441800"/>
              <a:ext cx="1025" cy="525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20"/>
            <p:cNvSpPr/>
            <p:nvPr/>
          </p:nvSpPr>
          <p:spPr>
            <a:xfrm>
              <a:off x="-1245975" y="3259100"/>
              <a:ext cx="260250" cy="195075"/>
            </a:xfrm>
            <a:custGeom>
              <a:avLst/>
              <a:gdLst/>
              <a:ahLst/>
              <a:cxnLst/>
              <a:rect l="l" t="t" r="r" b="b"/>
              <a:pathLst>
                <a:path w="10410" h="7803" extrusionOk="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20"/>
            <p:cNvSpPr/>
            <p:nvPr/>
          </p:nvSpPr>
          <p:spPr>
            <a:xfrm>
              <a:off x="-1722000" y="3272425"/>
              <a:ext cx="240000" cy="328900"/>
            </a:xfrm>
            <a:custGeom>
              <a:avLst/>
              <a:gdLst/>
              <a:ahLst/>
              <a:cxnLst/>
              <a:rect l="l" t="t" r="r" b="b"/>
              <a:pathLst>
                <a:path w="9600" h="13156" extrusionOk="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20"/>
            <p:cNvSpPr/>
            <p:nvPr/>
          </p:nvSpPr>
          <p:spPr>
            <a:xfrm>
              <a:off x="-1415350" y="3197850"/>
              <a:ext cx="229650" cy="228650"/>
            </a:xfrm>
            <a:custGeom>
              <a:avLst/>
              <a:gdLst/>
              <a:ahLst/>
              <a:cxnLst/>
              <a:rect l="l" t="t" r="r" b="b"/>
              <a:pathLst>
                <a:path w="9186" h="9146" extrusionOk="0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20"/>
            <p:cNvSpPr/>
            <p:nvPr/>
          </p:nvSpPr>
          <p:spPr>
            <a:xfrm>
              <a:off x="-1467200" y="3098100"/>
              <a:ext cx="269150" cy="274600"/>
            </a:xfrm>
            <a:custGeom>
              <a:avLst/>
              <a:gdLst/>
              <a:ahLst/>
              <a:cxnLst/>
              <a:rect l="l" t="t" r="r" b="b"/>
              <a:pathLst>
                <a:path w="10766" h="10984" extrusionOk="0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20"/>
            <p:cNvSpPr/>
            <p:nvPr/>
          </p:nvSpPr>
          <p:spPr>
            <a:xfrm>
              <a:off x="-1390175" y="3108975"/>
              <a:ext cx="127925" cy="124950"/>
            </a:xfrm>
            <a:custGeom>
              <a:avLst/>
              <a:gdLst/>
              <a:ahLst/>
              <a:cxnLst/>
              <a:rect l="l" t="t" r="r" b="b"/>
              <a:pathLst>
                <a:path w="5117" h="4998" extrusionOk="0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20"/>
            <p:cNvSpPr/>
            <p:nvPr/>
          </p:nvSpPr>
          <p:spPr>
            <a:xfrm>
              <a:off x="-1421275" y="3109475"/>
              <a:ext cx="81500" cy="108150"/>
            </a:xfrm>
            <a:custGeom>
              <a:avLst/>
              <a:gdLst/>
              <a:ahLst/>
              <a:cxnLst/>
              <a:rect l="l" t="t" r="r" b="b"/>
              <a:pathLst>
                <a:path w="3260" h="4326" extrusionOk="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20"/>
            <p:cNvSpPr/>
            <p:nvPr/>
          </p:nvSpPr>
          <p:spPr>
            <a:xfrm>
              <a:off x="-1439550" y="3130200"/>
              <a:ext cx="55825" cy="79050"/>
            </a:xfrm>
            <a:custGeom>
              <a:avLst/>
              <a:gdLst/>
              <a:ahLst/>
              <a:cxnLst/>
              <a:rect l="l" t="t" r="r" b="b"/>
              <a:pathLst>
                <a:path w="2233" h="3162" extrusionOk="0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20"/>
            <p:cNvSpPr/>
            <p:nvPr/>
          </p:nvSpPr>
          <p:spPr>
            <a:xfrm>
              <a:off x="-1268200" y="3098100"/>
              <a:ext cx="50400" cy="39550"/>
            </a:xfrm>
            <a:custGeom>
              <a:avLst/>
              <a:gdLst/>
              <a:ahLst/>
              <a:cxnLst/>
              <a:rect l="l" t="t" r="r" b="b"/>
              <a:pathLst>
                <a:path w="2016" h="1582" extrusionOk="0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20"/>
            <p:cNvSpPr/>
            <p:nvPr/>
          </p:nvSpPr>
          <p:spPr>
            <a:xfrm>
              <a:off x="-1265225" y="3218100"/>
              <a:ext cx="72600" cy="76075"/>
            </a:xfrm>
            <a:custGeom>
              <a:avLst/>
              <a:gdLst/>
              <a:ahLst/>
              <a:cxnLst/>
              <a:rect l="l" t="t" r="r" b="b"/>
              <a:pathLst>
                <a:path w="2904" h="3043" extrusionOk="0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20"/>
            <p:cNvSpPr/>
            <p:nvPr/>
          </p:nvSpPr>
          <p:spPr>
            <a:xfrm>
              <a:off x="-1000075" y="3266000"/>
              <a:ext cx="252375" cy="325450"/>
            </a:xfrm>
            <a:custGeom>
              <a:avLst/>
              <a:gdLst/>
              <a:ahLst/>
              <a:cxnLst/>
              <a:rect l="l" t="t" r="r" b="b"/>
              <a:pathLst>
                <a:path w="10095" h="13018" extrusionOk="0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20"/>
            <p:cNvSpPr/>
            <p:nvPr/>
          </p:nvSpPr>
          <p:spPr>
            <a:xfrm>
              <a:off x="-1423750" y="3975100"/>
              <a:ext cx="253850" cy="137300"/>
            </a:xfrm>
            <a:custGeom>
              <a:avLst/>
              <a:gdLst/>
              <a:ahLst/>
              <a:cxnLst/>
              <a:rect l="l" t="t" r="r" b="b"/>
              <a:pathLst>
                <a:path w="10154" h="5492" extrusionOk="0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20"/>
            <p:cNvSpPr/>
            <p:nvPr/>
          </p:nvSpPr>
          <p:spPr>
            <a:xfrm>
              <a:off x="-1731375" y="3345000"/>
              <a:ext cx="124950" cy="251375"/>
            </a:xfrm>
            <a:custGeom>
              <a:avLst/>
              <a:gdLst/>
              <a:ahLst/>
              <a:cxnLst/>
              <a:rect l="l" t="t" r="r" b="b"/>
              <a:pathLst>
                <a:path w="4998" h="10055" extrusionOk="0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20"/>
            <p:cNvSpPr/>
            <p:nvPr/>
          </p:nvSpPr>
          <p:spPr>
            <a:xfrm>
              <a:off x="-1187225" y="3148475"/>
              <a:ext cx="262250" cy="196550"/>
            </a:xfrm>
            <a:custGeom>
              <a:avLst/>
              <a:gdLst/>
              <a:ahLst/>
              <a:cxnLst/>
              <a:rect l="l" t="t" r="r" b="b"/>
              <a:pathLst>
                <a:path w="10490" h="7862" extrusionOk="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20"/>
            <p:cNvSpPr/>
            <p:nvPr/>
          </p:nvSpPr>
          <p:spPr>
            <a:xfrm>
              <a:off x="-1768900" y="3553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20"/>
            <p:cNvSpPr/>
            <p:nvPr/>
          </p:nvSpPr>
          <p:spPr>
            <a:xfrm>
              <a:off x="-1768425" y="3550925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20"/>
            <p:cNvSpPr/>
            <p:nvPr/>
          </p:nvSpPr>
          <p:spPr>
            <a:xfrm>
              <a:off x="-1782750" y="3483275"/>
              <a:ext cx="58800" cy="75075"/>
            </a:xfrm>
            <a:custGeom>
              <a:avLst/>
              <a:gdLst/>
              <a:ahLst/>
              <a:cxnLst/>
              <a:rect l="l" t="t" r="r" b="b"/>
              <a:pathLst>
                <a:path w="2352" h="3003" extrusionOk="0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20"/>
            <p:cNvSpPr/>
            <p:nvPr/>
          </p:nvSpPr>
          <p:spPr>
            <a:xfrm>
              <a:off x="-1768900" y="355092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20"/>
            <p:cNvSpPr/>
            <p:nvPr/>
          </p:nvSpPr>
          <p:spPr>
            <a:xfrm>
              <a:off x="-1769400" y="35069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20"/>
            <p:cNvSpPr/>
            <p:nvPr/>
          </p:nvSpPr>
          <p:spPr>
            <a:xfrm>
              <a:off x="-1780750" y="354302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20"/>
            <p:cNvSpPr/>
            <p:nvPr/>
          </p:nvSpPr>
          <p:spPr>
            <a:xfrm>
              <a:off x="-1780275" y="3412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20"/>
            <p:cNvSpPr/>
            <p:nvPr/>
          </p:nvSpPr>
          <p:spPr>
            <a:xfrm>
              <a:off x="-1780750" y="3410675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20"/>
            <p:cNvSpPr/>
            <p:nvPr/>
          </p:nvSpPr>
          <p:spPr>
            <a:xfrm>
              <a:off x="-1791625" y="3408700"/>
              <a:ext cx="19275" cy="5475"/>
            </a:xfrm>
            <a:custGeom>
              <a:avLst/>
              <a:gdLst/>
              <a:ahLst/>
              <a:cxnLst/>
              <a:rect l="l" t="t" r="r" b="b"/>
              <a:pathLst>
                <a:path w="771" h="219" extrusionOk="0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20"/>
            <p:cNvSpPr/>
            <p:nvPr/>
          </p:nvSpPr>
          <p:spPr>
            <a:xfrm>
              <a:off x="-1774825" y="3409200"/>
              <a:ext cx="2975" cy="1025"/>
            </a:xfrm>
            <a:custGeom>
              <a:avLst/>
              <a:gdLst/>
              <a:ahLst/>
              <a:cxnLst/>
              <a:rect l="l" t="t" r="r" b="b"/>
              <a:pathLst>
                <a:path w="119" h="41" extrusionOk="0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20"/>
            <p:cNvSpPr/>
            <p:nvPr/>
          </p:nvSpPr>
          <p:spPr>
            <a:xfrm>
              <a:off x="-1777300" y="3408225"/>
              <a:ext cx="2500" cy="1000"/>
            </a:xfrm>
            <a:custGeom>
              <a:avLst/>
              <a:gdLst/>
              <a:ahLst/>
              <a:cxnLst/>
              <a:rect l="l" t="t" r="r" b="b"/>
              <a:pathLst>
                <a:path w="100" h="40" extrusionOk="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20"/>
            <p:cNvSpPr/>
            <p:nvPr/>
          </p:nvSpPr>
          <p:spPr>
            <a:xfrm>
              <a:off x="-1798550" y="339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20"/>
            <p:cNvSpPr/>
            <p:nvPr/>
          </p:nvSpPr>
          <p:spPr>
            <a:xfrm>
              <a:off x="-1800025" y="3362775"/>
              <a:ext cx="39525" cy="47925"/>
            </a:xfrm>
            <a:custGeom>
              <a:avLst/>
              <a:gdLst/>
              <a:ahLst/>
              <a:cxnLst/>
              <a:rect l="l" t="t" r="r" b="b"/>
              <a:pathLst>
                <a:path w="1581" h="1917" extrusionOk="0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20"/>
            <p:cNvSpPr/>
            <p:nvPr/>
          </p:nvSpPr>
          <p:spPr>
            <a:xfrm>
              <a:off x="-1781250" y="3410200"/>
              <a:ext cx="500" cy="500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20"/>
            <p:cNvSpPr/>
            <p:nvPr/>
          </p:nvSpPr>
          <p:spPr>
            <a:xfrm>
              <a:off x="-1798050" y="33781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20"/>
            <p:cNvSpPr/>
            <p:nvPr/>
          </p:nvSpPr>
          <p:spPr>
            <a:xfrm>
              <a:off x="-1795075" y="340722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20"/>
            <p:cNvSpPr/>
            <p:nvPr/>
          </p:nvSpPr>
          <p:spPr>
            <a:xfrm>
              <a:off x="-1709150" y="3594375"/>
              <a:ext cx="52850" cy="55325"/>
            </a:xfrm>
            <a:custGeom>
              <a:avLst/>
              <a:gdLst/>
              <a:ahLst/>
              <a:cxnLst/>
              <a:rect l="l" t="t" r="r" b="b"/>
              <a:pathLst>
                <a:path w="2114" h="2213" extrusionOk="0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20"/>
            <p:cNvSpPr/>
            <p:nvPr/>
          </p:nvSpPr>
          <p:spPr>
            <a:xfrm>
              <a:off x="-1692875" y="36413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20"/>
            <p:cNvSpPr/>
            <p:nvPr/>
          </p:nvSpPr>
          <p:spPr>
            <a:xfrm>
              <a:off x="-1600025" y="35613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20"/>
            <p:cNvSpPr/>
            <p:nvPr/>
          </p:nvSpPr>
          <p:spPr>
            <a:xfrm>
              <a:off x="-1600525" y="35593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20"/>
            <p:cNvSpPr/>
            <p:nvPr/>
          </p:nvSpPr>
          <p:spPr>
            <a:xfrm>
              <a:off x="-1619775" y="3485250"/>
              <a:ext cx="41500" cy="78050"/>
            </a:xfrm>
            <a:custGeom>
              <a:avLst/>
              <a:gdLst/>
              <a:ahLst/>
              <a:cxnLst/>
              <a:rect l="l" t="t" r="r" b="b"/>
              <a:pathLst>
                <a:path w="1660" h="3122" extrusionOk="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20"/>
            <p:cNvSpPr/>
            <p:nvPr/>
          </p:nvSpPr>
          <p:spPr>
            <a:xfrm>
              <a:off x="-1600525" y="355932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20"/>
            <p:cNvSpPr/>
            <p:nvPr/>
          </p:nvSpPr>
          <p:spPr>
            <a:xfrm>
              <a:off x="-1617800" y="3517850"/>
              <a:ext cx="1000" cy="25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20"/>
            <p:cNvSpPr/>
            <p:nvPr/>
          </p:nvSpPr>
          <p:spPr>
            <a:xfrm>
              <a:off x="-1614850" y="35568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20"/>
            <p:cNvSpPr/>
            <p:nvPr/>
          </p:nvSpPr>
          <p:spPr>
            <a:xfrm>
              <a:off x="-1530900" y="3470425"/>
              <a:ext cx="42000" cy="38550"/>
            </a:xfrm>
            <a:custGeom>
              <a:avLst/>
              <a:gdLst/>
              <a:ahLst/>
              <a:cxnLst/>
              <a:rect l="l" t="t" r="r" b="b"/>
              <a:pathLst>
                <a:path w="1680" h="1542" extrusionOk="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20"/>
            <p:cNvSpPr/>
            <p:nvPr/>
          </p:nvSpPr>
          <p:spPr>
            <a:xfrm>
              <a:off x="-1500775" y="35055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20"/>
            <p:cNvSpPr/>
            <p:nvPr/>
          </p:nvSpPr>
          <p:spPr>
            <a:xfrm>
              <a:off x="-1570900" y="3408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20"/>
            <p:cNvSpPr/>
            <p:nvPr/>
          </p:nvSpPr>
          <p:spPr>
            <a:xfrm>
              <a:off x="-1572875" y="3408225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20"/>
            <p:cNvSpPr/>
            <p:nvPr/>
          </p:nvSpPr>
          <p:spPr>
            <a:xfrm>
              <a:off x="-1629175" y="3384025"/>
              <a:ext cx="61750" cy="41500"/>
            </a:xfrm>
            <a:custGeom>
              <a:avLst/>
              <a:gdLst/>
              <a:ahLst/>
              <a:cxnLst/>
              <a:rect l="l" t="t" r="r" b="b"/>
              <a:pathLst>
                <a:path w="2470" h="1660" extrusionOk="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20"/>
            <p:cNvSpPr/>
            <p:nvPr/>
          </p:nvSpPr>
          <p:spPr>
            <a:xfrm>
              <a:off x="-1572875" y="3408225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20"/>
            <p:cNvSpPr/>
            <p:nvPr/>
          </p:nvSpPr>
          <p:spPr>
            <a:xfrm>
              <a:off x="-1607925" y="342155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20"/>
            <p:cNvSpPr/>
            <p:nvPr/>
          </p:nvSpPr>
          <p:spPr>
            <a:xfrm>
              <a:off x="-1578300" y="342205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20"/>
            <p:cNvSpPr/>
            <p:nvPr/>
          </p:nvSpPr>
          <p:spPr>
            <a:xfrm>
              <a:off x="-1684975" y="3350450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20"/>
            <p:cNvSpPr/>
            <p:nvPr/>
          </p:nvSpPr>
          <p:spPr>
            <a:xfrm>
              <a:off x="-1685450" y="334847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20"/>
            <p:cNvSpPr/>
            <p:nvPr/>
          </p:nvSpPr>
          <p:spPr>
            <a:xfrm>
              <a:off x="-1696325" y="3346500"/>
              <a:ext cx="18800" cy="6925"/>
            </a:xfrm>
            <a:custGeom>
              <a:avLst/>
              <a:gdLst/>
              <a:ahLst/>
              <a:cxnLst/>
              <a:rect l="l" t="t" r="r" b="b"/>
              <a:pathLst>
                <a:path w="752" h="277" extrusionOk="0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20"/>
            <p:cNvSpPr/>
            <p:nvPr/>
          </p:nvSpPr>
          <p:spPr>
            <a:xfrm>
              <a:off x="-1679050" y="3346000"/>
              <a:ext cx="3000" cy="1500"/>
            </a:xfrm>
            <a:custGeom>
              <a:avLst/>
              <a:gdLst/>
              <a:ahLst/>
              <a:cxnLst/>
              <a:rect l="l" t="t" r="r" b="b"/>
              <a:pathLst>
                <a:path w="120" h="60" extrusionOk="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20"/>
            <p:cNvSpPr/>
            <p:nvPr/>
          </p:nvSpPr>
          <p:spPr>
            <a:xfrm>
              <a:off x="-1681025" y="3345500"/>
              <a:ext cx="2000" cy="1025"/>
            </a:xfrm>
            <a:custGeom>
              <a:avLst/>
              <a:gdLst/>
              <a:ahLst/>
              <a:cxnLst/>
              <a:rect l="l" t="t" r="r" b="b"/>
              <a:pathLst>
                <a:path w="80" h="41" extrusionOk="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20"/>
            <p:cNvSpPr/>
            <p:nvPr/>
          </p:nvSpPr>
          <p:spPr>
            <a:xfrm>
              <a:off x="-1702750" y="3291175"/>
              <a:ext cx="39525" cy="57325"/>
            </a:xfrm>
            <a:custGeom>
              <a:avLst/>
              <a:gdLst/>
              <a:ahLst/>
              <a:cxnLst/>
              <a:rect l="l" t="t" r="r" b="b"/>
              <a:pathLst>
                <a:path w="1581" h="2293" extrusionOk="0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20"/>
            <p:cNvSpPr/>
            <p:nvPr/>
          </p:nvSpPr>
          <p:spPr>
            <a:xfrm>
              <a:off x="-1685450" y="334847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20"/>
            <p:cNvSpPr/>
            <p:nvPr/>
          </p:nvSpPr>
          <p:spPr>
            <a:xfrm>
              <a:off x="-1699275" y="3344525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20"/>
            <p:cNvSpPr/>
            <p:nvPr/>
          </p:nvSpPr>
          <p:spPr>
            <a:xfrm>
              <a:off x="-1610900" y="331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20"/>
            <p:cNvSpPr/>
            <p:nvPr/>
          </p:nvSpPr>
          <p:spPr>
            <a:xfrm>
              <a:off x="-1608925" y="33139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20"/>
            <p:cNvSpPr/>
            <p:nvPr/>
          </p:nvSpPr>
          <p:spPr>
            <a:xfrm>
              <a:off x="-1607450" y="3317850"/>
              <a:ext cx="1525" cy="5450"/>
            </a:xfrm>
            <a:custGeom>
              <a:avLst/>
              <a:gdLst/>
              <a:ahLst/>
              <a:cxnLst/>
              <a:rect l="l" t="t" r="r" b="b"/>
              <a:pathLst>
                <a:path w="61" h="218" extrusionOk="0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20"/>
            <p:cNvSpPr/>
            <p:nvPr/>
          </p:nvSpPr>
          <p:spPr>
            <a:xfrm>
              <a:off x="-1602000" y="3297600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20"/>
            <p:cNvSpPr/>
            <p:nvPr/>
          </p:nvSpPr>
          <p:spPr>
            <a:xfrm>
              <a:off x="-1612375" y="3293150"/>
              <a:ext cx="39525" cy="35600"/>
            </a:xfrm>
            <a:custGeom>
              <a:avLst/>
              <a:gdLst/>
              <a:ahLst/>
              <a:cxnLst/>
              <a:rect l="l" t="t" r="r" b="b"/>
              <a:pathLst>
                <a:path w="1581" h="1424" extrusionOk="0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20"/>
            <p:cNvSpPr/>
            <p:nvPr/>
          </p:nvSpPr>
          <p:spPr>
            <a:xfrm>
              <a:off x="-1608925" y="33139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20"/>
            <p:cNvSpPr/>
            <p:nvPr/>
          </p:nvSpPr>
          <p:spPr>
            <a:xfrm>
              <a:off x="-1607450" y="32995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20"/>
            <p:cNvSpPr/>
            <p:nvPr/>
          </p:nvSpPr>
          <p:spPr>
            <a:xfrm>
              <a:off x="-1360550" y="3908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20"/>
            <p:cNvSpPr/>
            <p:nvPr/>
          </p:nvSpPr>
          <p:spPr>
            <a:xfrm>
              <a:off x="-1362025" y="39069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20"/>
            <p:cNvSpPr/>
            <p:nvPr/>
          </p:nvSpPr>
          <p:spPr>
            <a:xfrm>
              <a:off x="-1371900" y="3904975"/>
              <a:ext cx="19275" cy="6950"/>
            </a:xfrm>
            <a:custGeom>
              <a:avLst/>
              <a:gdLst/>
              <a:ahLst/>
              <a:cxnLst/>
              <a:rect l="l" t="t" r="r" b="b"/>
              <a:pathLst>
                <a:path w="771" h="278" extrusionOk="0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20"/>
            <p:cNvSpPr/>
            <p:nvPr/>
          </p:nvSpPr>
          <p:spPr>
            <a:xfrm>
              <a:off x="-1388675" y="3898575"/>
              <a:ext cx="500" cy="500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20"/>
            <p:cNvSpPr/>
            <p:nvPr/>
          </p:nvSpPr>
          <p:spPr>
            <a:xfrm>
              <a:off x="-1360050" y="3902525"/>
              <a:ext cx="2500" cy="500"/>
            </a:xfrm>
            <a:custGeom>
              <a:avLst/>
              <a:gdLst/>
              <a:ahLst/>
              <a:cxnLst/>
              <a:rect l="l" t="t" r="r" b="b"/>
              <a:pathLst>
                <a:path w="100" h="20" extrusionOk="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20"/>
            <p:cNvSpPr/>
            <p:nvPr/>
          </p:nvSpPr>
          <p:spPr>
            <a:xfrm>
              <a:off x="-1356600" y="3901525"/>
              <a:ext cx="2000" cy="525"/>
            </a:xfrm>
            <a:custGeom>
              <a:avLst/>
              <a:gdLst/>
              <a:ahLst/>
              <a:cxnLst/>
              <a:rect l="l" t="t" r="r" b="b"/>
              <a:pathLst>
                <a:path w="80" h="21" extrusionOk="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20"/>
            <p:cNvSpPr/>
            <p:nvPr/>
          </p:nvSpPr>
          <p:spPr>
            <a:xfrm>
              <a:off x="-1395600" y="3860050"/>
              <a:ext cx="43975" cy="52850"/>
            </a:xfrm>
            <a:custGeom>
              <a:avLst/>
              <a:gdLst/>
              <a:ahLst/>
              <a:cxnLst/>
              <a:rect l="l" t="t" r="r" b="b"/>
              <a:pathLst>
                <a:path w="1759" h="2114" extrusionOk="0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20"/>
            <p:cNvSpPr/>
            <p:nvPr/>
          </p:nvSpPr>
          <p:spPr>
            <a:xfrm>
              <a:off x="-1362025" y="39069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20"/>
            <p:cNvSpPr/>
            <p:nvPr/>
          </p:nvSpPr>
          <p:spPr>
            <a:xfrm>
              <a:off x="-1375850" y="391190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20"/>
            <p:cNvSpPr/>
            <p:nvPr/>
          </p:nvSpPr>
          <p:spPr>
            <a:xfrm>
              <a:off x="-1318575" y="4000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20"/>
            <p:cNvSpPr/>
            <p:nvPr/>
          </p:nvSpPr>
          <p:spPr>
            <a:xfrm>
              <a:off x="-1317575" y="399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20"/>
            <p:cNvSpPr/>
            <p:nvPr/>
          </p:nvSpPr>
          <p:spPr>
            <a:xfrm>
              <a:off x="-1323500" y="3961275"/>
              <a:ext cx="57300" cy="48900"/>
            </a:xfrm>
            <a:custGeom>
              <a:avLst/>
              <a:gdLst/>
              <a:ahLst/>
              <a:cxnLst/>
              <a:rect l="l" t="t" r="r" b="b"/>
              <a:pathLst>
                <a:path w="2292" h="1956" extrusionOk="0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20"/>
            <p:cNvSpPr/>
            <p:nvPr/>
          </p:nvSpPr>
          <p:spPr>
            <a:xfrm>
              <a:off x="-1317575" y="39993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20"/>
            <p:cNvSpPr/>
            <p:nvPr/>
          </p:nvSpPr>
          <p:spPr>
            <a:xfrm>
              <a:off x="-1297825" y="3967200"/>
              <a:ext cx="25" cy="1025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20"/>
            <p:cNvSpPr/>
            <p:nvPr/>
          </p:nvSpPr>
          <p:spPr>
            <a:xfrm>
              <a:off x="-1322525" y="3985975"/>
              <a:ext cx="25" cy="50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20"/>
            <p:cNvSpPr/>
            <p:nvPr/>
          </p:nvSpPr>
          <p:spPr>
            <a:xfrm>
              <a:off x="-1189200" y="398350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20"/>
            <p:cNvSpPr/>
            <p:nvPr/>
          </p:nvSpPr>
          <p:spPr>
            <a:xfrm>
              <a:off x="-1161050" y="3983000"/>
              <a:ext cx="1025" cy="2500"/>
            </a:xfrm>
            <a:custGeom>
              <a:avLst/>
              <a:gdLst/>
              <a:ahLst/>
              <a:cxnLst/>
              <a:rect l="l" t="t" r="r" b="b"/>
              <a:pathLst>
                <a:path w="41" h="100" extrusionOk="0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20"/>
            <p:cNvSpPr/>
            <p:nvPr/>
          </p:nvSpPr>
          <p:spPr>
            <a:xfrm>
              <a:off x="-1146725" y="3974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20"/>
            <p:cNvSpPr/>
            <p:nvPr/>
          </p:nvSpPr>
          <p:spPr>
            <a:xfrm>
              <a:off x="-1145250" y="39637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20"/>
            <p:cNvSpPr/>
            <p:nvPr/>
          </p:nvSpPr>
          <p:spPr>
            <a:xfrm>
              <a:off x="-1144750" y="3964250"/>
              <a:ext cx="4475" cy="5450"/>
            </a:xfrm>
            <a:custGeom>
              <a:avLst/>
              <a:gdLst/>
              <a:ahLst/>
              <a:cxnLst/>
              <a:rect l="l" t="t" r="r" b="b"/>
              <a:pathLst>
                <a:path w="179" h="218" extrusionOk="0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20"/>
            <p:cNvSpPr/>
            <p:nvPr/>
          </p:nvSpPr>
          <p:spPr>
            <a:xfrm>
              <a:off x="-1198075" y="3951400"/>
              <a:ext cx="54350" cy="41500"/>
            </a:xfrm>
            <a:custGeom>
              <a:avLst/>
              <a:gdLst/>
              <a:ahLst/>
              <a:cxnLst/>
              <a:rect l="l" t="t" r="r" b="b"/>
              <a:pathLst>
                <a:path w="2174" h="1660" extrusionOk="0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20"/>
            <p:cNvSpPr/>
            <p:nvPr/>
          </p:nvSpPr>
          <p:spPr>
            <a:xfrm>
              <a:off x="-1158575" y="3982025"/>
              <a:ext cx="525" cy="1000"/>
            </a:xfrm>
            <a:custGeom>
              <a:avLst/>
              <a:gdLst/>
              <a:ahLst/>
              <a:cxnLst/>
              <a:rect l="l" t="t" r="r" b="b"/>
              <a:pathLst>
                <a:path w="21" h="40" extrusionOk="0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20"/>
            <p:cNvSpPr/>
            <p:nvPr/>
          </p:nvSpPr>
          <p:spPr>
            <a:xfrm>
              <a:off x="-1159550" y="4098050"/>
              <a:ext cx="500" cy="525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20"/>
            <p:cNvSpPr/>
            <p:nvPr/>
          </p:nvSpPr>
          <p:spPr>
            <a:xfrm>
              <a:off x="-1161050" y="4097075"/>
              <a:ext cx="2500" cy="1000"/>
            </a:xfrm>
            <a:custGeom>
              <a:avLst/>
              <a:gdLst/>
              <a:ahLst/>
              <a:cxnLst/>
              <a:rect l="l" t="t" r="r" b="b"/>
              <a:pathLst>
                <a:path w="100" h="40" extrusionOk="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20"/>
            <p:cNvSpPr/>
            <p:nvPr/>
          </p:nvSpPr>
          <p:spPr>
            <a:xfrm>
              <a:off x="-1159075" y="4096575"/>
              <a:ext cx="1025" cy="525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20"/>
            <p:cNvSpPr/>
            <p:nvPr/>
          </p:nvSpPr>
          <p:spPr>
            <a:xfrm>
              <a:off x="-1164000" y="4095600"/>
              <a:ext cx="6450" cy="3475"/>
            </a:xfrm>
            <a:custGeom>
              <a:avLst/>
              <a:gdLst/>
              <a:ahLst/>
              <a:cxnLst/>
              <a:rect l="l" t="t" r="r" b="b"/>
              <a:pathLst>
                <a:path w="258" h="139" extrusionOk="0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20"/>
            <p:cNvSpPr/>
            <p:nvPr/>
          </p:nvSpPr>
          <p:spPr>
            <a:xfrm>
              <a:off x="-1174375" y="4056575"/>
              <a:ext cx="31625" cy="40025"/>
            </a:xfrm>
            <a:custGeom>
              <a:avLst/>
              <a:gdLst/>
              <a:ahLst/>
              <a:cxnLst/>
              <a:rect l="l" t="t" r="r" b="b"/>
              <a:pathLst>
                <a:path w="1265" h="1601" extrusionOk="0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20"/>
            <p:cNvSpPr/>
            <p:nvPr/>
          </p:nvSpPr>
          <p:spPr>
            <a:xfrm>
              <a:off x="-1164000" y="40956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20"/>
            <p:cNvSpPr/>
            <p:nvPr/>
          </p:nvSpPr>
          <p:spPr>
            <a:xfrm>
              <a:off x="-1395600" y="410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20"/>
            <p:cNvSpPr/>
            <p:nvPr/>
          </p:nvSpPr>
          <p:spPr>
            <a:xfrm>
              <a:off x="-1397075" y="4099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20"/>
            <p:cNvSpPr/>
            <p:nvPr/>
          </p:nvSpPr>
          <p:spPr>
            <a:xfrm>
              <a:off x="-1435600" y="4052125"/>
              <a:ext cx="48425" cy="55350"/>
            </a:xfrm>
            <a:custGeom>
              <a:avLst/>
              <a:gdLst/>
              <a:ahLst/>
              <a:cxnLst/>
              <a:rect l="l" t="t" r="r" b="b"/>
              <a:pathLst>
                <a:path w="1937" h="2214" extrusionOk="0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20"/>
            <p:cNvSpPr/>
            <p:nvPr/>
          </p:nvSpPr>
          <p:spPr>
            <a:xfrm>
              <a:off x="-1397075" y="4099050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20"/>
            <p:cNvSpPr/>
            <p:nvPr/>
          </p:nvSpPr>
          <p:spPr>
            <a:xfrm>
              <a:off x="-1430175" y="4082250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20"/>
            <p:cNvSpPr/>
            <p:nvPr/>
          </p:nvSpPr>
          <p:spPr>
            <a:xfrm>
              <a:off x="-1409425" y="4106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20"/>
            <p:cNvSpPr/>
            <p:nvPr/>
          </p:nvSpPr>
          <p:spPr>
            <a:xfrm>
              <a:off x="-1243500" y="4136575"/>
              <a:ext cx="500" cy="25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20"/>
            <p:cNvSpPr/>
            <p:nvPr/>
          </p:nvSpPr>
          <p:spPr>
            <a:xfrm>
              <a:off x="-1245000" y="4137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20"/>
            <p:cNvSpPr/>
            <p:nvPr/>
          </p:nvSpPr>
          <p:spPr>
            <a:xfrm>
              <a:off x="-1295850" y="4123725"/>
              <a:ext cx="53850" cy="43975"/>
            </a:xfrm>
            <a:custGeom>
              <a:avLst/>
              <a:gdLst/>
              <a:ahLst/>
              <a:cxnLst/>
              <a:rect l="l" t="t" r="r" b="b"/>
              <a:pathLst>
                <a:path w="2154" h="1759" extrusionOk="0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20"/>
            <p:cNvSpPr/>
            <p:nvPr/>
          </p:nvSpPr>
          <p:spPr>
            <a:xfrm>
              <a:off x="-1245000" y="4137075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20"/>
            <p:cNvSpPr/>
            <p:nvPr/>
          </p:nvSpPr>
          <p:spPr>
            <a:xfrm>
              <a:off x="-1267700" y="4162250"/>
              <a:ext cx="25" cy="52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20"/>
            <p:cNvSpPr/>
            <p:nvPr/>
          </p:nvSpPr>
          <p:spPr>
            <a:xfrm>
              <a:off x="-1246475" y="4151400"/>
              <a:ext cx="525" cy="500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20"/>
            <p:cNvSpPr/>
            <p:nvPr/>
          </p:nvSpPr>
          <p:spPr>
            <a:xfrm>
              <a:off x="-1245000" y="4279275"/>
              <a:ext cx="525" cy="25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20"/>
            <p:cNvSpPr/>
            <p:nvPr/>
          </p:nvSpPr>
          <p:spPr>
            <a:xfrm>
              <a:off x="-1226225" y="4308925"/>
              <a:ext cx="525" cy="0"/>
            </a:xfrm>
            <a:custGeom>
              <a:avLst/>
              <a:gdLst/>
              <a:ahLst/>
              <a:cxnLst/>
              <a:rect l="l" t="t" r="r" b="b"/>
              <a:pathLst>
                <a:path w="21" extrusionOk="0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13" name="Google Shape;5413;p20"/>
          <p:cNvGrpSpPr/>
          <p:nvPr/>
        </p:nvGrpSpPr>
        <p:grpSpPr>
          <a:xfrm>
            <a:off x="8430775" y="1189730"/>
            <a:ext cx="679382" cy="871990"/>
            <a:chOff x="8619938" y="2813305"/>
            <a:chExt cx="679382" cy="871990"/>
          </a:xfrm>
        </p:grpSpPr>
        <p:sp>
          <p:nvSpPr>
            <p:cNvPr id="5414" name="Google Shape;5414;p20"/>
            <p:cNvSpPr/>
            <p:nvPr/>
          </p:nvSpPr>
          <p:spPr>
            <a:xfrm>
              <a:off x="8654027" y="2917184"/>
              <a:ext cx="605870" cy="583106"/>
            </a:xfrm>
            <a:custGeom>
              <a:avLst/>
              <a:gdLst/>
              <a:ahLst/>
              <a:cxnLst/>
              <a:rect l="l" t="t" r="r" b="b"/>
              <a:pathLst>
                <a:path w="15783" h="15190" extrusionOk="0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20"/>
            <p:cNvSpPr/>
            <p:nvPr/>
          </p:nvSpPr>
          <p:spPr>
            <a:xfrm>
              <a:off x="8769307" y="2982368"/>
              <a:ext cx="231285" cy="211592"/>
            </a:xfrm>
            <a:custGeom>
              <a:avLst/>
              <a:gdLst/>
              <a:ahLst/>
              <a:cxnLst/>
              <a:rect l="l" t="t" r="r" b="b"/>
              <a:pathLst>
                <a:path w="6025" h="5512" extrusionOk="0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20"/>
            <p:cNvSpPr/>
            <p:nvPr/>
          </p:nvSpPr>
          <p:spPr>
            <a:xfrm>
              <a:off x="8780670" y="2993001"/>
              <a:ext cx="210056" cy="191861"/>
            </a:xfrm>
            <a:custGeom>
              <a:avLst/>
              <a:gdLst/>
              <a:ahLst/>
              <a:cxnLst/>
              <a:rect l="l" t="t" r="r" b="b"/>
              <a:pathLst>
                <a:path w="5472" h="4998" extrusionOk="0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20"/>
            <p:cNvSpPr/>
            <p:nvPr/>
          </p:nvSpPr>
          <p:spPr>
            <a:xfrm>
              <a:off x="8860288" y="3005132"/>
              <a:ext cx="88752" cy="70556"/>
            </a:xfrm>
            <a:custGeom>
              <a:avLst/>
              <a:gdLst/>
              <a:ahLst/>
              <a:cxnLst/>
              <a:rect l="l" t="t" r="r" b="b"/>
              <a:pathLst>
                <a:path w="2312" h="1838" extrusionOk="0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20"/>
            <p:cNvSpPr/>
            <p:nvPr/>
          </p:nvSpPr>
          <p:spPr>
            <a:xfrm>
              <a:off x="8905778" y="3039260"/>
              <a:ext cx="77389" cy="70556"/>
            </a:xfrm>
            <a:custGeom>
              <a:avLst/>
              <a:gdLst/>
              <a:ahLst/>
              <a:cxnLst/>
              <a:rect l="l" t="t" r="r" b="b"/>
              <a:pathLst>
                <a:path w="2016" h="1838" extrusionOk="0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20"/>
            <p:cNvSpPr/>
            <p:nvPr/>
          </p:nvSpPr>
          <p:spPr>
            <a:xfrm>
              <a:off x="8895913" y="3102946"/>
              <a:ext cx="75854" cy="69788"/>
            </a:xfrm>
            <a:custGeom>
              <a:avLst/>
              <a:gdLst/>
              <a:ahLst/>
              <a:cxnLst/>
              <a:rect l="l" t="t" r="r" b="b"/>
              <a:pathLst>
                <a:path w="1976" h="1818" extrusionOk="0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20"/>
            <p:cNvSpPr/>
            <p:nvPr/>
          </p:nvSpPr>
          <p:spPr>
            <a:xfrm>
              <a:off x="8813262" y="3102946"/>
              <a:ext cx="84990" cy="74318"/>
            </a:xfrm>
            <a:custGeom>
              <a:avLst/>
              <a:gdLst/>
              <a:ahLst/>
              <a:cxnLst/>
              <a:rect l="l" t="t" r="r" b="b"/>
              <a:pathLst>
                <a:path w="2214" h="1936" extrusionOk="0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20"/>
            <p:cNvSpPr/>
            <p:nvPr/>
          </p:nvSpPr>
          <p:spPr>
            <a:xfrm>
              <a:off x="8792801" y="3018760"/>
              <a:ext cx="78886" cy="110748"/>
            </a:xfrm>
            <a:custGeom>
              <a:avLst/>
              <a:gdLst/>
              <a:ahLst/>
              <a:cxnLst/>
              <a:rect l="l" t="t" r="r" b="b"/>
              <a:pathLst>
                <a:path w="2055" h="2885" extrusionOk="0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20"/>
            <p:cNvSpPr/>
            <p:nvPr/>
          </p:nvSpPr>
          <p:spPr>
            <a:xfrm>
              <a:off x="8789768" y="3244715"/>
              <a:ext cx="233588" cy="232091"/>
            </a:xfrm>
            <a:custGeom>
              <a:avLst/>
              <a:gdLst/>
              <a:ahLst/>
              <a:cxnLst/>
              <a:rect l="l" t="t" r="r" b="b"/>
              <a:pathLst>
                <a:path w="6085" h="6046" extrusionOk="0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20"/>
            <p:cNvSpPr/>
            <p:nvPr/>
          </p:nvSpPr>
          <p:spPr>
            <a:xfrm>
              <a:off x="8801899" y="3254581"/>
              <a:ext cx="213089" cy="212360"/>
            </a:xfrm>
            <a:custGeom>
              <a:avLst/>
              <a:gdLst/>
              <a:ahLst/>
              <a:cxnLst/>
              <a:rect l="l" t="t" r="r" b="b"/>
              <a:pathLst>
                <a:path w="5551" h="5532" extrusionOk="0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20"/>
            <p:cNvSpPr/>
            <p:nvPr/>
          </p:nvSpPr>
          <p:spPr>
            <a:xfrm>
              <a:off x="8817063" y="3262950"/>
              <a:ext cx="90287" cy="84952"/>
            </a:xfrm>
            <a:custGeom>
              <a:avLst/>
              <a:gdLst/>
              <a:ahLst/>
              <a:cxnLst/>
              <a:rect l="l" t="t" r="r" b="b"/>
              <a:pathLst>
                <a:path w="2352" h="2213" extrusionOk="0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20"/>
            <p:cNvSpPr/>
            <p:nvPr/>
          </p:nvSpPr>
          <p:spPr>
            <a:xfrm>
              <a:off x="8811765" y="3342529"/>
              <a:ext cx="80422" cy="98617"/>
            </a:xfrm>
            <a:custGeom>
              <a:avLst/>
              <a:gdLst/>
              <a:ahLst/>
              <a:cxnLst/>
              <a:rect l="l" t="t" r="r" b="b"/>
              <a:pathLst>
                <a:path w="2095" h="2569" extrusionOk="0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20"/>
            <p:cNvSpPr/>
            <p:nvPr/>
          </p:nvSpPr>
          <p:spPr>
            <a:xfrm>
              <a:off x="8865586" y="3374391"/>
              <a:ext cx="97082" cy="80422"/>
            </a:xfrm>
            <a:custGeom>
              <a:avLst/>
              <a:gdLst/>
              <a:ahLst/>
              <a:cxnLst/>
              <a:rect l="l" t="t" r="r" b="b"/>
              <a:pathLst>
                <a:path w="2529" h="2095" extrusionOk="0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20"/>
            <p:cNvSpPr/>
            <p:nvPr/>
          </p:nvSpPr>
          <p:spPr>
            <a:xfrm>
              <a:off x="8913379" y="3264447"/>
              <a:ext cx="79654" cy="75086"/>
            </a:xfrm>
            <a:custGeom>
              <a:avLst/>
              <a:gdLst/>
              <a:ahLst/>
              <a:cxnLst/>
              <a:rect l="l" t="t" r="r" b="b"/>
              <a:pathLst>
                <a:path w="2075" h="1956" extrusionOk="0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20"/>
            <p:cNvSpPr/>
            <p:nvPr/>
          </p:nvSpPr>
          <p:spPr>
            <a:xfrm>
              <a:off x="8923207" y="3316002"/>
              <a:ext cx="79654" cy="114548"/>
            </a:xfrm>
            <a:custGeom>
              <a:avLst/>
              <a:gdLst/>
              <a:ahLst/>
              <a:cxnLst/>
              <a:rect l="l" t="t" r="r" b="b"/>
              <a:pathLst>
                <a:path w="2075" h="2984" extrusionOk="0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20"/>
            <p:cNvSpPr/>
            <p:nvPr/>
          </p:nvSpPr>
          <p:spPr>
            <a:xfrm>
              <a:off x="9018756" y="3128705"/>
              <a:ext cx="224490" cy="217657"/>
            </a:xfrm>
            <a:custGeom>
              <a:avLst/>
              <a:gdLst/>
              <a:ahLst/>
              <a:cxnLst/>
              <a:rect l="l" t="t" r="r" b="b"/>
              <a:pathLst>
                <a:path w="5848" h="5670" extrusionOk="0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20"/>
            <p:cNvSpPr/>
            <p:nvPr/>
          </p:nvSpPr>
          <p:spPr>
            <a:xfrm>
              <a:off x="9026357" y="3134770"/>
              <a:ext cx="207024" cy="200229"/>
            </a:xfrm>
            <a:custGeom>
              <a:avLst/>
              <a:gdLst/>
              <a:ahLst/>
              <a:cxnLst/>
              <a:rect l="l" t="t" r="r" b="b"/>
              <a:pathLst>
                <a:path w="5393" h="5216" extrusionOk="0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20"/>
            <p:cNvSpPr/>
            <p:nvPr/>
          </p:nvSpPr>
          <p:spPr>
            <a:xfrm>
              <a:off x="9042250" y="3142371"/>
              <a:ext cx="95585" cy="85719"/>
            </a:xfrm>
            <a:custGeom>
              <a:avLst/>
              <a:gdLst/>
              <a:ahLst/>
              <a:cxnLst/>
              <a:rect l="l" t="t" r="r" b="b"/>
              <a:pathLst>
                <a:path w="2490" h="2233" extrusionOk="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20"/>
            <p:cNvSpPr/>
            <p:nvPr/>
          </p:nvSpPr>
          <p:spPr>
            <a:xfrm>
              <a:off x="9140064" y="3145404"/>
              <a:ext cx="79654" cy="84184"/>
            </a:xfrm>
            <a:custGeom>
              <a:avLst/>
              <a:gdLst/>
              <a:ahLst/>
              <a:cxnLst/>
              <a:rect l="l" t="t" r="r" b="b"/>
              <a:pathLst>
                <a:path w="2075" h="2193" extrusionOk="0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20"/>
            <p:cNvSpPr/>
            <p:nvPr/>
          </p:nvSpPr>
          <p:spPr>
            <a:xfrm>
              <a:off x="9038488" y="3210626"/>
              <a:ext cx="76621" cy="89481"/>
            </a:xfrm>
            <a:custGeom>
              <a:avLst/>
              <a:gdLst/>
              <a:ahLst/>
              <a:cxnLst/>
              <a:rect l="l" t="t" r="r" b="b"/>
              <a:pathLst>
                <a:path w="1996" h="2331" extrusionOk="0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20"/>
            <p:cNvSpPr/>
            <p:nvPr/>
          </p:nvSpPr>
          <p:spPr>
            <a:xfrm>
              <a:off x="9078680" y="3258381"/>
              <a:ext cx="94817" cy="66756"/>
            </a:xfrm>
            <a:custGeom>
              <a:avLst/>
              <a:gdLst/>
              <a:ahLst/>
              <a:cxnLst/>
              <a:rect l="l" t="t" r="r" b="b"/>
              <a:pathLst>
                <a:path w="2470" h="1739" extrusionOk="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20"/>
            <p:cNvSpPr/>
            <p:nvPr/>
          </p:nvSpPr>
          <p:spPr>
            <a:xfrm>
              <a:off x="9147664" y="3217421"/>
              <a:ext cx="73589" cy="89520"/>
            </a:xfrm>
            <a:custGeom>
              <a:avLst/>
              <a:gdLst/>
              <a:ahLst/>
              <a:cxnLst/>
              <a:rect l="l" t="t" r="r" b="b"/>
              <a:pathLst>
                <a:path w="1917" h="2332" extrusionOk="0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20"/>
            <p:cNvSpPr/>
            <p:nvPr/>
          </p:nvSpPr>
          <p:spPr>
            <a:xfrm>
              <a:off x="9005128" y="2970237"/>
              <a:ext cx="156966" cy="153972"/>
            </a:xfrm>
            <a:custGeom>
              <a:avLst/>
              <a:gdLst/>
              <a:ahLst/>
              <a:cxnLst/>
              <a:rect l="l" t="t" r="r" b="b"/>
              <a:pathLst>
                <a:path w="4089" h="4011" extrusionOk="0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20"/>
            <p:cNvSpPr/>
            <p:nvPr/>
          </p:nvSpPr>
          <p:spPr>
            <a:xfrm>
              <a:off x="8685121" y="3155999"/>
              <a:ext cx="197197" cy="108483"/>
            </a:xfrm>
            <a:custGeom>
              <a:avLst/>
              <a:gdLst/>
              <a:ahLst/>
              <a:cxnLst/>
              <a:rect l="l" t="t" r="r" b="b"/>
              <a:pathLst>
                <a:path w="5137" h="2826" extrusionOk="0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20"/>
            <p:cNvSpPr/>
            <p:nvPr/>
          </p:nvSpPr>
          <p:spPr>
            <a:xfrm>
              <a:off x="8996030" y="3272777"/>
              <a:ext cx="151669" cy="166870"/>
            </a:xfrm>
            <a:custGeom>
              <a:avLst/>
              <a:gdLst/>
              <a:ahLst/>
              <a:cxnLst/>
              <a:rect l="l" t="t" r="r" b="b"/>
              <a:pathLst>
                <a:path w="3951" h="4347" extrusionOk="0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20"/>
            <p:cNvSpPr/>
            <p:nvPr/>
          </p:nvSpPr>
          <p:spPr>
            <a:xfrm>
              <a:off x="9021021" y="3284178"/>
              <a:ext cx="104683" cy="140306"/>
            </a:xfrm>
            <a:custGeom>
              <a:avLst/>
              <a:gdLst/>
              <a:ahLst/>
              <a:cxnLst/>
              <a:rect l="l" t="t" r="r" b="b"/>
              <a:pathLst>
                <a:path w="2727" h="3655" extrusionOk="0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20"/>
            <p:cNvSpPr/>
            <p:nvPr/>
          </p:nvSpPr>
          <p:spPr>
            <a:xfrm>
              <a:off x="8692722" y="3181028"/>
              <a:ext cx="179730" cy="45528"/>
            </a:xfrm>
            <a:custGeom>
              <a:avLst/>
              <a:gdLst/>
              <a:ahLst/>
              <a:cxnLst/>
              <a:rect l="l" t="t" r="r" b="b"/>
              <a:pathLst>
                <a:path w="4682" h="1186" extrusionOk="0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20"/>
            <p:cNvSpPr/>
            <p:nvPr/>
          </p:nvSpPr>
          <p:spPr>
            <a:xfrm>
              <a:off x="9029389" y="2982368"/>
              <a:ext cx="116045" cy="113781"/>
            </a:xfrm>
            <a:custGeom>
              <a:avLst/>
              <a:gdLst/>
              <a:ahLst/>
              <a:cxnLst/>
              <a:rect l="l" t="t" r="r" b="b"/>
              <a:pathLst>
                <a:path w="3023" h="2964" extrusionOk="0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442" name="Google Shape;5442;p20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5443" name="Google Shape;5443;p20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avLst/>
                <a:gdLst/>
                <a:ahLst/>
                <a:cxnLst/>
                <a:rect l="l" t="t" r="r" b="b"/>
                <a:pathLst>
                  <a:path w="17698" h="18923" extrusionOk="0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4" name="Google Shape;5444;p20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4919" extrusionOk="0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CUSTOM_14_2">
    <p:spTree>
      <p:nvGrpSpPr>
        <p:cNvPr id="1" name="Shape 5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9" name="Google Shape;5759;p22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5760" name="Google Shape;5760;p22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22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22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22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22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22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22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22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22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22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22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22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22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22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22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22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22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22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22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22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22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22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22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22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22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22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22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22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22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22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22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22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22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22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22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22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22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22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22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22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22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22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22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22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22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22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22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22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22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22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22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22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22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22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22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22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22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22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22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22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22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22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22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22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22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22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22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22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22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22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22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22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22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22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22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22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22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22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22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22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22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22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22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22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22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22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22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22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22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22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22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22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22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22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22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22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22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22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22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22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22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22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22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22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22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22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22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22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22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22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22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22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22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22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22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22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22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877" name="Google Shape;5877;p22"/>
          <p:cNvSpPr/>
          <p:nvPr/>
        </p:nvSpPr>
        <p:spPr>
          <a:xfrm rot="-5400000">
            <a:off x="2148607" y="-1809293"/>
            <a:ext cx="4846787" cy="8762086"/>
          </a:xfrm>
          <a:custGeom>
            <a:avLst/>
            <a:gdLst/>
            <a:ahLst/>
            <a:cxnLst/>
            <a:rect l="l" t="t" r="r" b="b"/>
            <a:pathLst>
              <a:path w="54999" h="78817" extrusionOk="0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78" name="Google Shape;5878;p22"/>
          <p:cNvSpPr txBox="1">
            <a:spLocks noGrp="1"/>
          </p:cNvSpPr>
          <p:nvPr>
            <p:ph type="subTitle" idx="1"/>
          </p:nvPr>
        </p:nvSpPr>
        <p:spPr>
          <a:xfrm>
            <a:off x="4641399" y="1439850"/>
            <a:ext cx="3571200" cy="243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879" name="Google Shape;5879;p22"/>
          <p:cNvSpPr txBox="1">
            <a:spLocks noGrp="1"/>
          </p:cNvSpPr>
          <p:nvPr>
            <p:ph type="subTitle" idx="2"/>
          </p:nvPr>
        </p:nvSpPr>
        <p:spPr>
          <a:xfrm>
            <a:off x="931401" y="1439850"/>
            <a:ext cx="3571800" cy="243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880" name="Google Shape;5880;p22"/>
          <p:cNvSpPr txBox="1">
            <a:spLocks noGrp="1"/>
          </p:cNvSpPr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5881" name="Google Shape;5881;p22"/>
          <p:cNvGrpSpPr/>
          <p:nvPr/>
        </p:nvGrpSpPr>
        <p:grpSpPr>
          <a:xfrm>
            <a:off x="-184950" y="749275"/>
            <a:ext cx="898165" cy="766770"/>
            <a:chOff x="-252625" y="2918525"/>
            <a:chExt cx="898165" cy="766770"/>
          </a:xfrm>
        </p:grpSpPr>
        <p:sp>
          <p:nvSpPr>
            <p:cNvPr id="5882" name="Google Shape;5882;p22"/>
            <p:cNvSpPr/>
            <p:nvPr/>
          </p:nvSpPr>
          <p:spPr>
            <a:xfrm>
              <a:off x="-186914" y="2918525"/>
              <a:ext cx="788423" cy="766770"/>
            </a:xfrm>
            <a:custGeom>
              <a:avLst/>
              <a:gdLst/>
              <a:ahLst/>
              <a:cxnLst/>
              <a:rect l="l" t="t" r="r" b="b"/>
              <a:pathLst>
                <a:path w="25125" h="24435" extrusionOk="0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22"/>
            <p:cNvSpPr/>
            <p:nvPr/>
          </p:nvSpPr>
          <p:spPr>
            <a:xfrm>
              <a:off x="-69770" y="3110666"/>
              <a:ext cx="639054" cy="564714"/>
            </a:xfrm>
            <a:custGeom>
              <a:avLst/>
              <a:gdLst/>
              <a:ahLst/>
              <a:cxnLst/>
              <a:rect l="l" t="t" r="r" b="b"/>
              <a:pathLst>
                <a:path w="20365" h="17996" extrusionOk="0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22"/>
            <p:cNvSpPr/>
            <p:nvPr/>
          </p:nvSpPr>
          <p:spPr>
            <a:xfrm>
              <a:off x="264935" y="3361707"/>
              <a:ext cx="139484" cy="135781"/>
            </a:xfrm>
            <a:custGeom>
              <a:avLst/>
              <a:gdLst/>
              <a:ahLst/>
              <a:cxnLst/>
              <a:rect l="l" t="t" r="r" b="b"/>
              <a:pathLst>
                <a:path w="4445" h="4327" extrusionOk="0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22"/>
            <p:cNvSpPr/>
            <p:nvPr/>
          </p:nvSpPr>
          <p:spPr>
            <a:xfrm>
              <a:off x="100689" y="3457794"/>
              <a:ext cx="140112" cy="133898"/>
            </a:xfrm>
            <a:custGeom>
              <a:avLst/>
              <a:gdLst/>
              <a:ahLst/>
              <a:cxnLst/>
              <a:rect l="l" t="t" r="r" b="b"/>
              <a:pathLst>
                <a:path w="4465" h="4267" extrusionOk="0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22"/>
            <p:cNvSpPr/>
            <p:nvPr/>
          </p:nvSpPr>
          <p:spPr>
            <a:xfrm>
              <a:off x="199224" y="3212934"/>
              <a:ext cx="146921" cy="133930"/>
            </a:xfrm>
            <a:custGeom>
              <a:avLst/>
              <a:gdLst/>
              <a:ahLst/>
              <a:cxnLst/>
              <a:rect l="l" t="t" r="r" b="b"/>
              <a:pathLst>
                <a:path w="4682" h="4268" extrusionOk="0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22"/>
            <p:cNvSpPr/>
            <p:nvPr/>
          </p:nvSpPr>
          <p:spPr>
            <a:xfrm>
              <a:off x="33723" y="3317085"/>
              <a:ext cx="135781" cy="133898"/>
            </a:xfrm>
            <a:custGeom>
              <a:avLst/>
              <a:gdLst/>
              <a:ahLst/>
              <a:cxnLst/>
              <a:rect l="l" t="t" r="r" b="b"/>
              <a:pathLst>
                <a:path w="4327" h="4267" extrusionOk="0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22"/>
            <p:cNvSpPr/>
            <p:nvPr/>
          </p:nvSpPr>
          <p:spPr>
            <a:xfrm>
              <a:off x="-252625" y="2951380"/>
              <a:ext cx="430188" cy="475438"/>
            </a:xfrm>
            <a:custGeom>
              <a:avLst/>
              <a:gdLst/>
              <a:ahLst/>
              <a:cxnLst/>
              <a:rect l="l" t="t" r="r" b="b"/>
              <a:pathLst>
                <a:path w="13709" h="15151" extrusionOk="0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22"/>
            <p:cNvSpPr/>
            <p:nvPr/>
          </p:nvSpPr>
          <p:spPr>
            <a:xfrm>
              <a:off x="80856" y="2930920"/>
              <a:ext cx="564683" cy="264690"/>
            </a:xfrm>
            <a:custGeom>
              <a:avLst/>
              <a:gdLst/>
              <a:ahLst/>
              <a:cxnLst/>
              <a:rect l="l" t="t" r="r" b="b"/>
              <a:pathLst>
                <a:path w="17995" h="8435" extrusionOk="0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22"/>
            <p:cNvSpPr/>
            <p:nvPr/>
          </p:nvSpPr>
          <p:spPr>
            <a:xfrm>
              <a:off x="351075" y="3134232"/>
              <a:ext cx="120280" cy="125238"/>
            </a:xfrm>
            <a:custGeom>
              <a:avLst/>
              <a:gdLst/>
              <a:ahLst/>
              <a:cxnLst/>
              <a:rect l="l" t="t" r="r" b="b"/>
              <a:pathLst>
                <a:path w="3833" h="3991" extrusionOk="0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22"/>
            <p:cNvSpPr/>
            <p:nvPr/>
          </p:nvSpPr>
          <p:spPr>
            <a:xfrm>
              <a:off x="440352" y="3279272"/>
              <a:ext cx="124610" cy="132047"/>
            </a:xfrm>
            <a:custGeom>
              <a:avLst/>
              <a:gdLst/>
              <a:ahLst/>
              <a:cxnLst/>
              <a:rect l="l" t="t" r="r" b="b"/>
              <a:pathLst>
                <a:path w="3971" h="4208" extrusionOk="0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22"/>
            <p:cNvSpPr/>
            <p:nvPr/>
          </p:nvSpPr>
          <p:spPr>
            <a:xfrm>
              <a:off x="102540" y="3330108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22"/>
            <p:cNvSpPr/>
            <p:nvPr/>
          </p:nvSpPr>
          <p:spPr>
            <a:xfrm>
              <a:off x="91997" y="337473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22"/>
            <p:cNvSpPr/>
            <p:nvPr/>
          </p:nvSpPr>
          <p:spPr>
            <a:xfrm>
              <a:off x="43043" y="3358601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22"/>
            <p:cNvSpPr/>
            <p:nvPr/>
          </p:nvSpPr>
          <p:spPr>
            <a:xfrm>
              <a:off x="52959" y="341502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22"/>
            <p:cNvSpPr/>
            <p:nvPr/>
          </p:nvSpPr>
          <p:spPr>
            <a:xfrm>
              <a:off x="160814" y="3475743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22"/>
            <p:cNvSpPr/>
            <p:nvPr/>
          </p:nvSpPr>
          <p:spPr>
            <a:xfrm>
              <a:off x="202331" y="3509226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22"/>
            <p:cNvSpPr/>
            <p:nvPr/>
          </p:nvSpPr>
          <p:spPr>
            <a:xfrm>
              <a:off x="153377" y="3528430"/>
              <a:ext cx="19236" cy="17385"/>
            </a:xfrm>
            <a:custGeom>
              <a:avLst/>
              <a:gdLst/>
              <a:ahLst/>
              <a:cxnLst/>
              <a:rect l="l" t="t" r="r" b="b"/>
              <a:pathLst>
                <a:path w="613" h="554" extrusionOk="0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22"/>
            <p:cNvSpPr/>
            <p:nvPr/>
          </p:nvSpPr>
          <p:spPr>
            <a:xfrm>
              <a:off x="176912" y="3563137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22"/>
            <p:cNvSpPr/>
            <p:nvPr/>
          </p:nvSpPr>
          <p:spPr>
            <a:xfrm>
              <a:off x="118639" y="3518514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22"/>
            <p:cNvSpPr/>
            <p:nvPr/>
          </p:nvSpPr>
          <p:spPr>
            <a:xfrm>
              <a:off x="375269" y="342183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22"/>
            <p:cNvSpPr/>
            <p:nvPr/>
          </p:nvSpPr>
          <p:spPr>
            <a:xfrm>
              <a:off x="319474" y="3424311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22"/>
            <p:cNvSpPr/>
            <p:nvPr/>
          </p:nvSpPr>
          <p:spPr>
            <a:xfrm>
              <a:off x="344265" y="3460869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22"/>
            <p:cNvSpPr/>
            <p:nvPr/>
          </p:nvSpPr>
          <p:spPr>
            <a:xfrm>
              <a:off x="283512" y="3451580"/>
              <a:ext cx="16788" cy="17385"/>
            </a:xfrm>
            <a:custGeom>
              <a:avLst/>
              <a:gdLst/>
              <a:ahLst/>
              <a:cxnLst/>
              <a:rect l="l" t="t" r="r" b="b"/>
              <a:pathLst>
                <a:path w="535" h="554" extrusionOk="0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22"/>
            <p:cNvSpPr/>
            <p:nvPr/>
          </p:nvSpPr>
          <p:spPr>
            <a:xfrm>
              <a:off x="295311" y="3381540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22"/>
            <p:cNvSpPr/>
            <p:nvPr/>
          </p:nvSpPr>
          <p:spPr>
            <a:xfrm>
              <a:off x="265563" y="3235873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22"/>
            <p:cNvSpPr/>
            <p:nvPr/>
          </p:nvSpPr>
          <p:spPr>
            <a:xfrm>
              <a:off x="264307" y="3295997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22"/>
            <p:cNvSpPr/>
            <p:nvPr/>
          </p:nvSpPr>
          <p:spPr>
            <a:xfrm>
              <a:off x="219684" y="3271835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22"/>
            <p:cNvSpPr/>
            <p:nvPr/>
          </p:nvSpPr>
          <p:spPr>
            <a:xfrm>
              <a:off x="413083" y="3216668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22"/>
            <p:cNvSpPr/>
            <p:nvPr/>
          </p:nvSpPr>
          <p:spPr>
            <a:xfrm>
              <a:off x="384558" y="316150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22"/>
            <p:cNvSpPr/>
            <p:nvPr/>
          </p:nvSpPr>
          <p:spPr>
            <a:xfrm>
              <a:off x="369683" y="319806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22"/>
            <p:cNvSpPr/>
            <p:nvPr/>
          </p:nvSpPr>
          <p:spPr>
            <a:xfrm>
              <a:off x="485603" y="3312754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22"/>
            <p:cNvSpPr/>
            <p:nvPr/>
          </p:nvSpPr>
          <p:spPr>
            <a:xfrm>
              <a:off x="516576" y="3347461"/>
              <a:ext cx="17385" cy="17981"/>
            </a:xfrm>
            <a:custGeom>
              <a:avLst/>
              <a:gdLst/>
              <a:ahLst/>
              <a:cxnLst/>
              <a:rect l="l" t="t" r="r" b="b"/>
              <a:pathLst>
                <a:path w="554" h="573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22"/>
            <p:cNvSpPr/>
            <p:nvPr/>
          </p:nvSpPr>
          <p:spPr>
            <a:xfrm>
              <a:off x="484348" y="3379688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22"/>
            <p:cNvSpPr/>
            <p:nvPr/>
          </p:nvSpPr>
          <p:spPr>
            <a:xfrm>
              <a:off x="465143" y="3335662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22"/>
            <p:cNvSpPr/>
            <p:nvPr/>
          </p:nvSpPr>
          <p:spPr>
            <a:xfrm>
              <a:off x="65354" y="3246417"/>
              <a:ext cx="393003" cy="279564"/>
            </a:xfrm>
            <a:custGeom>
              <a:avLst/>
              <a:gdLst/>
              <a:ahLst/>
              <a:cxnLst/>
              <a:rect l="l" t="t" r="r" b="b"/>
              <a:pathLst>
                <a:path w="12524" h="8909" extrusionOk="0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22"/>
            <p:cNvSpPr/>
            <p:nvPr/>
          </p:nvSpPr>
          <p:spPr>
            <a:xfrm>
              <a:off x="-69770" y="3367293"/>
              <a:ext cx="639054" cy="308089"/>
            </a:xfrm>
            <a:custGeom>
              <a:avLst/>
              <a:gdLst/>
              <a:ahLst/>
              <a:cxnLst/>
              <a:rect l="l" t="t" r="r" b="b"/>
              <a:pathLst>
                <a:path w="20365" h="9818" extrusionOk="0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18" name="Google Shape;5918;p22"/>
          <p:cNvGrpSpPr/>
          <p:nvPr/>
        </p:nvGrpSpPr>
        <p:grpSpPr>
          <a:xfrm>
            <a:off x="4082300" y="4599413"/>
            <a:ext cx="925639" cy="688028"/>
            <a:chOff x="8588925" y="2091476"/>
            <a:chExt cx="925639" cy="688028"/>
          </a:xfrm>
        </p:grpSpPr>
        <p:sp>
          <p:nvSpPr>
            <p:cNvPr id="5919" name="Google Shape;5919;p22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22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22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22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22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22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22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22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22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22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22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22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22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22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33" name="Google Shape;5933;p22"/>
          <p:cNvGrpSpPr/>
          <p:nvPr/>
        </p:nvGrpSpPr>
        <p:grpSpPr>
          <a:xfrm rot="2099625">
            <a:off x="8529932" y="2530048"/>
            <a:ext cx="1363242" cy="1433141"/>
            <a:chOff x="8529150" y="-173700"/>
            <a:chExt cx="1669089" cy="1754724"/>
          </a:xfrm>
        </p:grpSpPr>
        <p:sp>
          <p:nvSpPr>
            <p:cNvPr id="5934" name="Google Shape;5934;p22"/>
            <p:cNvSpPr/>
            <p:nvPr/>
          </p:nvSpPr>
          <p:spPr>
            <a:xfrm>
              <a:off x="9476745" y="1051933"/>
              <a:ext cx="272948" cy="372487"/>
            </a:xfrm>
            <a:custGeom>
              <a:avLst/>
              <a:gdLst/>
              <a:ahLst/>
              <a:cxnLst/>
              <a:rect l="l" t="t" r="r" b="b"/>
              <a:pathLst>
                <a:path w="7368" h="10055" extrusionOk="0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22"/>
            <p:cNvSpPr/>
            <p:nvPr/>
          </p:nvSpPr>
          <p:spPr>
            <a:xfrm>
              <a:off x="9527239" y="1298549"/>
              <a:ext cx="144179" cy="48307"/>
            </a:xfrm>
            <a:custGeom>
              <a:avLst/>
              <a:gdLst/>
              <a:ahLst/>
              <a:cxnLst/>
              <a:rect l="l" t="t" r="r" b="b"/>
              <a:pathLst>
                <a:path w="3892" h="1304" extrusionOk="0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22"/>
            <p:cNvSpPr/>
            <p:nvPr/>
          </p:nvSpPr>
          <p:spPr>
            <a:xfrm>
              <a:off x="9304779" y="1310255"/>
              <a:ext cx="441984" cy="270762"/>
            </a:xfrm>
            <a:custGeom>
              <a:avLst/>
              <a:gdLst/>
              <a:ahLst/>
              <a:cxnLst/>
              <a:rect l="l" t="t" r="r" b="b"/>
              <a:pathLst>
                <a:path w="11931" h="7309" extrusionOk="0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22"/>
            <p:cNvSpPr/>
            <p:nvPr/>
          </p:nvSpPr>
          <p:spPr>
            <a:xfrm>
              <a:off x="8911833" y="245551"/>
              <a:ext cx="357855" cy="378341"/>
            </a:xfrm>
            <a:custGeom>
              <a:avLst/>
              <a:gdLst/>
              <a:ahLst/>
              <a:cxnLst/>
              <a:rect l="l" t="t" r="r" b="b"/>
              <a:pathLst>
                <a:path w="9660" h="10213" extrusionOk="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22"/>
            <p:cNvSpPr/>
            <p:nvPr/>
          </p:nvSpPr>
          <p:spPr>
            <a:xfrm>
              <a:off x="8932320" y="367025"/>
              <a:ext cx="170518" cy="113469"/>
            </a:xfrm>
            <a:custGeom>
              <a:avLst/>
              <a:gdLst/>
              <a:ahLst/>
              <a:cxnLst/>
              <a:rect l="l" t="t" r="r" b="b"/>
              <a:pathLst>
                <a:path w="4603" h="3063" extrusionOk="0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22"/>
            <p:cNvSpPr/>
            <p:nvPr/>
          </p:nvSpPr>
          <p:spPr>
            <a:xfrm>
              <a:off x="9075761" y="503873"/>
              <a:ext cx="741" cy="14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22"/>
            <p:cNvSpPr/>
            <p:nvPr/>
          </p:nvSpPr>
          <p:spPr>
            <a:xfrm>
              <a:off x="8997446" y="428484"/>
              <a:ext cx="272244" cy="89315"/>
            </a:xfrm>
            <a:custGeom>
              <a:avLst/>
              <a:gdLst/>
              <a:ahLst/>
              <a:cxnLst/>
              <a:rect l="l" t="t" r="r" b="b"/>
              <a:pathLst>
                <a:path w="7349" h="2411" extrusionOk="0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22"/>
            <p:cNvSpPr/>
            <p:nvPr/>
          </p:nvSpPr>
          <p:spPr>
            <a:xfrm>
              <a:off x="9182564" y="499464"/>
              <a:ext cx="37" cy="778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22"/>
            <p:cNvSpPr/>
            <p:nvPr/>
          </p:nvSpPr>
          <p:spPr>
            <a:xfrm>
              <a:off x="9604035" y="1288287"/>
              <a:ext cx="37" cy="1519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22"/>
            <p:cNvSpPr/>
            <p:nvPr/>
          </p:nvSpPr>
          <p:spPr>
            <a:xfrm>
              <a:off x="9509642" y="1065862"/>
              <a:ext cx="152996" cy="245868"/>
            </a:xfrm>
            <a:custGeom>
              <a:avLst/>
              <a:gdLst/>
              <a:ahLst/>
              <a:cxnLst/>
              <a:rect l="l" t="t" r="r" b="b"/>
              <a:pathLst>
                <a:path w="4130" h="6637" extrusionOk="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22"/>
            <p:cNvSpPr/>
            <p:nvPr/>
          </p:nvSpPr>
          <p:spPr>
            <a:xfrm>
              <a:off x="9643563" y="1176334"/>
              <a:ext cx="1519" cy="778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22"/>
            <p:cNvSpPr/>
            <p:nvPr/>
          </p:nvSpPr>
          <p:spPr>
            <a:xfrm>
              <a:off x="8687928" y="245551"/>
              <a:ext cx="367338" cy="334442"/>
            </a:xfrm>
            <a:custGeom>
              <a:avLst/>
              <a:gdLst/>
              <a:ahLst/>
              <a:cxnLst/>
              <a:rect l="l" t="t" r="r" b="b"/>
              <a:pathLst>
                <a:path w="9916" h="9028" extrusionOk="0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22"/>
            <p:cNvSpPr/>
            <p:nvPr/>
          </p:nvSpPr>
          <p:spPr>
            <a:xfrm>
              <a:off x="8529150" y="465827"/>
              <a:ext cx="1101274" cy="1114425"/>
            </a:xfrm>
            <a:custGeom>
              <a:avLst/>
              <a:gdLst/>
              <a:ahLst/>
              <a:cxnLst/>
              <a:rect l="l" t="t" r="r" b="b"/>
              <a:pathLst>
                <a:path w="29728" h="30083" extrusionOk="0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57150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22"/>
            <p:cNvSpPr/>
            <p:nvPr/>
          </p:nvSpPr>
          <p:spPr>
            <a:xfrm>
              <a:off x="8690855" y="432152"/>
              <a:ext cx="76127" cy="92242"/>
            </a:xfrm>
            <a:custGeom>
              <a:avLst/>
              <a:gdLst/>
              <a:ahLst/>
              <a:cxnLst/>
              <a:rect l="l" t="t" r="r" b="b"/>
              <a:pathLst>
                <a:path w="2055" h="2490" extrusionOk="0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22"/>
            <p:cNvSpPr/>
            <p:nvPr/>
          </p:nvSpPr>
          <p:spPr>
            <a:xfrm>
              <a:off x="9347233" y="1536347"/>
              <a:ext cx="100281" cy="44676"/>
            </a:xfrm>
            <a:custGeom>
              <a:avLst/>
              <a:gdLst/>
              <a:ahLst/>
              <a:cxnLst/>
              <a:rect l="l" t="t" r="r" b="b"/>
              <a:pathLst>
                <a:path w="2707" h="1206" extrusionOk="0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22"/>
            <p:cNvSpPr/>
            <p:nvPr/>
          </p:nvSpPr>
          <p:spPr>
            <a:xfrm>
              <a:off x="8993779" y="-173700"/>
              <a:ext cx="515185" cy="596350"/>
            </a:xfrm>
            <a:custGeom>
              <a:avLst/>
              <a:gdLst/>
              <a:ahLst/>
              <a:cxnLst/>
              <a:rect l="l" t="t" r="r" b="b"/>
              <a:pathLst>
                <a:path w="13907" h="16098" extrusionOk="0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22"/>
            <p:cNvSpPr/>
            <p:nvPr/>
          </p:nvSpPr>
          <p:spPr>
            <a:xfrm>
              <a:off x="9709430" y="1086349"/>
              <a:ext cx="488809" cy="395863"/>
            </a:xfrm>
            <a:custGeom>
              <a:avLst/>
              <a:gdLst/>
              <a:ahLst/>
              <a:cxnLst/>
              <a:rect l="l" t="t" r="r" b="b"/>
              <a:pathLst>
                <a:path w="13195" h="10686" extrusionOk="0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22"/>
            <p:cNvSpPr/>
            <p:nvPr/>
          </p:nvSpPr>
          <p:spPr>
            <a:xfrm>
              <a:off x="8630137" y="1077569"/>
              <a:ext cx="2964" cy="7335"/>
            </a:xfrm>
            <a:custGeom>
              <a:avLst/>
              <a:gdLst/>
              <a:ahLst/>
              <a:cxnLst/>
              <a:rect l="l" t="t" r="r" b="b"/>
              <a:pathLst>
                <a:path w="80" h="198" extrusionOk="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22"/>
            <p:cNvSpPr/>
            <p:nvPr/>
          </p:nvSpPr>
          <p:spPr>
            <a:xfrm>
              <a:off x="8871602" y="666320"/>
              <a:ext cx="5149" cy="2964"/>
            </a:xfrm>
            <a:custGeom>
              <a:avLst/>
              <a:gdLst/>
              <a:ahLst/>
              <a:cxnLst/>
              <a:rect l="l" t="t" r="r" b="b"/>
              <a:pathLst>
                <a:path w="139" h="80" extrusionOk="0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22"/>
            <p:cNvSpPr/>
            <p:nvPr/>
          </p:nvSpPr>
          <p:spPr>
            <a:xfrm>
              <a:off x="9280625" y="603379"/>
              <a:ext cx="778" cy="778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22"/>
            <p:cNvSpPr/>
            <p:nvPr/>
          </p:nvSpPr>
          <p:spPr>
            <a:xfrm>
              <a:off x="8678408" y="1149253"/>
              <a:ext cx="2223" cy="2964"/>
            </a:xfrm>
            <a:custGeom>
              <a:avLst/>
              <a:gdLst/>
              <a:ahLst/>
              <a:cxnLst/>
              <a:rect l="l" t="t" r="r" b="b"/>
              <a:pathLst>
                <a:path w="60" h="80" extrusionOk="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22"/>
            <p:cNvSpPr/>
            <p:nvPr/>
          </p:nvSpPr>
          <p:spPr>
            <a:xfrm>
              <a:off x="9309891" y="711702"/>
              <a:ext cx="2223" cy="741"/>
            </a:xfrm>
            <a:custGeom>
              <a:avLst/>
              <a:gdLst/>
              <a:ahLst/>
              <a:cxnLst/>
              <a:rect l="l" t="t" r="r" b="b"/>
              <a:pathLst>
                <a:path w="60" h="20" extrusionOk="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22"/>
            <p:cNvSpPr/>
            <p:nvPr/>
          </p:nvSpPr>
          <p:spPr>
            <a:xfrm>
              <a:off x="8610354" y="553626"/>
              <a:ext cx="936646" cy="969579"/>
            </a:xfrm>
            <a:custGeom>
              <a:avLst/>
              <a:gdLst/>
              <a:ahLst/>
              <a:cxnLst/>
              <a:rect l="l" t="t" r="r" b="b"/>
              <a:pathLst>
                <a:path w="25284" h="26173" extrusionOk="0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22"/>
            <p:cNvSpPr/>
            <p:nvPr/>
          </p:nvSpPr>
          <p:spPr>
            <a:xfrm>
              <a:off x="8680593" y="1151476"/>
              <a:ext cx="1519" cy="2223"/>
            </a:xfrm>
            <a:custGeom>
              <a:avLst/>
              <a:gdLst/>
              <a:ahLst/>
              <a:cxnLst/>
              <a:rect l="l" t="t" r="r" b="b"/>
              <a:pathLst>
                <a:path w="41" h="60" extrusionOk="0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22"/>
            <p:cNvSpPr/>
            <p:nvPr/>
          </p:nvSpPr>
          <p:spPr>
            <a:xfrm>
              <a:off x="9476745" y="995586"/>
              <a:ext cx="1482" cy="2260"/>
            </a:xfrm>
            <a:custGeom>
              <a:avLst/>
              <a:gdLst/>
              <a:ahLst/>
              <a:cxnLst/>
              <a:rect l="l" t="t" r="r" b="b"/>
              <a:pathLst>
                <a:path w="40" h="61" extrusionOk="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22"/>
            <p:cNvSpPr/>
            <p:nvPr/>
          </p:nvSpPr>
          <p:spPr>
            <a:xfrm>
              <a:off x="9435773" y="1221715"/>
              <a:ext cx="741" cy="741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22"/>
            <p:cNvSpPr/>
            <p:nvPr/>
          </p:nvSpPr>
          <p:spPr>
            <a:xfrm>
              <a:off x="8691596" y="1119986"/>
              <a:ext cx="2964" cy="2964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22"/>
            <p:cNvSpPr/>
            <p:nvPr/>
          </p:nvSpPr>
          <p:spPr>
            <a:xfrm>
              <a:off x="8625728" y="576298"/>
              <a:ext cx="900786" cy="900786"/>
            </a:xfrm>
            <a:custGeom>
              <a:avLst/>
              <a:gdLst/>
              <a:ahLst/>
              <a:cxnLst/>
              <a:rect l="l" t="t" r="r" b="b"/>
              <a:pathLst>
                <a:path w="24316" h="24316" extrusionOk="0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22"/>
            <p:cNvSpPr/>
            <p:nvPr/>
          </p:nvSpPr>
          <p:spPr>
            <a:xfrm>
              <a:off x="8903054" y="782645"/>
              <a:ext cx="328589" cy="451542"/>
            </a:xfrm>
            <a:custGeom>
              <a:avLst/>
              <a:gdLst/>
              <a:ahLst/>
              <a:cxnLst/>
              <a:rect l="l" t="t" r="r" b="b"/>
              <a:pathLst>
                <a:path w="8870" h="12189" extrusionOk="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22"/>
            <p:cNvSpPr/>
            <p:nvPr/>
          </p:nvSpPr>
          <p:spPr>
            <a:xfrm>
              <a:off x="8686447" y="798760"/>
              <a:ext cx="232754" cy="353446"/>
            </a:xfrm>
            <a:custGeom>
              <a:avLst/>
              <a:gdLst/>
              <a:ahLst/>
              <a:cxnLst/>
              <a:rect l="l" t="t" r="r" b="b"/>
              <a:pathLst>
                <a:path w="6283" h="9541" extrusionOk="0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22"/>
            <p:cNvSpPr/>
            <p:nvPr/>
          </p:nvSpPr>
          <p:spPr>
            <a:xfrm>
              <a:off x="8758908" y="1149994"/>
              <a:ext cx="335146" cy="270762"/>
            </a:xfrm>
            <a:custGeom>
              <a:avLst/>
              <a:gdLst/>
              <a:ahLst/>
              <a:cxnLst/>
              <a:rect l="l" t="t" r="r" b="b"/>
              <a:pathLst>
                <a:path w="9047" h="7309" extrusionOk="0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22"/>
            <p:cNvSpPr/>
            <p:nvPr/>
          </p:nvSpPr>
          <p:spPr>
            <a:xfrm>
              <a:off x="8802808" y="592413"/>
              <a:ext cx="362967" cy="286136"/>
            </a:xfrm>
            <a:custGeom>
              <a:avLst/>
              <a:gdLst/>
              <a:ahLst/>
              <a:cxnLst/>
              <a:rect l="l" t="t" r="r" b="b"/>
              <a:pathLst>
                <a:path w="9798" h="7724" extrusionOk="0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22"/>
            <p:cNvSpPr/>
            <p:nvPr/>
          </p:nvSpPr>
          <p:spPr>
            <a:xfrm>
              <a:off x="9134998" y="994141"/>
              <a:ext cx="333701" cy="342481"/>
            </a:xfrm>
            <a:custGeom>
              <a:avLst/>
              <a:gdLst/>
              <a:ahLst/>
              <a:cxnLst/>
              <a:rect l="l" t="t" r="r" b="b"/>
              <a:pathLst>
                <a:path w="9008" h="9245" extrusionOk="0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22"/>
            <p:cNvSpPr/>
            <p:nvPr/>
          </p:nvSpPr>
          <p:spPr>
            <a:xfrm>
              <a:off x="9178193" y="683880"/>
              <a:ext cx="242237" cy="318328"/>
            </a:xfrm>
            <a:custGeom>
              <a:avLst/>
              <a:gdLst/>
              <a:ahLst/>
              <a:cxnLst/>
              <a:rect l="l" t="t" r="r" b="b"/>
              <a:pathLst>
                <a:path w="6539" h="8593" extrusionOk="0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22"/>
            <p:cNvSpPr/>
            <p:nvPr/>
          </p:nvSpPr>
          <p:spPr>
            <a:xfrm>
              <a:off x="9045754" y="1328556"/>
              <a:ext cx="229049" cy="130991"/>
            </a:xfrm>
            <a:custGeom>
              <a:avLst/>
              <a:gdLst/>
              <a:ahLst/>
              <a:cxnLst/>
              <a:rect l="l" t="t" r="r" b="b"/>
              <a:pathLst>
                <a:path w="6183" h="3536" extrusionOk="0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22"/>
            <p:cNvSpPr/>
            <p:nvPr/>
          </p:nvSpPr>
          <p:spPr>
            <a:xfrm>
              <a:off x="9398430" y="921679"/>
              <a:ext cx="109060" cy="182261"/>
            </a:xfrm>
            <a:custGeom>
              <a:avLst/>
              <a:gdLst/>
              <a:ahLst/>
              <a:cxnLst/>
              <a:rect l="l" t="t" r="r" b="b"/>
              <a:pathLst>
                <a:path w="2944" h="4920" extrusionOk="0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22"/>
            <p:cNvSpPr/>
            <p:nvPr/>
          </p:nvSpPr>
          <p:spPr>
            <a:xfrm>
              <a:off x="8739867" y="785608"/>
              <a:ext cx="159553" cy="164665"/>
            </a:xfrm>
            <a:custGeom>
              <a:avLst/>
              <a:gdLst/>
              <a:ahLst/>
              <a:cxnLst/>
              <a:rect l="l" t="t" r="r" b="b"/>
              <a:pathLst>
                <a:path w="4307" h="4445" extrusionOk="0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22"/>
            <p:cNvSpPr/>
            <p:nvPr/>
          </p:nvSpPr>
          <p:spPr>
            <a:xfrm>
              <a:off x="9074279" y="661208"/>
              <a:ext cx="172741" cy="170518"/>
            </a:xfrm>
            <a:custGeom>
              <a:avLst/>
              <a:gdLst/>
              <a:ahLst/>
              <a:cxnLst/>
              <a:rect l="l" t="t" r="r" b="b"/>
              <a:pathLst>
                <a:path w="4663" h="4603" extrusionOk="0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22"/>
            <p:cNvSpPr/>
            <p:nvPr/>
          </p:nvSpPr>
          <p:spPr>
            <a:xfrm>
              <a:off x="8780136" y="1158033"/>
              <a:ext cx="170518" cy="170555"/>
            </a:xfrm>
            <a:custGeom>
              <a:avLst/>
              <a:gdLst/>
              <a:ahLst/>
              <a:cxnLst/>
              <a:rect l="l" t="t" r="r" b="b"/>
              <a:pathLst>
                <a:path w="4603" h="4604" extrusionOk="0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22"/>
            <p:cNvSpPr/>
            <p:nvPr/>
          </p:nvSpPr>
          <p:spPr>
            <a:xfrm>
              <a:off x="8977701" y="994141"/>
              <a:ext cx="173445" cy="171259"/>
            </a:xfrm>
            <a:custGeom>
              <a:avLst/>
              <a:gdLst/>
              <a:ahLst/>
              <a:cxnLst/>
              <a:rect l="l" t="t" r="r" b="b"/>
              <a:pathLst>
                <a:path w="4682" h="4623" extrusionOk="0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22"/>
            <p:cNvSpPr/>
            <p:nvPr/>
          </p:nvSpPr>
          <p:spPr>
            <a:xfrm>
              <a:off x="9181120" y="1207786"/>
              <a:ext cx="172000" cy="170555"/>
            </a:xfrm>
            <a:custGeom>
              <a:avLst/>
              <a:gdLst/>
              <a:ahLst/>
              <a:cxnLst/>
              <a:rect l="l" t="t" r="r" b="b"/>
              <a:pathLst>
                <a:path w="4643" h="4604" extrusionOk="0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22"/>
            <p:cNvSpPr/>
            <p:nvPr/>
          </p:nvSpPr>
          <p:spPr>
            <a:xfrm>
              <a:off x="9287960" y="920234"/>
              <a:ext cx="166851" cy="173445"/>
            </a:xfrm>
            <a:custGeom>
              <a:avLst/>
              <a:gdLst/>
              <a:ahLst/>
              <a:cxnLst/>
              <a:rect l="l" t="t" r="r" b="b"/>
              <a:pathLst>
                <a:path w="4504" h="4682" extrusionOk="0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14_1">
    <p:spTree>
      <p:nvGrpSpPr>
        <p:cNvPr id="1" name="Shape 6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81" name="Google Shape;6181;p24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6182" name="Google Shape;6182;p24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24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24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24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24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24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24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24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24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24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24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24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24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24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24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24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24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24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24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24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24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24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24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24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24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24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24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24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24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24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24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24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24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24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24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24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24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24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24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24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24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24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24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24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24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24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24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24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24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24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24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24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24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24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24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24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24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24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24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24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24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24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24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24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24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24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24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24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24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24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24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24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24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24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24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24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24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24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24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24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24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24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24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24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24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24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24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24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24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24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24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24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24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24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24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24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24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24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24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24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24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24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24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24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24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24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24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24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24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24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24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24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24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24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24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24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24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99" name="Google Shape;6299;p24"/>
          <p:cNvSpPr/>
          <p:nvPr/>
        </p:nvSpPr>
        <p:spPr>
          <a:xfrm rot="5400000" flipH="1">
            <a:off x="2148607" y="-1809293"/>
            <a:ext cx="4846787" cy="8762086"/>
          </a:xfrm>
          <a:custGeom>
            <a:avLst/>
            <a:gdLst/>
            <a:ahLst/>
            <a:cxnLst/>
            <a:rect l="l" t="t" r="r" b="b"/>
            <a:pathLst>
              <a:path w="54999" h="78817" extrusionOk="0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00" name="Google Shape;6300;p24"/>
          <p:cNvSpPr txBox="1">
            <a:spLocks noGrp="1"/>
          </p:cNvSpPr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301" name="Google Shape;6301;p24"/>
          <p:cNvSpPr txBox="1">
            <a:spLocks noGrp="1"/>
          </p:cNvSpPr>
          <p:nvPr>
            <p:ph type="subTitle" idx="1"/>
          </p:nvPr>
        </p:nvSpPr>
        <p:spPr>
          <a:xfrm>
            <a:off x="720004" y="2822700"/>
            <a:ext cx="2501700" cy="91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6302" name="Google Shape;6302;p24"/>
          <p:cNvSpPr txBox="1">
            <a:spLocks noGrp="1"/>
          </p:cNvSpPr>
          <p:nvPr>
            <p:ph type="subTitle" idx="2"/>
          </p:nvPr>
        </p:nvSpPr>
        <p:spPr>
          <a:xfrm>
            <a:off x="3319275" y="2822700"/>
            <a:ext cx="2501700" cy="91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6303" name="Google Shape;6303;p24"/>
          <p:cNvSpPr txBox="1">
            <a:spLocks noGrp="1"/>
          </p:cNvSpPr>
          <p:nvPr>
            <p:ph type="subTitle" idx="3"/>
          </p:nvPr>
        </p:nvSpPr>
        <p:spPr>
          <a:xfrm>
            <a:off x="5920421" y="2822700"/>
            <a:ext cx="2501700" cy="91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6304" name="Google Shape;6304;p24"/>
          <p:cNvSpPr txBox="1">
            <a:spLocks noGrp="1"/>
          </p:cNvSpPr>
          <p:nvPr>
            <p:ph type="title" idx="4"/>
          </p:nvPr>
        </p:nvSpPr>
        <p:spPr>
          <a:xfrm>
            <a:off x="719929" y="2603244"/>
            <a:ext cx="25056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305" name="Google Shape;6305;p24"/>
          <p:cNvSpPr txBox="1">
            <a:spLocks noGrp="1"/>
          </p:cNvSpPr>
          <p:nvPr>
            <p:ph type="title" idx="5"/>
          </p:nvPr>
        </p:nvSpPr>
        <p:spPr>
          <a:xfrm>
            <a:off x="3319200" y="2603244"/>
            <a:ext cx="25056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306" name="Google Shape;6306;p24"/>
          <p:cNvSpPr txBox="1">
            <a:spLocks noGrp="1"/>
          </p:cNvSpPr>
          <p:nvPr>
            <p:ph type="title" idx="6"/>
          </p:nvPr>
        </p:nvSpPr>
        <p:spPr>
          <a:xfrm>
            <a:off x="5918471" y="2603244"/>
            <a:ext cx="25056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6307" name="Google Shape;6307;p24"/>
          <p:cNvGrpSpPr/>
          <p:nvPr/>
        </p:nvGrpSpPr>
        <p:grpSpPr>
          <a:xfrm rot="941329">
            <a:off x="8365223" y="4250258"/>
            <a:ext cx="1047209" cy="979555"/>
            <a:chOff x="-252624" y="1601574"/>
            <a:chExt cx="1047258" cy="979600"/>
          </a:xfrm>
        </p:grpSpPr>
        <p:sp>
          <p:nvSpPr>
            <p:cNvPr id="6308" name="Google Shape;6308;p24"/>
            <p:cNvSpPr/>
            <p:nvPr/>
          </p:nvSpPr>
          <p:spPr>
            <a:xfrm>
              <a:off x="534175" y="1698647"/>
              <a:ext cx="203734" cy="206468"/>
            </a:xfrm>
            <a:custGeom>
              <a:avLst/>
              <a:gdLst/>
              <a:ahLst/>
              <a:cxnLst/>
              <a:rect l="l" t="t" r="r" b="b"/>
              <a:pathLst>
                <a:path w="5887" h="5966" extrusionOk="0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24"/>
            <p:cNvSpPr/>
            <p:nvPr/>
          </p:nvSpPr>
          <p:spPr>
            <a:xfrm>
              <a:off x="-186316" y="2276933"/>
              <a:ext cx="200343" cy="205811"/>
            </a:xfrm>
            <a:custGeom>
              <a:avLst/>
              <a:gdLst/>
              <a:ahLst/>
              <a:cxnLst/>
              <a:rect l="l" t="t" r="r" b="b"/>
              <a:pathLst>
                <a:path w="5789" h="5947" extrusionOk="0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24"/>
            <p:cNvSpPr/>
            <p:nvPr/>
          </p:nvSpPr>
          <p:spPr>
            <a:xfrm>
              <a:off x="-243730" y="1601574"/>
              <a:ext cx="1038363" cy="979600"/>
            </a:xfrm>
            <a:custGeom>
              <a:avLst/>
              <a:gdLst/>
              <a:ahLst/>
              <a:cxnLst/>
              <a:rect l="l" t="t" r="r" b="b"/>
              <a:pathLst>
                <a:path w="30004" h="28306" extrusionOk="0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24"/>
            <p:cNvSpPr/>
            <p:nvPr/>
          </p:nvSpPr>
          <p:spPr>
            <a:xfrm>
              <a:off x="-194518" y="1657637"/>
              <a:ext cx="924228" cy="877750"/>
            </a:xfrm>
            <a:custGeom>
              <a:avLst/>
              <a:gdLst/>
              <a:ahLst/>
              <a:cxnLst/>
              <a:rect l="l" t="t" r="r" b="b"/>
              <a:pathLst>
                <a:path w="26706" h="25363" extrusionOk="0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24"/>
            <p:cNvSpPr/>
            <p:nvPr/>
          </p:nvSpPr>
          <p:spPr>
            <a:xfrm>
              <a:off x="283998" y="1871579"/>
              <a:ext cx="192798" cy="193491"/>
            </a:xfrm>
            <a:custGeom>
              <a:avLst/>
              <a:gdLst/>
              <a:ahLst/>
              <a:cxnLst/>
              <a:rect l="l" t="t" r="r" b="b"/>
              <a:pathLst>
                <a:path w="5571" h="5591" extrusionOk="0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24"/>
            <p:cNvSpPr/>
            <p:nvPr/>
          </p:nvSpPr>
          <p:spPr>
            <a:xfrm>
              <a:off x="254582" y="1705499"/>
              <a:ext cx="236577" cy="168192"/>
            </a:xfrm>
            <a:custGeom>
              <a:avLst/>
              <a:gdLst/>
              <a:ahLst/>
              <a:cxnLst/>
              <a:rect l="l" t="t" r="r" b="b"/>
              <a:pathLst>
                <a:path w="6836" h="4860" extrusionOk="0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24"/>
            <p:cNvSpPr/>
            <p:nvPr/>
          </p:nvSpPr>
          <p:spPr>
            <a:xfrm>
              <a:off x="480188" y="1885941"/>
              <a:ext cx="187988" cy="220138"/>
            </a:xfrm>
            <a:custGeom>
              <a:avLst/>
              <a:gdLst/>
              <a:ahLst/>
              <a:cxnLst/>
              <a:rect l="l" t="t" r="r" b="b"/>
              <a:pathLst>
                <a:path w="5432" h="6361" extrusionOk="0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24"/>
            <p:cNvSpPr/>
            <p:nvPr/>
          </p:nvSpPr>
          <p:spPr>
            <a:xfrm>
              <a:off x="106255" y="1808040"/>
              <a:ext cx="177779" cy="213286"/>
            </a:xfrm>
            <a:custGeom>
              <a:avLst/>
              <a:gdLst/>
              <a:ahLst/>
              <a:cxnLst/>
              <a:rect l="l" t="t" r="r" b="b"/>
              <a:pathLst>
                <a:path w="5137" h="6163" extrusionOk="0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24"/>
            <p:cNvSpPr/>
            <p:nvPr/>
          </p:nvSpPr>
          <p:spPr>
            <a:xfrm>
              <a:off x="348922" y="2067767"/>
              <a:ext cx="209894" cy="195532"/>
            </a:xfrm>
            <a:custGeom>
              <a:avLst/>
              <a:gdLst/>
              <a:ahLst/>
              <a:cxnLst/>
              <a:rect l="l" t="t" r="r" b="b"/>
              <a:pathLst>
                <a:path w="6065" h="5650" extrusionOk="0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24"/>
            <p:cNvSpPr/>
            <p:nvPr/>
          </p:nvSpPr>
          <p:spPr>
            <a:xfrm>
              <a:off x="-137105" y="2061642"/>
              <a:ext cx="276895" cy="276860"/>
            </a:xfrm>
            <a:custGeom>
              <a:avLst/>
              <a:gdLst/>
              <a:ahLst/>
              <a:cxnLst/>
              <a:rect l="l" t="t" r="r" b="b"/>
              <a:pathLst>
                <a:path w="8001" h="8000" extrusionOk="0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24"/>
            <p:cNvSpPr/>
            <p:nvPr/>
          </p:nvSpPr>
          <p:spPr>
            <a:xfrm>
              <a:off x="95319" y="2182628"/>
              <a:ext cx="343860" cy="276860"/>
            </a:xfrm>
            <a:custGeom>
              <a:avLst/>
              <a:gdLst/>
              <a:ahLst/>
              <a:cxnLst/>
              <a:rect l="l" t="t" r="r" b="b"/>
              <a:pathLst>
                <a:path w="9936" h="8000" extrusionOk="0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24"/>
            <p:cNvSpPr/>
            <p:nvPr/>
          </p:nvSpPr>
          <p:spPr>
            <a:xfrm>
              <a:off x="70021" y="1905771"/>
              <a:ext cx="327491" cy="255680"/>
            </a:xfrm>
            <a:custGeom>
              <a:avLst/>
              <a:gdLst/>
              <a:ahLst/>
              <a:cxnLst/>
              <a:rect l="l" t="t" r="r" b="b"/>
              <a:pathLst>
                <a:path w="9463" h="7388" extrusionOk="0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24"/>
            <p:cNvSpPr/>
            <p:nvPr/>
          </p:nvSpPr>
          <p:spPr>
            <a:xfrm>
              <a:off x="-252624" y="1774540"/>
              <a:ext cx="568774" cy="555070"/>
            </a:xfrm>
            <a:custGeom>
              <a:avLst/>
              <a:gdLst/>
              <a:ahLst/>
              <a:cxnLst/>
              <a:rect l="l" t="t" r="r" b="b"/>
              <a:pathLst>
                <a:path w="16435" h="16039" extrusionOk="0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21" name="Google Shape;6321;p24"/>
          <p:cNvGrpSpPr/>
          <p:nvPr/>
        </p:nvGrpSpPr>
        <p:grpSpPr>
          <a:xfrm>
            <a:off x="8426050" y="765563"/>
            <a:ext cx="925639" cy="688028"/>
            <a:chOff x="8588925" y="2091476"/>
            <a:chExt cx="925639" cy="688028"/>
          </a:xfrm>
        </p:grpSpPr>
        <p:sp>
          <p:nvSpPr>
            <p:cNvPr id="6322" name="Google Shape;6322;p24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24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24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24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24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24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24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24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24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24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24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24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24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24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36" name="Google Shape;6336;p24"/>
          <p:cNvGrpSpPr/>
          <p:nvPr/>
        </p:nvGrpSpPr>
        <p:grpSpPr>
          <a:xfrm>
            <a:off x="0" y="4101055"/>
            <a:ext cx="679382" cy="871990"/>
            <a:chOff x="8619938" y="2813305"/>
            <a:chExt cx="679382" cy="871990"/>
          </a:xfrm>
        </p:grpSpPr>
        <p:sp>
          <p:nvSpPr>
            <p:cNvPr id="6337" name="Google Shape;6337;p24"/>
            <p:cNvSpPr/>
            <p:nvPr/>
          </p:nvSpPr>
          <p:spPr>
            <a:xfrm>
              <a:off x="8654027" y="2917184"/>
              <a:ext cx="605870" cy="583106"/>
            </a:xfrm>
            <a:custGeom>
              <a:avLst/>
              <a:gdLst/>
              <a:ahLst/>
              <a:cxnLst/>
              <a:rect l="l" t="t" r="r" b="b"/>
              <a:pathLst>
                <a:path w="15783" h="15190" extrusionOk="0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24"/>
            <p:cNvSpPr/>
            <p:nvPr/>
          </p:nvSpPr>
          <p:spPr>
            <a:xfrm>
              <a:off x="8769307" y="2982368"/>
              <a:ext cx="231285" cy="211592"/>
            </a:xfrm>
            <a:custGeom>
              <a:avLst/>
              <a:gdLst/>
              <a:ahLst/>
              <a:cxnLst/>
              <a:rect l="l" t="t" r="r" b="b"/>
              <a:pathLst>
                <a:path w="6025" h="5512" extrusionOk="0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24"/>
            <p:cNvSpPr/>
            <p:nvPr/>
          </p:nvSpPr>
          <p:spPr>
            <a:xfrm>
              <a:off x="8780670" y="2993001"/>
              <a:ext cx="210056" cy="191861"/>
            </a:xfrm>
            <a:custGeom>
              <a:avLst/>
              <a:gdLst/>
              <a:ahLst/>
              <a:cxnLst/>
              <a:rect l="l" t="t" r="r" b="b"/>
              <a:pathLst>
                <a:path w="5472" h="4998" extrusionOk="0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24"/>
            <p:cNvSpPr/>
            <p:nvPr/>
          </p:nvSpPr>
          <p:spPr>
            <a:xfrm>
              <a:off x="8860288" y="3005132"/>
              <a:ext cx="88752" cy="70556"/>
            </a:xfrm>
            <a:custGeom>
              <a:avLst/>
              <a:gdLst/>
              <a:ahLst/>
              <a:cxnLst/>
              <a:rect l="l" t="t" r="r" b="b"/>
              <a:pathLst>
                <a:path w="2312" h="1838" extrusionOk="0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24"/>
            <p:cNvSpPr/>
            <p:nvPr/>
          </p:nvSpPr>
          <p:spPr>
            <a:xfrm>
              <a:off x="8905778" y="3039260"/>
              <a:ext cx="77389" cy="70556"/>
            </a:xfrm>
            <a:custGeom>
              <a:avLst/>
              <a:gdLst/>
              <a:ahLst/>
              <a:cxnLst/>
              <a:rect l="l" t="t" r="r" b="b"/>
              <a:pathLst>
                <a:path w="2016" h="1838" extrusionOk="0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24"/>
            <p:cNvSpPr/>
            <p:nvPr/>
          </p:nvSpPr>
          <p:spPr>
            <a:xfrm>
              <a:off x="8895913" y="3102946"/>
              <a:ext cx="75854" cy="69788"/>
            </a:xfrm>
            <a:custGeom>
              <a:avLst/>
              <a:gdLst/>
              <a:ahLst/>
              <a:cxnLst/>
              <a:rect l="l" t="t" r="r" b="b"/>
              <a:pathLst>
                <a:path w="1976" h="1818" extrusionOk="0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24"/>
            <p:cNvSpPr/>
            <p:nvPr/>
          </p:nvSpPr>
          <p:spPr>
            <a:xfrm>
              <a:off x="8813262" y="3102946"/>
              <a:ext cx="84990" cy="74318"/>
            </a:xfrm>
            <a:custGeom>
              <a:avLst/>
              <a:gdLst/>
              <a:ahLst/>
              <a:cxnLst/>
              <a:rect l="l" t="t" r="r" b="b"/>
              <a:pathLst>
                <a:path w="2214" h="1936" extrusionOk="0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24"/>
            <p:cNvSpPr/>
            <p:nvPr/>
          </p:nvSpPr>
          <p:spPr>
            <a:xfrm>
              <a:off x="8792801" y="3018760"/>
              <a:ext cx="78886" cy="110748"/>
            </a:xfrm>
            <a:custGeom>
              <a:avLst/>
              <a:gdLst/>
              <a:ahLst/>
              <a:cxnLst/>
              <a:rect l="l" t="t" r="r" b="b"/>
              <a:pathLst>
                <a:path w="2055" h="2885" extrusionOk="0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24"/>
            <p:cNvSpPr/>
            <p:nvPr/>
          </p:nvSpPr>
          <p:spPr>
            <a:xfrm>
              <a:off x="8789768" y="3244715"/>
              <a:ext cx="233588" cy="232091"/>
            </a:xfrm>
            <a:custGeom>
              <a:avLst/>
              <a:gdLst/>
              <a:ahLst/>
              <a:cxnLst/>
              <a:rect l="l" t="t" r="r" b="b"/>
              <a:pathLst>
                <a:path w="6085" h="6046" extrusionOk="0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24"/>
            <p:cNvSpPr/>
            <p:nvPr/>
          </p:nvSpPr>
          <p:spPr>
            <a:xfrm>
              <a:off x="8801899" y="3254581"/>
              <a:ext cx="213089" cy="212360"/>
            </a:xfrm>
            <a:custGeom>
              <a:avLst/>
              <a:gdLst/>
              <a:ahLst/>
              <a:cxnLst/>
              <a:rect l="l" t="t" r="r" b="b"/>
              <a:pathLst>
                <a:path w="5551" h="5532" extrusionOk="0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24"/>
            <p:cNvSpPr/>
            <p:nvPr/>
          </p:nvSpPr>
          <p:spPr>
            <a:xfrm>
              <a:off x="8817063" y="3262950"/>
              <a:ext cx="90287" cy="84952"/>
            </a:xfrm>
            <a:custGeom>
              <a:avLst/>
              <a:gdLst/>
              <a:ahLst/>
              <a:cxnLst/>
              <a:rect l="l" t="t" r="r" b="b"/>
              <a:pathLst>
                <a:path w="2352" h="2213" extrusionOk="0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24"/>
            <p:cNvSpPr/>
            <p:nvPr/>
          </p:nvSpPr>
          <p:spPr>
            <a:xfrm>
              <a:off x="8811765" y="3342529"/>
              <a:ext cx="80422" cy="98617"/>
            </a:xfrm>
            <a:custGeom>
              <a:avLst/>
              <a:gdLst/>
              <a:ahLst/>
              <a:cxnLst/>
              <a:rect l="l" t="t" r="r" b="b"/>
              <a:pathLst>
                <a:path w="2095" h="2569" extrusionOk="0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24"/>
            <p:cNvSpPr/>
            <p:nvPr/>
          </p:nvSpPr>
          <p:spPr>
            <a:xfrm>
              <a:off x="8865586" y="3374391"/>
              <a:ext cx="97082" cy="80422"/>
            </a:xfrm>
            <a:custGeom>
              <a:avLst/>
              <a:gdLst/>
              <a:ahLst/>
              <a:cxnLst/>
              <a:rect l="l" t="t" r="r" b="b"/>
              <a:pathLst>
                <a:path w="2529" h="2095" extrusionOk="0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24"/>
            <p:cNvSpPr/>
            <p:nvPr/>
          </p:nvSpPr>
          <p:spPr>
            <a:xfrm>
              <a:off x="8913379" y="3264447"/>
              <a:ext cx="79654" cy="75086"/>
            </a:xfrm>
            <a:custGeom>
              <a:avLst/>
              <a:gdLst/>
              <a:ahLst/>
              <a:cxnLst/>
              <a:rect l="l" t="t" r="r" b="b"/>
              <a:pathLst>
                <a:path w="2075" h="1956" extrusionOk="0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24"/>
            <p:cNvSpPr/>
            <p:nvPr/>
          </p:nvSpPr>
          <p:spPr>
            <a:xfrm>
              <a:off x="8923207" y="3316002"/>
              <a:ext cx="79654" cy="114548"/>
            </a:xfrm>
            <a:custGeom>
              <a:avLst/>
              <a:gdLst/>
              <a:ahLst/>
              <a:cxnLst/>
              <a:rect l="l" t="t" r="r" b="b"/>
              <a:pathLst>
                <a:path w="2075" h="2984" extrusionOk="0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24"/>
            <p:cNvSpPr/>
            <p:nvPr/>
          </p:nvSpPr>
          <p:spPr>
            <a:xfrm>
              <a:off x="9018756" y="3128705"/>
              <a:ext cx="224490" cy="217657"/>
            </a:xfrm>
            <a:custGeom>
              <a:avLst/>
              <a:gdLst/>
              <a:ahLst/>
              <a:cxnLst/>
              <a:rect l="l" t="t" r="r" b="b"/>
              <a:pathLst>
                <a:path w="5848" h="5670" extrusionOk="0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24"/>
            <p:cNvSpPr/>
            <p:nvPr/>
          </p:nvSpPr>
          <p:spPr>
            <a:xfrm>
              <a:off x="9026357" y="3134770"/>
              <a:ext cx="207024" cy="200229"/>
            </a:xfrm>
            <a:custGeom>
              <a:avLst/>
              <a:gdLst/>
              <a:ahLst/>
              <a:cxnLst/>
              <a:rect l="l" t="t" r="r" b="b"/>
              <a:pathLst>
                <a:path w="5393" h="5216" extrusionOk="0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24"/>
            <p:cNvSpPr/>
            <p:nvPr/>
          </p:nvSpPr>
          <p:spPr>
            <a:xfrm>
              <a:off x="9042250" y="3142371"/>
              <a:ext cx="95585" cy="85719"/>
            </a:xfrm>
            <a:custGeom>
              <a:avLst/>
              <a:gdLst/>
              <a:ahLst/>
              <a:cxnLst/>
              <a:rect l="l" t="t" r="r" b="b"/>
              <a:pathLst>
                <a:path w="2490" h="2233" extrusionOk="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24"/>
            <p:cNvSpPr/>
            <p:nvPr/>
          </p:nvSpPr>
          <p:spPr>
            <a:xfrm>
              <a:off x="9140064" y="3145404"/>
              <a:ext cx="79654" cy="84184"/>
            </a:xfrm>
            <a:custGeom>
              <a:avLst/>
              <a:gdLst/>
              <a:ahLst/>
              <a:cxnLst/>
              <a:rect l="l" t="t" r="r" b="b"/>
              <a:pathLst>
                <a:path w="2075" h="2193" extrusionOk="0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24"/>
            <p:cNvSpPr/>
            <p:nvPr/>
          </p:nvSpPr>
          <p:spPr>
            <a:xfrm>
              <a:off x="9038488" y="3210626"/>
              <a:ext cx="76621" cy="89481"/>
            </a:xfrm>
            <a:custGeom>
              <a:avLst/>
              <a:gdLst/>
              <a:ahLst/>
              <a:cxnLst/>
              <a:rect l="l" t="t" r="r" b="b"/>
              <a:pathLst>
                <a:path w="1996" h="2331" extrusionOk="0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24"/>
            <p:cNvSpPr/>
            <p:nvPr/>
          </p:nvSpPr>
          <p:spPr>
            <a:xfrm>
              <a:off x="9078680" y="3258381"/>
              <a:ext cx="94817" cy="66756"/>
            </a:xfrm>
            <a:custGeom>
              <a:avLst/>
              <a:gdLst/>
              <a:ahLst/>
              <a:cxnLst/>
              <a:rect l="l" t="t" r="r" b="b"/>
              <a:pathLst>
                <a:path w="2470" h="1739" extrusionOk="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24"/>
            <p:cNvSpPr/>
            <p:nvPr/>
          </p:nvSpPr>
          <p:spPr>
            <a:xfrm>
              <a:off x="9147664" y="3217421"/>
              <a:ext cx="73589" cy="89520"/>
            </a:xfrm>
            <a:custGeom>
              <a:avLst/>
              <a:gdLst/>
              <a:ahLst/>
              <a:cxnLst/>
              <a:rect l="l" t="t" r="r" b="b"/>
              <a:pathLst>
                <a:path w="1917" h="2332" extrusionOk="0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24"/>
            <p:cNvSpPr/>
            <p:nvPr/>
          </p:nvSpPr>
          <p:spPr>
            <a:xfrm>
              <a:off x="9005128" y="2970237"/>
              <a:ext cx="156966" cy="153972"/>
            </a:xfrm>
            <a:custGeom>
              <a:avLst/>
              <a:gdLst/>
              <a:ahLst/>
              <a:cxnLst/>
              <a:rect l="l" t="t" r="r" b="b"/>
              <a:pathLst>
                <a:path w="4089" h="4011" extrusionOk="0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24"/>
            <p:cNvSpPr/>
            <p:nvPr/>
          </p:nvSpPr>
          <p:spPr>
            <a:xfrm>
              <a:off x="8685121" y="3155999"/>
              <a:ext cx="197197" cy="108483"/>
            </a:xfrm>
            <a:custGeom>
              <a:avLst/>
              <a:gdLst/>
              <a:ahLst/>
              <a:cxnLst/>
              <a:rect l="l" t="t" r="r" b="b"/>
              <a:pathLst>
                <a:path w="5137" h="2826" extrusionOk="0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24"/>
            <p:cNvSpPr/>
            <p:nvPr/>
          </p:nvSpPr>
          <p:spPr>
            <a:xfrm>
              <a:off x="8996030" y="3272777"/>
              <a:ext cx="151669" cy="166870"/>
            </a:xfrm>
            <a:custGeom>
              <a:avLst/>
              <a:gdLst/>
              <a:ahLst/>
              <a:cxnLst/>
              <a:rect l="l" t="t" r="r" b="b"/>
              <a:pathLst>
                <a:path w="3951" h="4347" extrusionOk="0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24"/>
            <p:cNvSpPr/>
            <p:nvPr/>
          </p:nvSpPr>
          <p:spPr>
            <a:xfrm>
              <a:off x="9021021" y="3284178"/>
              <a:ext cx="104683" cy="140306"/>
            </a:xfrm>
            <a:custGeom>
              <a:avLst/>
              <a:gdLst/>
              <a:ahLst/>
              <a:cxnLst/>
              <a:rect l="l" t="t" r="r" b="b"/>
              <a:pathLst>
                <a:path w="2727" h="3655" extrusionOk="0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24"/>
            <p:cNvSpPr/>
            <p:nvPr/>
          </p:nvSpPr>
          <p:spPr>
            <a:xfrm>
              <a:off x="8692722" y="3181028"/>
              <a:ext cx="179730" cy="45528"/>
            </a:xfrm>
            <a:custGeom>
              <a:avLst/>
              <a:gdLst/>
              <a:ahLst/>
              <a:cxnLst/>
              <a:rect l="l" t="t" r="r" b="b"/>
              <a:pathLst>
                <a:path w="4682" h="1186" extrusionOk="0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24"/>
            <p:cNvSpPr/>
            <p:nvPr/>
          </p:nvSpPr>
          <p:spPr>
            <a:xfrm>
              <a:off x="9029389" y="2982368"/>
              <a:ext cx="116045" cy="113781"/>
            </a:xfrm>
            <a:custGeom>
              <a:avLst/>
              <a:gdLst/>
              <a:ahLst/>
              <a:cxnLst/>
              <a:rect l="l" t="t" r="r" b="b"/>
              <a:pathLst>
                <a:path w="3023" h="2964" extrusionOk="0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365" name="Google Shape;6365;p24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6366" name="Google Shape;6366;p24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avLst/>
                <a:gdLst/>
                <a:ahLst/>
                <a:cxnLst/>
                <a:rect l="l" t="t" r="r" b="b"/>
                <a:pathLst>
                  <a:path w="17698" h="18923" extrusionOk="0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24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4919" extrusionOk="0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6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69" name="Google Shape;6369;p25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6370" name="Google Shape;6370;p25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25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25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25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25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25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25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25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25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25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25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25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25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25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25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25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25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25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25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25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25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25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25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25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25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25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25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25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25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25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25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25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25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25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25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25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25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25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25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25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25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25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25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25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25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25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25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25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25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25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25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25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25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25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25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25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25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25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25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25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25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25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25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25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25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25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25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25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25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25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25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25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25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25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25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25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25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25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25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25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25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25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25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25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25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25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25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25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25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25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25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25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25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25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25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25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25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25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25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25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25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25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25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25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25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25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25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25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25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25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25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25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25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25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25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25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25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87" name="Google Shape;6487;p25"/>
          <p:cNvSpPr/>
          <p:nvPr/>
        </p:nvSpPr>
        <p:spPr>
          <a:xfrm rot="-5400000">
            <a:off x="2148607" y="-1809293"/>
            <a:ext cx="4846787" cy="8762086"/>
          </a:xfrm>
          <a:custGeom>
            <a:avLst/>
            <a:gdLst/>
            <a:ahLst/>
            <a:cxnLst/>
            <a:rect l="l" t="t" r="r" b="b"/>
            <a:pathLst>
              <a:path w="54999" h="78817" extrusionOk="0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88" name="Google Shape;6488;p25"/>
          <p:cNvSpPr txBox="1">
            <a:spLocks noGrp="1"/>
          </p:cNvSpPr>
          <p:nvPr>
            <p:ph type="title"/>
          </p:nvPr>
        </p:nvSpPr>
        <p:spPr>
          <a:xfrm>
            <a:off x="2365778" y="1552266"/>
            <a:ext cx="19782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6489" name="Google Shape;6489;p25"/>
          <p:cNvSpPr txBox="1">
            <a:spLocks noGrp="1"/>
          </p:cNvSpPr>
          <p:nvPr>
            <p:ph type="subTitle" idx="1"/>
          </p:nvPr>
        </p:nvSpPr>
        <p:spPr>
          <a:xfrm>
            <a:off x="2365778" y="1763686"/>
            <a:ext cx="19782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90" name="Google Shape;6490;p25"/>
          <p:cNvSpPr txBox="1">
            <a:spLocks noGrp="1"/>
          </p:cNvSpPr>
          <p:nvPr>
            <p:ph type="title" idx="2"/>
          </p:nvPr>
        </p:nvSpPr>
        <p:spPr>
          <a:xfrm>
            <a:off x="5721659" y="1552266"/>
            <a:ext cx="19782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6491" name="Google Shape;6491;p25"/>
          <p:cNvSpPr txBox="1">
            <a:spLocks noGrp="1"/>
          </p:cNvSpPr>
          <p:nvPr>
            <p:ph type="subTitle" idx="3"/>
          </p:nvPr>
        </p:nvSpPr>
        <p:spPr>
          <a:xfrm>
            <a:off x="5721659" y="1763686"/>
            <a:ext cx="19782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92" name="Google Shape;6492;p25"/>
          <p:cNvSpPr txBox="1">
            <a:spLocks noGrp="1"/>
          </p:cNvSpPr>
          <p:nvPr>
            <p:ph type="title" idx="4"/>
          </p:nvPr>
        </p:nvSpPr>
        <p:spPr>
          <a:xfrm>
            <a:off x="2365778" y="3077506"/>
            <a:ext cx="19752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6493" name="Google Shape;6493;p25"/>
          <p:cNvSpPr txBox="1">
            <a:spLocks noGrp="1"/>
          </p:cNvSpPr>
          <p:nvPr>
            <p:ph type="subTitle" idx="5"/>
          </p:nvPr>
        </p:nvSpPr>
        <p:spPr>
          <a:xfrm>
            <a:off x="2365778" y="3288925"/>
            <a:ext cx="19782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94" name="Google Shape;6494;p25"/>
          <p:cNvSpPr txBox="1">
            <a:spLocks noGrp="1"/>
          </p:cNvSpPr>
          <p:nvPr>
            <p:ph type="title" idx="6"/>
          </p:nvPr>
        </p:nvSpPr>
        <p:spPr>
          <a:xfrm>
            <a:off x="5721659" y="3077506"/>
            <a:ext cx="19782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6495" name="Google Shape;6495;p25"/>
          <p:cNvSpPr txBox="1">
            <a:spLocks noGrp="1"/>
          </p:cNvSpPr>
          <p:nvPr>
            <p:ph type="subTitle" idx="7"/>
          </p:nvPr>
        </p:nvSpPr>
        <p:spPr>
          <a:xfrm>
            <a:off x="5721659" y="3288925"/>
            <a:ext cx="19782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96" name="Google Shape;6496;p25"/>
          <p:cNvSpPr txBox="1">
            <a:spLocks noGrp="1"/>
          </p:cNvSpPr>
          <p:nvPr>
            <p:ph type="title" idx="8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6497" name="Google Shape;6497;p25"/>
          <p:cNvGrpSpPr/>
          <p:nvPr/>
        </p:nvGrpSpPr>
        <p:grpSpPr>
          <a:xfrm>
            <a:off x="8497450" y="713375"/>
            <a:ext cx="898165" cy="766770"/>
            <a:chOff x="-252625" y="2918525"/>
            <a:chExt cx="898165" cy="766770"/>
          </a:xfrm>
        </p:grpSpPr>
        <p:sp>
          <p:nvSpPr>
            <p:cNvPr id="6498" name="Google Shape;6498;p25"/>
            <p:cNvSpPr/>
            <p:nvPr/>
          </p:nvSpPr>
          <p:spPr>
            <a:xfrm>
              <a:off x="-186914" y="2918525"/>
              <a:ext cx="788423" cy="766770"/>
            </a:xfrm>
            <a:custGeom>
              <a:avLst/>
              <a:gdLst/>
              <a:ahLst/>
              <a:cxnLst/>
              <a:rect l="l" t="t" r="r" b="b"/>
              <a:pathLst>
                <a:path w="25125" h="24435" extrusionOk="0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25"/>
            <p:cNvSpPr/>
            <p:nvPr/>
          </p:nvSpPr>
          <p:spPr>
            <a:xfrm>
              <a:off x="-69770" y="3110666"/>
              <a:ext cx="639054" cy="564714"/>
            </a:xfrm>
            <a:custGeom>
              <a:avLst/>
              <a:gdLst/>
              <a:ahLst/>
              <a:cxnLst/>
              <a:rect l="l" t="t" r="r" b="b"/>
              <a:pathLst>
                <a:path w="20365" h="17996" extrusionOk="0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25"/>
            <p:cNvSpPr/>
            <p:nvPr/>
          </p:nvSpPr>
          <p:spPr>
            <a:xfrm>
              <a:off x="264935" y="3361707"/>
              <a:ext cx="139484" cy="135781"/>
            </a:xfrm>
            <a:custGeom>
              <a:avLst/>
              <a:gdLst/>
              <a:ahLst/>
              <a:cxnLst/>
              <a:rect l="l" t="t" r="r" b="b"/>
              <a:pathLst>
                <a:path w="4445" h="4327" extrusionOk="0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25"/>
            <p:cNvSpPr/>
            <p:nvPr/>
          </p:nvSpPr>
          <p:spPr>
            <a:xfrm>
              <a:off x="100689" y="3457794"/>
              <a:ext cx="140112" cy="133898"/>
            </a:xfrm>
            <a:custGeom>
              <a:avLst/>
              <a:gdLst/>
              <a:ahLst/>
              <a:cxnLst/>
              <a:rect l="l" t="t" r="r" b="b"/>
              <a:pathLst>
                <a:path w="4465" h="4267" extrusionOk="0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25"/>
            <p:cNvSpPr/>
            <p:nvPr/>
          </p:nvSpPr>
          <p:spPr>
            <a:xfrm>
              <a:off x="199224" y="3212934"/>
              <a:ext cx="146921" cy="133930"/>
            </a:xfrm>
            <a:custGeom>
              <a:avLst/>
              <a:gdLst/>
              <a:ahLst/>
              <a:cxnLst/>
              <a:rect l="l" t="t" r="r" b="b"/>
              <a:pathLst>
                <a:path w="4682" h="4268" extrusionOk="0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25"/>
            <p:cNvSpPr/>
            <p:nvPr/>
          </p:nvSpPr>
          <p:spPr>
            <a:xfrm>
              <a:off x="33723" y="3317085"/>
              <a:ext cx="135781" cy="133898"/>
            </a:xfrm>
            <a:custGeom>
              <a:avLst/>
              <a:gdLst/>
              <a:ahLst/>
              <a:cxnLst/>
              <a:rect l="l" t="t" r="r" b="b"/>
              <a:pathLst>
                <a:path w="4327" h="4267" extrusionOk="0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25"/>
            <p:cNvSpPr/>
            <p:nvPr/>
          </p:nvSpPr>
          <p:spPr>
            <a:xfrm>
              <a:off x="-252625" y="2951380"/>
              <a:ext cx="430188" cy="475438"/>
            </a:xfrm>
            <a:custGeom>
              <a:avLst/>
              <a:gdLst/>
              <a:ahLst/>
              <a:cxnLst/>
              <a:rect l="l" t="t" r="r" b="b"/>
              <a:pathLst>
                <a:path w="13709" h="15151" extrusionOk="0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25"/>
            <p:cNvSpPr/>
            <p:nvPr/>
          </p:nvSpPr>
          <p:spPr>
            <a:xfrm>
              <a:off x="80856" y="2930920"/>
              <a:ext cx="564683" cy="264690"/>
            </a:xfrm>
            <a:custGeom>
              <a:avLst/>
              <a:gdLst/>
              <a:ahLst/>
              <a:cxnLst/>
              <a:rect l="l" t="t" r="r" b="b"/>
              <a:pathLst>
                <a:path w="17995" h="8435" extrusionOk="0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25"/>
            <p:cNvSpPr/>
            <p:nvPr/>
          </p:nvSpPr>
          <p:spPr>
            <a:xfrm>
              <a:off x="351075" y="3134232"/>
              <a:ext cx="120280" cy="125238"/>
            </a:xfrm>
            <a:custGeom>
              <a:avLst/>
              <a:gdLst/>
              <a:ahLst/>
              <a:cxnLst/>
              <a:rect l="l" t="t" r="r" b="b"/>
              <a:pathLst>
                <a:path w="3833" h="3991" extrusionOk="0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25"/>
            <p:cNvSpPr/>
            <p:nvPr/>
          </p:nvSpPr>
          <p:spPr>
            <a:xfrm>
              <a:off x="440352" y="3279272"/>
              <a:ext cx="124610" cy="132047"/>
            </a:xfrm>
            <a:custGeom>
              <a:avLst/>
              <a:gdLst/>
              <a:ahLst/>
              <a:cxnLst/>
              <a:rect l="l" t="t" r="r" b="b"/>
              <a:pathLst>
                <a:path w="3971" h="4208" extrusionOk="0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25"/>
            <p:cNvSpPr/>
            <p:nvPr/>
          </p:nvSpPr>
          <p:spPr>
            <a:xfrm>
              <a:off x="102540" y="3330108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25"/>
            <p:cNvSpPr/>
            <p:nvPr/>
          </p:nvSpPr>
          <p:spPr>
            <a:xfrm>
              <a:off x="91997" y="337473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25"/>
            <p:cNvSpPr/>
            <p:nvPr/>
          </p:nvSpPr>
          <p:spPr>
            <a:xfrm>
              <a:off x="43043" y="3358601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25"/>
            <p:cNvSpPr/>
            <p:nvPr/>
          </p:nvSpPr>
          <p:spPr>
            <a:xfrm>
              <a:off x="52959" y="341502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25"/>
            <p:cNvSpPr/>
            <p:nvPr/>
          </p:nvSpPr>
          <p:spPr>
            <a:xfrm>
              <a:off x="160814" y="3475743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25"/>
            <p:cNvSpPr/>
            <p:nvPr/>
          </p:nvSpPr>
          <p:spPr>
            <a:xfrm>
              <a:off x="202331" y="3509226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25"/>
            <p:cNvSpPr/>
            <p:nvPr/>
          </p:nvSpPr>
          <p:spPr>
            <a:xfrm>
              <a:off x="153377" y="3528430"/>
              <a:ext cx="19236" cy="17385"/>
            </a:xfrm>
            <a:custGeom>
              <a:avLst/>
              <a:gdLst/>
              <a:ahLst/>
              <a:cxnLst/>
              <a:rect l="l" t="t" r="r" b="b"/>
              <a:pathLst>
                <a:path w="613" h="554" extrusionOk="0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25"/>
            <p:cNvSpPr/>
            <p:nvPr/>
          </p:nvSpPr>
          <p:spPr>
            <a:xfrm>
              <a:off x="176912" y="3563137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25"/>
            <p:cNvSpPr/>
            <p:nvPr/>
          </p:nvSpPr>
          <p:spPr>
            <a:xfrm>
              <a:off x="118639" y="3518514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25"/>
            <p:cNvSpPr/>
            <p:nvPr/>
          </p:nvSpPr>
          <p:spPr>
            <a:xfrm>
              <a:off x="375269" y="342183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25"/>
            <p:cNvSpPr/>
            <p:nvPr/>
          </p:nvSpPr>
          <p:spPr>
            <a:xfrm>
              <a:off x="319474" y="3424311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25"/>
            <p:cNvSpPr/>
            <p:nvPr/>
          </p:nvSpPr>
          <p:spPr>
            <a:xfrm>
              <a:off x="344265" y="3460869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25"/>
            <p:cNvSpPr/>
            <p:nvPr/>
          </p:nvSpPr>
          <p:spPr>
            <a:xfrm>
              <a:off x="283512" y="3451580"/>
              <a:ext cx="16788" cy="17385"/>
            </a:xfrm>
            <a:custGeom>
              <a:avLst/>
              <a:gdLst/>
              <a:ahLst/>
              <a:cxnLst/>
              <a:rect l="l" t="t" r="r" b="b"/>
              <a:pathLst>
                <a:path w="535" h="554" extrusionOk="0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25"/>
            <p:cNvSpPr/>
            <p:nvPr/>
          </p:nvSpPr>
          <p:spPr>
            <a:xfrm>
              <a:off x="295311" y="3381540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25"/>
            <p:cNvSpPr/>
            <p:nvPr/>
          </p:nvSpPr>
          <p:spPr>
            <a:xfrm>
              <a:off x="265563" y="3235873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25"/>
            <p:cNvSpPr/>
            <p:nvPr/>
          </p:nvSpPr>
          <p:spPr>
            <a:xfrm>
              <a:off x="264307" y="3295997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25"/>
            <p:cNvSpPr/>
            <p:nvPr/>
          </p:nvSpPr>
          <p:spPr>
            <a:xfrm>
              <a:off x="219684" y="3271835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25"/>
            <p:cNvSpPr/>
            <p:nvPr/>
          </p:nvSpPr>
          <p:spPr>
            <a:xfrm>
              <a:off x="413083" y="3216668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25"/>
            <p:cNvSpPr/>
            <p:nvPr/>
          </p:nvSpPr>
          <p:spPr>
            <a:xfrm>
              <a:off x="384558" y="316150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25"/>
            <p:cNvSpPr/>
            <p:nvPr/>
          </p:nvSpPr>
          <p:spPr>
            <a:xfrm>
              <a:off x="369683" y="319806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25"/>
            <p:cNvSpPr/>
            <p:nvPr/>
          </p:nvSpPr>
          <p:spPr>
            <a:xfrm>
              <a:off x="485603" y="3312754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25"/>
            <p:cNvSpPr/>
            <p:nvPr/>
          </p:nvSpPr>
          <p:spPr>
            <a:xfrm>
              <a:off x="516576" y="3347461"/>
              <a:ext cx="17385" cy="17981"/>
            </a:xfrm>
            <a:custGeom>
              <a:avLst/>
              <a:gdLst/>
              <a:ahLst/>
              <a:cxnLst/>
              <a:rect l="l" t="t" r="r" b="b"/>
              <a:pathLst>
                <a:path w="554" h="573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25"/>
            <p:cNvSpPr/>
            <p:nvPr/>
          </p:nvSpPr>
          <p:spPr>
            <a:xfrm>
              <a:off x="484348" y="3379688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25"/>
            <p:cNvSpPr/>
            <p:nvPr/>
          </p:nvSpPr>
          <p:spPr>
            <a:xfrm>
              <a:off x="465143" y="3335662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25"/>
            <p:cNvSpPr/>
            <p:nvPr/>
          </p:nvSpPr>
          <p:spPr>
            <a:xfrm>
              <a:off x="65354" y="3246417"/>
              <a:ext cx="393003" cy="279564"/>
            </a:xfrm>
            <a:custGeom>
              <a:avLst/>
              <a:gdLst/>
              <a:ahLst/>
              <a:cxnLst/>
              <a:rect l="l" t="t" r="r" b="b"/>
              <a:pathLst>
                <a:path w="12524" h="8909" extrusionOk="0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25"/>
            <p:cNvSpPr/>
            <p:nvPr/>
          </p:nvSpPr>
          <p:spPr>
            <a:xfrm>
              <a:off x="-69770" y="3367293"/>
              <a:ext cx="639054" cy="308089"/>
            </a:xfrm>
            <a:custGeom>
              <a:avLst/>
              <a:gdLst/>
              <a:ahLst/>
              <a:cxnLst/>
              <a:rect l="l" t="t" r="r" b="b"/>
              <a:pathLst>
                <a:path w="20365" h="9818" extrusionOk="0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34" name="Google Shape;6534;p25"/>
          <p:cNvGrpSpPr/>
          <p:nvPr/>
        </p:nvGrpSpPr>
        <p:grpSpPr>
          <a:xfrm rot="-1282427" flipH="1">
            <a:off x="-345303" y="4000189"/>
            <a:ext cx="1294657" cy="1350951"/>
            <a:chOff x="8465725" y="2863051"/>
            <a:chExt cx="1956212" cy="2041561"/>
          </a:xfrm>
        </p:grpSpPr>
        <p:sp>
          <p:nvSpPr>
            <p:cNvPr id="6535" name="Google Shape;6535;p25"/>
            <p:cNvSpPr/>
            <p:nvPr/>
          </p:nvSpPr>
          <p:spPr>
            <a:xfrm>
              <a:off x="8465725" y="2863051"/>
              <a:ext cx="489356" cy="498619"/>
            </a:xfrm>
            <a:custGeom>
              <a:avLst/>
              <a:gdLst/>
              <a:ahLst/>
              <a:cxnLst/>
              <a:rect l="l" t="t" r="r" b="b"/>
              <a:pathLst>
                <a:path w="9403" h="9581" extrusionOk="0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25"/>
            <p:cNvSpPr/>
            <p:nvPr/>
          </p:nvSpPr>
          <p:spPr>
            <a:xfrm>
              <a:off x="8500697" y="2894953"/>
              <a:ext cx="420503" cy="428674"/>
            </a:xfrm>
            <a:custGeom>
              <a:avLst/>
              <a:gdLst/>
              <a:ahLst/>
              <a:cxnLst/>
              <a:rect l="l" t="t" r="r" b="b"/>
              <a:pathLst>
                <a:path w="8080" h="8237" extrusionOk="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25"/>
            <p:cNvSpPr/>
            <p:nvPr/>
          </p:nvSpPr>
          <p:spPr>
            <a:xfrm>
              <a:off x="9589256" y="3455183"/>
              <a:ext cx="89513" cy="97684"/>
            </a:xfrm>
            <a:custGeom>
              <a:avLst/>
              <a:gdLst/>
              <a:ahLst/>
              <a:cxnLst/>
              <a:rect l="l" t="t" r="r" b="b"/>
              <a:pathLst>
                <a:path w="1720" h="1877" extrusionOk="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25"/>
            <p:cNvSpPr/>
            <p:nvPr/>
          </p:nvSpPr>
          <p:spPr>
            <a:xfrm>
              <a:off x="9131860" y="3347249"/>
              <a:ext cx="663073" cy="480092"/>
            </a:xfrm>
            <a:custGeom>
              <a:avLst/>
              <a:gdLst/>
              <a:ahLst/>
              <a:cxnLst/>
              <a:rect l="l" t="t" r="r" b="b"/>
              <a:pathLst>
                <a:path w="12741" h="9225" extrusionOk="0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25"/>
            <p:cNvSpPr/>
            <p:nvPr/>
          </p:nvSpPr>
          <p:spPr>
            <a:xfrm>
              <a:off x="8679565" y="3081003"/>
              <a:ext cx="990993" cy="1292163"/>
            </a:xfrm>
            <a:custGeom>
              <a:avLst/>
              <a:gdLst/>
              <a:ahLst/>
              <a:cxnLst/>
              <a:rect l="l" t="t" r="r" b="b"/>
              <a:pathLst>
                <a:path w="19042" h="24829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25"/>
            <p:cNvSpPr/>
            <p:nvPr/>
          </p:nvSpPr>
          <p:spPr>
            <a:xfrm>
              <a:off x="9065039" y="3536368"/>
              <a:ext cx="522246" cy="598333"/>
            </a:xfrm>
            <a:custGeom>
              <a:avLst/>
              <a:gdLst/>
              <a:ahLst/>
              <a:cxnLst/>
              <a:rect l="l" t="t" r="r" b="b"/>
              <a:pathLst>
                <a:path w="10035" h="11497" extrusionOk="0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25"/>
            <p:cNvSpPr/>
            <p:nvPr/>
          </p:nvSpPr>
          <p:spPr>
            <a:xfrm>
              <a:off x="8982813" y="3540480"/>
              <a:ext cx="798748" cy="539733"/>
            </a:xfrm>
            <a:custGeom>
              <a:avLst/>
              <a:gdLst/>
              <a:ahLst/>
              <a:cxnLst/>
              <a:rect l="l" t="t" r="r" b="b"/>
              <a:pathLst>
                <a:path w="15348" h="10371" extrusionOk="0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25"/>
            <p:cNvSpPr/>
            <p:nvPr/>
          </p:nvSpPr>
          <p:spPr>
            <a:xfrm>
              <a:off x="9290172" y="3374987"/>
              <a:ext cx="244652" cy="248815"/>
            </a:xfrm>
            <a:custGeom>
              <a:avLst/>
              <a:gdLst/>
              <a:ahLst/>
              <a:cxnLst/>
              <a:rect l="l" t="t" r="r" b="b"/>
              <a:pathLst>
                <a:path w="4701" h="4781" extrusionOk="0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25"/>
            <p:cNvSpPr/>
            <p:nvPr/>
          </p:nvSpPr>
          <p:spPr>
            <a:xfrm>
              <a:off x="9450512" y="3402725"/>
              <a:ext cx="151131" cy="166588"/>
            </a:xfrm>
            <a:custGeom>
              <a:avLst/>
              <a:gdLst/>
              <a:ahLst/>
              <a:cxnLst/>
              <a:rect l="l" t="t" r="r" b="b"/>
              <a:pathLst>
                <a:path w="2904" h="3201" extrusionOk="0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25"/>
            <p:cNvSpPr/>
            <p:nvPr/>
          </p:nvSpPr>
          <p:spPr>
            <a:xfrm>
              <a:off x="9166780" y="3347249"/>
              <a:ext cx="123445" cy="75097"/>
            </a:xfrm>
            <a:custGeom>
              <a:avLst/>
              <a:gdLst/>
              <a:ahLst/>
              <a:cxnLst/>
              <a:rect l="l" t="t" r="r" b="b"/>
              <a:pathLst>
                <a:path w="2372" h="1443" extrusionOk="0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25"/>
            <p:cNvSpPr/>
            <p:nvPr/>
          </p:nvSpPr>
          <p:spPr>
            <a:xfrm>
              <a:off x="9001287" y="3788199"/>
              <a:ext cx="127504" cy="125474"/>
            </a:xfrm>
            <a:custGeom>
              <a:avLst/>
              <a:gdLst/>
              <a:ahLst/>
              <a:cxnLst/>
              <a:rect l="l" t="t" r="r" b="b"/>
              <a:pathLst>
                <a:path w="2450" h="2411" extrusionOk="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25"/>
            <p:cNvSpPr/>
            <p:nvPr/>
          </p:nvSpPr>
          <p:spPr>
            <a:xfrm>
              <a:off x="9430997" y="3790281"/>
              <a:ext cx="524276" cy="486285"/>
            </a:xfrm>
            <a:custGeom>
              <a:avLst/>
              <a:gdLst/>
              <a:ahLst/>
              <a:cxnLst/>
              <a:rect l="l" t="t" r="r" b="b"/>
              <a:pathLst>
                <a:path w="10074" h="9344" extrusionOk="0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25"/>
            <p:cNvSpPr/>
            <p:nvPr/>
          </p:nvSpPr>
          <p:spPr>
            <a:xfrm>
              <a:off x="9899685" y="3963996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25"/>
            <p:cNvSpPr/>
            <p:nvPr/>
          </p:nvSpPr>
          <p:spPr>
            <a:xfrm>
              <a:off x="9839057" y="4092487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25"/>
            <p:cNvSpPr/>
            <p:nvPr/>
          </p:nvSpPr>
          <p:spPr>
            <a:xfrm>
              <a:off x="9783580" y="4010261"/>
              <a:ext cx="0" cy="2082"/>
            </a:xfrm>
            <a:custGeom>
              <a:avLst/>
              <a:gdLst/>
              <a:ahLst/>
              <a:cxnLst/>
              <a:rect l="l" t="t" r="r" b="b"/>
              <a:pathLst>
                <a:path h="40" extrusionOk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25"/>
            <p:cNvSpPr/>
            <p:nvPr/>
          </p:nvSpPr>
          <p:spPr>
            <a:xfrm>
              <a:off x="9582074" y="4156239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25"/>
            <p:cNvSpPr/>
            <p:nvPr/>
          </p:nvSpPr>
          <p:spPr>
            <a:xfrm>
              <a:off x="9953184" y="4027747"/>
              <a:ext cx="1041" cy="3123"/>
            </a:xfrm>
            <a:custGeom>
              <a:avLst/>
              <a:gdLst/>
              <a:ahLst/>
              <a:cxnLst/>
              <a:rect l="l" t="t" r="r" b="b"/>
              <a:pathLst>
                <a:path w="20" h="60" extrusionOk="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25"/>
            <p:cNvSpPr/>
            <p:nvPr/>
          </p:nvSpPr>
          <p:spPr>
            <a:xfrm>
              <a:off x="9516293" y="3966026"/>
              <a:ext cx="434867" cy="310538"/>
            </a:xfrm>
            <a:custGeom>
              <a:avLst/>
              <a:gdLst/>
              <a:ahLst/>
              <a:cxnLst/>
              <a:rect l="l" t="t" r="r" b="b"/>
              <a:pathLst>
                <a:path w="8356" h="5967" extrusionOk="0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25"/>
            <p:cNvSpPr/>
            <p:nvPr/>
          </p:nvSpPr>
          <p:spPr>
            <a:xfrm>
              <a:off x="9698231" y="4064749"/>
              <a:ext cx="1093" cy="1041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25"/>
            <p:cNvSpPr/>
            <p:nvPr/>
          </p:nvSpPr>
          <p:spPr>
            <a:xfrm>
              <a:off x="9644784" y="4104821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25"/>
            <p:cNvSpPr/>
            <p:nvPr/>
          </p:nvSpPr>
          <p:spPr>
            <a:xfrm>
              <a:off x="8679565" y="3081003"/>
              <a:ext cx="273483" cy="320738"/>
            </a:xfrm>
            <a:custGeom>
              <a:avLst/>
              <a:gdLst/>
              <a:ahLst/>
              <a:cxnLst/>
              <a:rect l="l" t="t" r="r" b="b"/>
              <a:pathLst>
                <a:path w="5255" h="6163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25"/>
            <p:cNvSpPr/>
            <p:nvPr/>
          </p:nvSpPr>
          <p:spPr>
            <a:xfrm>
              <a:off x="9470028" y="3991734"/>
              <a:ext cx="951909" cy="912877"/>
            </a:xfrm>
            <a:custGeom>
              <a:avLst/>
              <a:gdLst/>
              <a:ahLst/>
              <a:cxnLst/>
              <a:rect l="l" t="t" r="r" b="b"/>
              <a:pathLst>
                <a:path w="18291" h="17541" extrusionOk="0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25"/>
            <p:cNvSpPr/>
            <p:nvPr/>
          </p:nvSpPr>
          <p:spPr>
            <a:xfrm>
              <a:off x="9958284" y="4090406"/>
              <a:ext cx="1093" cy="1093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25"/>
            <p:cNvSpPr/>
            <p:nvPr/>
          </p:nvSpPr>
          <p:spPr>
            <a:xfrm>
              <a:off x="9841138" y="4155198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25"/>
            <p:cNvSpPr/>
            <p:nvPr/>
          </p:nvSpPr>
          <p:spPr>
            <a:xfrm>
              <a:off x="9530709" y="4409110"/>
              <a:ext cx="2082" cy="10304"/>
            </a:xfrm>
            <a:custGeom>
              <a:avLst/>
              <a:gdLst/>
              <a:ahLst/>
              <a:cxnLst/>
              <a:rect l="l" t="t" r="r" b="b"/>
              <a:pathLst>
                <a:path w="40" h="198" extrusionOk="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25"/>
            <p:cNvSpPr/>
            <p:nvPr/>
          </p:nvSpPr>
          <p:spPr>
            <a:xfrm>
              <a:off x="9642703" y="4297064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25"/>
            <p:cNvSpPr/>
            <p:nvPr/>
          </p:nvSpPr>
          <p:spPr>
            <a:xfrm>
              <a:off x="9503959" y="4064749"/>
              <a:ext cx="564401" cy="353629"/>
            </a:xfrm>
            <a:custGeom>
              <a:avLst/>
              <a:gdLst/>
              <a:ahLst/>
              <a:cxnLst/>
              <a:rect l="l" t="t" r="r" b="b"/>
              <a:pathLst>
                <a:path w="10845" h="6795" extrusionOk="0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25"/>
            <p:cNvSpPr/>
            <p:nvPr/>
          </p:nvSpPr>
          <p:spPr>
            <a:xfrm>
              <a:off x="9762971" y="421067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25"/>
            <p:cNvSpPr/>
            <p:nvPr/>
          </p:nvSpPr>
          <p:spPr>
            <a:xfrm>
              <a:off x="10047744" y="4191159"/>
              <a:ext cx="1093" cy="2134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25"/>
            <p:cNvSpPr/>
            <p:nvPr/>
          </p:nvSpPr>
          <p:spPr>
            <a:xfrm>
              <a:off x="9913060" y="4263133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25"/>
            <p:cNvSpPr/>
            <p:nvPr/>
          </p:nvSpPr>
          <p:spPr>
            <a:xfrm>
              <a:off x="9677675" y="4417332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25"/>
            <p:cNvSpPr/>
            <p:nvPr/>
          </p:nvSpPr>
          <p:spPr>
            <a:xfrm>
              <a:off x="9555377" y="4168573"/>
              <a:ext cx="572572" cy="370074"/>
            </a:xfrm>
            <a:custGeom>
              <a:avLst/>
              <a:gdLst/>
              <a:ahLst/>
              <a:cxnLst/>
              <a:rect l="l" t="t" r="r" b="b"/>
              <a:pathLst>
                <a:path w="11002" h="7111" extrusionOk="0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25"/>
            <p:cNvSpPr/>
            <p:nvPr/>
          </p:nvSpPr>
          <p:spPr>
            <a:xfrm>
              <a:off x="9820582" y="4322720"/>
              <a:ext cx="52" cy="2134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25"/>
            <p:cNvSpPr/>
            <p:nvPr/>
          </p:nvSpPr>
          <p:spPr>
            <a:xfrm>
              <a:off x="10122789" y="432173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25"/>
            <p:cNvSpPr/>
            <p:nvPr/>
          </p:nvSpPr>
          <p:spPr>
            <a:xfrm>
              <a:off x="9981963" y="4397765"/>
              <a:ext cx="1041" cy="1093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25"/>
            <p:cNvSpPr/>
            <p:nvPr/>
          </p:nvSpPr>
          <p:spPr>
            <a:xfrm>
              <a:off x="9617046" y="4661981"/>
              <a:ext cx="52" cy="5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25"/>
            <p:cNvSpPr/>
            <p:nvPr/>
          </p:nvSpPr>
          <p:spPr>
            <a:xfrm>
              <a:off x="9734192" y="454993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25"/>
            <p:cNvSpPr/>
            <p:nvPr/>
          </p:nvSpPr>
          <p:spPr>
            <a:xfrm>
              <a:off x="9604712" y="4633150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25"/>
            <p:cNvSpPr/>
            <p:nvPr/>
          </p:nvSpPr>
          <p:spPr>
            <a:xfrm>
              <a:off x="9601590" y="4301175"/>
              <a:ext cx="600414" cy="360863"/>
            </a:xfrm>
            <a:custGeom>
              <a:avLst/>
              <a:gdLst/>
              <a:ahLst/>
              <a:cxnLst/>
              <a:rect l="l" t="t" r="r" b="b"/>
              <a:pathLst>
                <a:path w="11537" h="6934" extrusionOk="0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25"/>
            <p:cNvSpPr/>
            <p:nvPr/>
          </p:nvSpPr>
          <p:spPr>
            <a:xfrm>
              <a:off x="9886363" y="445943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25"/>
            <p:cNvSpPr/>
            <p:nvPr/>
          </p:nvSpPr>
          <p:spPr>
            <a:xfrm>
              <a:off x="10206056" y="444918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25"/>
            <p:cNvSpPr/>
            <p:nvPr/>
          </p:nvSpPr>
          <p:spPr>
            <a:xfrm>
              <a:off x="10061119" y="451704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25"/>
            <p:cNvSpPr/>
            <p:nvPr/>
          </p:nvSpPr>
          <p:spPr>
            <a:xfrm>
              <a:off x="9672523" y="4428626"/>
              <a:ext cx="600362" cy="376267"/>
            </a:xfrm>
            <a:custGeom>
              <a:avLst/>
              <a:gdLst/>
              <a:ahLst/>
              <a:cxnLst/>
              <a:rect l="l" t="t" r="r" b="b"/>
              <a:pathLst>
                <a:path w="11536" h="7230" extrusionOk="0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25"/>
            <p:cNvSpPr/>
            <p:nvPr/>
          </p:nvSpPr>
          <p:spPr>
            <a:xfrm>
              <a:off x="9961407" y="4578714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79" name="Google Shape;6579;p25"/>
          <p:cNvGrpSpPr/>
          <p:nvPr/>
        </p:nvGrpSpPr>
        <p:grpSpPr>
          <a:xfrm>
            <a:off x="-314825" y="1642175"/>
            <a:ext cx="898165" cy="766770"/>
            <a:chOff x="-252625" y="2918525"/>
            <a:chExt cx="898165" cy="766770"/>
          </a:xfrm>
        </p:grpSpPr>
        <p:sp>
          <p:nvSpPr>
            <p:cNvPr id="6580" name="Google Shape;6580;p25"/>
            <p:cNvSpPr/>
            <p:nvPr/>
          </p:nvSpPr>
          <p:spPr>
            <a:xfrm>
              <a:off x="-186914" y="2918525"/>
              <a:ext cx="788423" cy="766770"/>
            </a:xfrm>
            <a:custGeom>
              <a:avLst/>
              <a:gdLst/>
              <a:ahLst/>
              <a:cxnLst/>
              <a:rect l="l" t="t" r="r" b="b"/>
              <a:pathLst>
                <a:path w="25125" h="24435" extrusionOk="0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25"/>
            <p:cNvSpPr/>
            <p:nvPr/>
          </p:nvSpPr>
          <p:spPr>
            <a:xfrm>
              <a:off x="-69770" y="3110666"/>
              <a:ext cx="639054" cy="564714"/>
            </a:xfrm>
            <a:custGeom>
              <a:avLst/>
              <a:gdLst/>
              <a:ahLst/>
              <a:cxnLst/>
              <a:rect l="l" t="t" r="r" b="b"/>
              <a:pathLst>
                <a:path w="20365" h="17996" extrusionOk="0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25"/>
            <p:cNvSpPr/>
            <p:nvPr/>
          </p:nvSpPr>
          <p:spPr>
            <a:xfrm>
              <a:off x="264935" y="3361707"/>
              <a:ext cx="139484" cy="135781"/>
            </a:xfrm>
            <a:custGeom>
              <a:avLst/>
              <a:gdLst/>
              <a:ahLst/>
              <a:cxnLst/>
              <a:rect l="l" t="t" r="r" b="b"/>
              <a:pathLst>
                <a:path w="4445" h="4327" extrusionOk="0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25"/>
            <p:cNvSpPr/>
            <p:nvPr/>
          </p:nvSpPr>
          <p:spPr>
            <a:xfrm>
              <a:off x="100689" y="3457794"/>
              <a:ext cx="140112" cy="133898"/>
            </a:xfrm>
            <a:custGeom>
              <a:avLst/>
              <a:gdLst/>
              <a:ahLst/>
              <a:cxnLst/>
              <a:rect l="l" t="t" r="r" b="b"/>
              <a:pathLst>
                <a:path w="4465" h="4267" extrusionOk="0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25"/>
            <p:cNvSpPr/>
            <p:nvPr/>
          </p:nvSpPr>
          <p:spPr>
            <a:xfrm>
              <a:off x="199224" y="3212934"/>
              <a:ext cx="146921" cy="133930"/>
            </a:xfrm>
            <a:custGeom>
              <a:avLst/>
              <a:gdLst/>
              <a:ahLst/>
              <a:cxnLst/>
              <a:rect l="l" t="t" r="r" b="b"/>
              <a:pathLst>
                <a:path w="4682" h="4268" extrusionOk="0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25"/>
            <p:cNvSpPr/>
            <p:nvPr/>
          </p:nvSpPr>
          <p:spPr>
            <a:xfrm>
              <a:off x="33723" y="3317085"/>
              <a:ext cx="135781" cy="133898"/>
            </a:xfrm>
            <a:custGeom>
              <a:avLst/>
              <a:gdLst/>
              <a:ahLst/>
              <a:cxnLst/>
              <a:rect l="l" t="t" r="r" b="b"/>
              <a:pathLst>
                <a:path w="4327" h="4267" extrusionOk="0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25"/>
            <p:cNvSpPr/>
            <p:nvPr/>
          </p:nvSpPr>
          <p:spPr>
            <a:xfrm>
              <a:off x="-252625" y="2951380"/>
              <a:ext cx="430188" cy="475438"/>
            </a:xfrm>
            <a:custGeom>
              <a:avLst/>
              <a:gdLst/>
              <a:ahLst/>
              <a:cxnLst/>
              <a:rect l="l" t="t" r="r" b="b"/>
              <a:pathLst>
                <a:path w="13709" h="15151" extrusionOk="0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25"/>
            <p:cNvSpPr/>
            <p:nvPr/>
          </p:nvSpPr>
          <p:spPr>
            <a:xfrm>
              <a:off x="80856" y="2930920"/>
              <a:ext cx="564683" cy="264690"/>
            </a:xfrm>
            <a:custGeom>
              <a:avLst/>
              <a:gdLst/>
              <a:ahLst/>
              <a:cxnLst/>
              <a:rect l="l" t="t" r="r" b="b"/>
              <a:pathLst>
                <a:path w="17995" h="8435" extrusionOk="0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25"/>
            <p:cNvSpPr/>
            <p:nvPr/>
          </p:nvSpPr>
          <p:spPr>
            <a:xfrm>
              <a:off x="351075" y="3134232"/>
              <a:ext cx="120280" cy="125238"/>
            </a:xfrm>
            <a:custGeom>
              <a:avLst/>
              <a:gdLst/>
              <a:ahLst/>
              <a:cxnLst/>
              <a:rect l="l" t="t" r="r" b="b"/>
              <a:pathLst>
                <a:path w="3833" h="3991" extrusionOk="0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25"/>
            <p:cNvSpPr/>
            <p:nvPr/>
          </p:nvSpPr>
          <p:spPr>
            <a:xfrm>
              <a:off x="440352" y="3279272"/>
              <a:ext cx="124610" cy="132047"/>
            </a:xfrm>
            <a:custGeom>
              <a:avLst/>
              <a:gdLst/>
              <a:ahLst/>
              <a:cxnLst/>
              <a:rect l="l" t="t" r="r" b="b"/>
              <a:pathLst>
                <a:path w="3971" h="4208" extrusionOk="0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25"/>
            <p:cNvSpPr/>
            <p:nvPr/>
          </p:nvSpPr>
          <p:spPr>
            <a:xfrm>
              <a:off x="102540" y="3330108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25"/>
            <p:cNvSpPr/>
            <p:nvPr/>
          </p:nvSpPr>
          <p:spPr>
            <a:xfrm>
              <a:off x="91997" y="337473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25"/>
            <p:cNvSpPr/>
            <p:nvPr/>
          </p:nvSpPr>
          <p:spPr>
            <a:xfrm>
              <a:off x="43043" y="3358601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25"/>
            <p:cNvSpPr/>
            <p:nvPr/>
          </p:nvSpPr>
          <p:spPr>
            <a:xfrm>
              <a:off x="52959" y="341502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25"/>
            <p:cNvSpPr/>
            <p:nvPr/>
          </p:nvSpPr>
          <p:spPr>
            <a:xfrm>
              <a:off x="160814" y="3475743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25"/>
            <p:cNvSpPr/>
            <p:nvPr/>
          </p:nvSpPr>
          <p:spPr>
            <a:xfrm>
              <a:off x="202331" y="3509226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25"/>
            <p:cNvSpPr/>
            <p:nvPr/>
          </p:nvSpPr>
          <p:spPr>
            <a:xfrm>
              <a:off x="153377" y="3528430"/>
              <a:ext cx="19236" cy="17385"/>
            </a:xfrm>
            <a:custGeom>
              <a:avLst/>
              <a:gdLst/>
              <a:ahLst/>
              <a:cxnLst/>
              <a:rect l="l" t="t" r="r" b="b"/>
              <a:pathLst>
                <a:path w="613" h="554" extrusionOk="0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25"/>
            <p:cNvSpPr/>
            <p:nvPr/>
          </p:nvSpPr>
          <p:spPr>
            <a:xfrm>
              <a:off x="176912" y="3563137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25"/>
            <p:cNvSpPr/>
            <p:nvPr/>
          </p:nvSpPr>
          <p:spPr>
            <a:xfrm>
              <a:off x="118639" y="3518514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25"/>
            <p:cNvSpPr/>
            <p:nvPr/>
          </p:nvSpPr>
          <p:spPr>
            <a:xfrm>
              <a:off x="375269" y="342183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25"/>
            <p:cNvSpPr/>
            <p:nvPr/>
          </p:nvSpPr>
          <p:spPr>
            <a:xfrm>
              <a:off x="319474" y="3424311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25"/>
            <p:cNvSpPr/>
            <p:nvPr/>
          </p:nvSpPr>
          <p:spPr>
            <a:xfrm>
              <a:off x="344265" y="3460869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25"/>
            <p:cNvSpPr/>
            <p:nvPr/>
          </p:nvSpPr>
          <p:spPr>
            <a:xfrm>
              <a:off x="283512" y="3451580"/>
              <a:ext cx="16788" cy="17385"/>
            </a:xfrm>
            <a:custGeom>
              <a:avLst/>
              <a:gdLst/>
              <a:ahLst/>
              <a:cxnLst/>
              <a:rect l="l" t="t" r="r" b="b"/>
              <a:pathLst>
                <a:path w="535" h="554" extrusionOk="0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25"/>
            <p:cNvSpPr/>
            <p:nvPr/>
          </p:nvSpPr>
          <p:spPr>
            <a:xfrm>
              <a:off x="295311" y="3381540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25"/>
            <p:cNvSpPr/>
            <p:nvPr/>
          </p:nvSpPr>
          <p:spPr>
            <a:xfrm>
              <a:off x="265563" y="3235873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25"/>
            <p:cNvSpPr/>
            <p:nvPr/>
          </p:nvSpPr>
          <p:spPr>
            <a:xfrm>
              <a:off x="264307" y="3295997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25"/>
            <p:cNvSpPr/>
            <p:nvPr/>
          </p:nvSpPr>
          <p:spPr>
            <a:xfrm>
              <a:off x="219684" y="3271835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25"/>
            <p:cNvSpPr/>
            <p:nvPr/>
          </p:nvSpPr>
          <p:spPr>
            <a:xfrm>
              <a:off x="413083" y="3216668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25"/>
            <p:cNvSpPr/>
            <p:nvPr/>
          </p:nvSpPr>
          <p:spPr>
            <a:xfrm>
              <a:off x="384558" y="316150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25"/>
            <p:cNvSpPr/>
            <p:nvPr/>
          </p:nvSpPr>
          <p:spPr>
            <a:xfrm>
              <a:off x="369683" y="319806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25"/>
            <p:cNvSpPr/>
            <p:nvPr/>
          </p:nvSpPr>
          <p:spPr>
            <a:xfrm>
              <a:off x="485603" y="3312754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25"/>
            <p:cNvSpPr/>
            <p:nvPr/>
          </p:nvSpPr>
          <p:spPr>
            <a:xfrm>
              <a:off x="516576" y="3347461"/>
              <a:ext cx="17385" cy="17981"/>
            </a:xfrm>
            <a:custGeom>
              <a:avLst/>
              <a:gdLst/>
              <a:ahLst/>
              <a:cxnLst/>
              <a:rect l="l" t="t" r="r" b="b"/>
              <a:pathLst>
                <a:path w="554" h="573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25"/>
            <p:cNvSpPr/>
            <p:nvPr/>
          </p:nvSpPr>
          <p:spPr>
            <a:xfrm>
              <a:off x="484348" y="3379688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25"/>
            <p:cNvSpPr/>
            <p:nvPr/>
          </p:nvSpPr>
          <p:spPr>
            <a:xfrm>
              <a:off x="465143" y="3335662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25"/>
            <p:cNvSpPr/>
            <p:nvPr/>
          </p:nvSpPr>
          <p:spPr>
            <a:xfrm>
              <a:off x="65354" y="3246417"/>
              <a:ext cx="393003" cy="279564"/>
            </a:xfrm>
            <a:custGeom>
              <a:avLst/>
              <a:gdLst/>
              <a:ahLst/>
              <a:cxnLst/>
              <a:rect l="l" t="t" r="r" b="b"/>
              <a:pathLst>
                <a:path w="12524" h="8909" extrusionOk="0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25"/>
            <p:cNvSpPr/>
            <p:nvPr/>
          </p:nvSpPr>
          <p:spPr>
            <a:xfrm>
              <a:off x="-69770" y="3367293"/>
              <a:ext cx="639054" cy="308089"/>
            </a:xfrm>
            <a:custGeom>
              <a:avLst/>
              <a:gdLst/>
              <a:ahLst/>
              <a:cxnLst/>
              <a:rect l="l" t="t" r="r" b="b"/>
              <a:pathLst>
                <a:path w="20365" h="9818" extrusionOk="0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16" name="Google Shape;6616;p25"/>
          <p:cNvGrpSpPr/>
          <p:nvPr/>
        </p:nvGrpSpPr>
        <p:grpSpPr>
          <a:xfrm>
            <a:off x="8178000" y="4356788"/>
            <a:ext cx="925639" cy="688028"/>
            <a:chOff x="8588925" y="2091476"/>
            <a:chExt cx="925639" cy="688028"/>
          </a:xfrm>
        </p:grpSpPr>
        <p:sp>
          <p:nvSpPr>
            <p:cNvPr id="6617" name="Google Shape;6617;p25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25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25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25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25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25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25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25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25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25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25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25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25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25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CUSTOM_7_1">
    <p:spTree>
      <p:nvGrpSpPr>
        <p:cNvPr id="1" name="Shape 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89" name="Google Shape;6989;p28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6990" name="Google Shape;6990;p28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28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28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28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28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28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28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28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28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28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28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28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28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28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28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28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28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28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28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28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28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28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28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28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28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28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28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28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28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28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28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28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28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28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28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28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28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28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28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28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28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28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28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28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28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28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28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28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28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28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28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28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28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28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28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28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28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28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28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28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28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28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28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28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28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28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28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28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28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28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28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28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28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28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28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28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28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28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28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28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28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28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28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28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28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28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28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28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28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28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28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28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28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28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28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28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28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28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28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28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28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28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28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28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28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28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28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28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28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28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28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28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28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28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28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28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28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07" name="Google Shape;7107;p28"/>
          <p:cNvSpPr/>
          <p:nvPr/>
        </p:nvSpPr>
        <p:spPr>
          <a:xfrm rot="5400000" flipH="1">
            <a:off x="2148607" y="-1809293"/>
            <a:ext cx="4846787" cy="8762086"/>
          </a:xfrm>
          <a:custGeom>
            <a:avLst/>
            <a:gdLst/>
            <a:ahLst/>
            <a:cxnLst/>
            <a:rect l="l" t="t" r="r" b="b"/>
            <a:pathLst>
              <a:path w="54999" h="78817" extrusionOk="0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08" name="Google Shape;7108;p28"/>
          <p:cNvSpPr txBox="1">
            <a:spLocks noGrp="1"/>
          </p:cNvSpPr>
          <p:nvPr>
            <p:ph type="title"/>
          </p:nvPr>
        </p:nvSpPr>
        <p:spPr>
          <a:xfrm>
            <a:off x="1023437" y="2006021"/>
            <a:ext cx="19860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109" name="Google Shape;7109;p28"/>
          <p:cNvSpPr txBox="1">
            <a:spLocks noGrp="1"/>
          </p:cNvSpPr>
          <p:nvPr>
            <p:ph type="subTitle" idx="1"/>
          </p:nvPr>
        </p:nvSpPr>
        <p:spPr>
          <a:xfrm>
            <a:off x="1023437" y="2235730"/>
            <a:ext cx="1986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10" name="Google Shape;7110;p28"/>
          <p:cNvSpPr txBox="1">
            <a:spLocks noGrp="1"/>
          </p:cNvSpPr>
          <p:nvPr>
            <p:ph type="title" idx="2"/>
          </p:nvPr>
        </p:nvSpPr>
        <p:spPr>
          <a:xfrm>
            <a:off x="3579000" y="2006021"/>
            <a:ext cx="19860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111" name="Google Shape;7111;p28"/>
          <p:cNvSpPr txBox="1">
            <a:spLocks noGrp="1"/>
          </p:cNvSpPr>
          <p:nvPr>
            <p:ph type="subTitle" idx="3"/>
          </p:nvPr>
        </p:nvSpPr>
        <p:spPr>
          <a:xfrm>
            <a:off x="3579000" y="2235730"/>
            <a:ext cx="1986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12" name="Google Shape;7112;p28"/>
          <p:cNvSpPr txBox="1">
            <a:spLocks noGrp="1"/>
          </p:cNvSpPr>
          <p:nvPr>
            <p:ph type="title" idx="4"/>
          </p:nvPr>
        </p:nvSpPr>
        <p:spPr>
          <a:xfrm>
            <a:off x="1023437" y="3790939"/>
            <a:ext cx="19860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113" name="Google Shape;7113;p28"/>
          <p:cNvSpPr txBox="1">
            <a:spLocks noGrp="1"/>
          </p:cNvSpPr>
          <p:nvPr>
            <p:ph type="subTitle" idx="5"/>
          </p:nvPr>
        </p:nvSpPr>
        <p:spPr>
          <a:xfrm>
            <a:off x="1023437" y="4021375"/>
            <a:ext cx="1986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14" name="Google Shape;7114;p28"/>
          <p:cNvSpPr txBox="1">
            <a:spLocks noGrp="1"/>
          </p:cNvSpPr>
          <p:nvPr>
            <p:ph type="title" idx="6"/>
          </p:nvPr>
        </p:nvSpPr>
        <p:spPr>
          <a:xfrm>
            <a:off x="3579000" y="3790939"/>
            <a:ext cx="19860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115" name="Google Shape;7115;p28"/>
          <p:cNvSpPr txBox="1">
            <a:spLocks noGrp="1"/>
          </p:cNvSpPr>
          <p:nvPr>
            <p:ph type="subTitle" idx="7"/>
          </p:nvPr>
        </p:nvSpPr>
        <p:spPr>
          <a:xfrm>
            <a:off x="3579000" y="4021375"/>
            <a:ext cx="1986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16" name="Google Shape;7116;p28"/>
          <p:cNvSpPr txBox="1">
            <a:spLocks noGrp="1"/>
          </p:cNvSpPr>
          <p:nvPr>
            <p:ph type="title" idx="8"/>
          </p:nvPr>
        </p:nvSpPr>
        <p:spPr>
          <a:xfrm>
            <a:off x="6134563" y="2006021"/>
            <a:ext cx="19860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117" name="Google Shape;7117;p28"/>
          <p:cNvSpPr txBox="1">
            <a:spLocks noGrp="1"/>
          </p:cNvSpPr>
          <p:nvPr>
            <p:ph type="subTitle" idx="9"/>
          </p:nvPr>
        </p:nvSpPr>
        <p:spPr>
          <a:xfrm>
            <a:off x="6134563" y="2235730"/>
            <a:ext cx="1986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18" name="Google Shape;7118;p28"/>
          <p:cNvSpPr txBox="1">
            <a:spLocks noGrp="1"/>
          </p:cNvSpPr>
          <p:nvPr>
            <p:ph type="title" idx="13"/>
          </p:nvPr>
        </p:nvSpPr>
        <p:spPr>
          <a:xfrm>
            <a:off x="6134563" y="3790939"/>
            <a:ext cx="19860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119" name="Google Shape;7119;p28"/>
          <p:cNvSpPr txBox="1">
            <a:spLocks noGrp="1"/>
          </p:cNvSpPr>
          <p:nvPr>
            <p:ph type="subTitle" idx="14"/>
          </p:nvPr>
        </p:nvSpPr>
        <p:spPr>
          <a:xfrm>
            <a:off x="6134563" y="4021375"/>
            <a:ext cx="1986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20" name="Google Shape;7120;p28"/>
          <p:cNvSpPr txBox="1">
            <a:spLocks noGrp="1"/>
          </p:cNvSpPr>
          <p:nvPr>
            <p:ph type="title" idx="15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7121" name="Google Shape;7121;p28"/>
          <p:cNvGrpSpPr/>
          <p:nvPr/>
        </p:nvGrpSpPr>
        <p:grpSpPr>
          <a:xfrm>
            <a:off x="8582675" y="3119675"/>
            <a:ext cx="898165" cy="766770"/>
            <a:chOff x="-252625" y="2918525"/>
            <a:chExt cx="898165" cy="766770"/>
          </a:xfrm>
        </p:grpSpPr>
        <p:sp>
          <p:nvSpPr>
            <p:cNvPr id="7122" name="Google Shape;7122;p28"/>
            <p:cNvSpPr/>
            <p:nvPr/>
          </p:nvSpPr>
          <p:spPr>
            <a:xfrm>
              <a:off x="-186914" y="2918525"/>
              <a:ext cx="788423" cy="766770"/>
            </a:xfrm>
            <a:custGeom>
              <a:avLst/>
              <a:gdLst/>
              <a:ahLst/>
              <a:cxnLst/>
              <a:rect l="l" t="t" r="r" b="b"/>
              <a:pathLst>
                <a:path w="25125" h="24435" extrusionOk="0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28"/>
            <p:cNvSpPr/>
            <p:nvPr/>
          </p:nvSpPr>
          <p:spPr>
            <a:xfrm>
              <a:off x="-69770" y="3110666"/>
              <a:ext cx="639054" cy="564714"/>
            </a:xfrm>
            <a:custGeom>
              <a:avLst/>
              <a:gdLst/>
              <a:ahLst/>
              <a:cxnLst/>
              <a:rect l="l" t="t" r="r" b="b"/>
              <a:pathLst>
                <a:path w="20365" h="17996" extrusionOk="0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28"/>
            <p:cNvSpPr/>
            <p:nvPr/>
          </p:nvSpPr>
          <p:spPr>
            <a:xfrm>
              <a:off x="264935" y="3361707"/>
              <a:ext cx="139484" cy="135781"/>
            </a:xfrm>
            <a:custGeom>
              <a:avLst/>
              <a:gdLst/>
              <a:ahLst/>
              <a:cxnLst/>
              <a:rect l="l" t="t" r="r" b="b"/>
              <a:pathLst>
                <a:path w="4445" h="4327" extrusionOk="0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28"/>
            <p:cNvSpPr/>
            <p:nvPr/>
          </p:nvSpPr>
          <p:spPr>
            <a:xfrm>
              <a:off x="100689" y="3457794"/>
              <a:ext cx="140112" cy="133898"/>
            </a:xfrm>
            <a:custGeom>
              <a:avLst/>
              <a:gdLst/>
              <a:ahLst/>
              <a:cxnLst/>
              <a:rect l="l" t="t" r="r" b="b"/>
              <a:pathLst>
                <a:path w="4465" h="4267" extrusionOk="0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28"/>
            <p:cNvSpPr/>
            <p:nvPr/>
          </p:nvSpPr>
          <p:spPr>
            <a:xfrm>
              <a:off x="199224" y="3212934"/>
              <a:ext cx="146921" cy="133930"/>
            </a:xfrm>
            <a:custGeom>
              <a:avLst/>
              <a:gdLst/>
              <a:ahLst/>
              <a:cxnLst/>
              <a:rect l="l" t="t" r="r" b="b"/>
              <a:pathLst>
                <a:path w="4682" h="4268" extrusionOk="0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28"/>
            <p:cNvSpPr/>
            <p:nvPr/>
          </p:nvSpPr>
          <p:spPr>
            <a:xfrm>
              <a:off x="33723" y="3317085"/>
              <a:ext cx="135781" cy="133898"/>
            </a:xfrm>
            <a:custGeom>
              <a:avLst/>
              <a:gdLst/>
              <a:ahLst/>
              <a:cxnLst/>
              <a:rect l="l" t="t" r="r" b="b"/>
              <a:pathLst>
                <a:path w="4327" h="4267" extrusionOk="0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28"/>
            <p:cNvSpPr/>
            <p:nvPr/>
          </p:nvSpPr>
          <p:spPr>
            <a:xfrm>
              <a:off x="-252625" y="2951380"/>
              <a:ext cx="430188" cy="475438"/>
            </a:xfrm>
            <a:custGeom>
              <a:avLst/>
              <a:gdLst/>
              <a:ahLst/>
              <a:cxnLst/>
              <a:rect l="l" t="t" r="r" b="b"/>
              <a:pathLst>
                <a:path w="13709" h="15151" extrusionOk="0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28"/>
            <p:cNvSpPr/>
            <p:nvPr/>
          </p:nvSpPr>
          <p:spPr>
            <a:xfrm>
              <a:off x="80856" y="2930920"/>
              <a:ext cx="564683" cy="264690"/>
            </a:xfrm>
            <a:custGeom>
              <a:avLst/>
              <a:gdLst/>
              <a:ahLst/>
              <a:cxnLst/>
              <a:rect l="l" t="t" r="r" b="b"/>
              <a:pathLst>
                <a:path w="17995" h="8435" extrusionOk="0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28"/>
            <p:cNvSpPr/>
            <p:nvPr/>
          </p:nvSpPr>
          <p:spPr>
            <a:xfrm>
              <a:off x="351075" y="3134232"/>
              <a:ext cx="120280" cy="125238"/>
            </a:xfrm>
            <a:custGeom>
              <a:avLst/>
              <a:gdLst/>
              <a:ahLst/>
              <a:cxnLst/>
              <a:rect l="l" t="t" r="r" b="b"/>
              <a:pathLst>
                <a:path w="3833" h="3991" extrusionOk="0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28"/>
            <p:cNvSpPr/>
            <p:nvPr/>
          </p:nvSpPr>
          <p:spPr>
            <a:xfrm>
              <a:off x="440352" y="3279272"/>
              <a:ext cx="124610" cy="132047"/>
            </a:xfrm>
            <a:custGeom>
              <a:avLst/>
              <a:gdLst/>
              <a:ahLst/>
              <a:cxnLst/>
              <a:rect l="l" t="t" r="r" b="b"/>
              <a:pathLst>
                <a:path w="3971" h="4208" extrusionOk="0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28"/>
            <p:cNvSpPr/>
            <p:nvPr/>
          </p:nvSpPr>
          <p:spPr>
            <a:xfrm>
              <a:off x="102540" y="3330108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28"/>
            <p:cNvSpPr/>
            <p:nvPr/>
          </p:nvSpPr>
          <p:spPr>
            <a:xfrm>
              <a:off x="91997" y="337473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28"/>
            <p:cNvSpPr/>
            <p:nvPr/>
          </p:nvSpPr>
          <p:spPr>
            <a:xfrm>
              <a:off x="43043" y="3358601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28"/>
            <p:cNvSpPr/>
            <p:nvPr/>
          </p:nvSpPr>
          <p:spPr>
            <a:xfrm>
              <a:off x="52959" y="341502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28"/>
            <p:cNvSpPr/>
            <p:nvPr/>
          </p:nvSpPr>
          <p:spPr>
            <a:xfrm>
              <a:off x="160814" y="3475743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28"/>
            <p:cNvSpPr/>
            <p:nvPr/>
          </p:nvSpPr>
          <p:spPr>
            <a:xfrm>
              <a:off x="202331" y="3509226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28"/>
            <p:cNvSpPr/>
            <p:nvPr/>
          </p:nvSpPr>
          <p:spPr>
            <a:xfrm>
              <a:off x="153377" y="3528430"/>
              <a:ext cx="19236" cy="17385"/>
            </a:xfrm>
            <a:custGeom>
              <a:avLst/>
              <a:gdLst/>
              <a:ahLst/>
              <a:cxnLst/>
              <a:rect l="l" t="t" r="r" b="b"/>
              <a:pathLst>
                <a:path w="613" h="554" extrusionOk="0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28"/>
            <p:cNvSpPr/>
            <p:nvPr/>
          </p:nvSpPr>
          <p:spPr>
            <a:xfrm>
              <a:off x="176912" y="3563137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28"/>
            <p:cNvSpPr/>
            <p:nvPr/>
          </p:nvSpPr>
          <p:spPr>
            <a:xfrm>
              <a:off x="118639" y="3518514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28"/>
            <p:cNvSpPr/>
            <p:nvPr/>
          </p:nvSpPr>
          <p:spPr>
            <a:xfrm>
              <a:off x="375269" y="342183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28"/>
            <p:cNvSpPr/>
            <p:nvPr/>
          </p:nvSpPr>
          <p:spPr>
            <a:xfrm>
              <a:off x="319474" y="3424311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28"/>
            <p:cNvSpPr/>
            <p:nvPr/>
          </p:nvSpPr>
          <p:spPr>
            <a:xfrm>
              <a:off x="344265" y="3460869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28"/>
            <p:cNvSpPr/>
            <p:nvPr/>
          </p:nvSpPr>
          <p:spPr>
            <a:xfrm>
              <a:off x="283512" y="3451580"/>
              <a:ext cx="16788" cy="17385"/>
            </a:xfrm>
            <a:custGeom>
              <a:avLst/>
              <a:gdLst/>
              <a:ahLst/>
              <a:cxnLst/>
              <a:rect l="l" t="t" r="r" b="b"/>
              <a:pathLst>
                <a:path w="535" h="554" extrusionOk="0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28"/>
            <p:cNvSpPr/>
            <p:nvPr/>
          </p:nvSpPr>
          <p:spPr>
            <a:xfrm>
              <a:off x="295311" y="3381540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28"/>
            <p:cNvSpPr/>
            <p:nvPr/>
          </p:nvSpPr>
          <p:spPr>
            <a:xfrm>
              <a:off x="265563" y="3235873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28"/>
            <p:cNvSpPr/>
            <p:nvPr/>
          </p:nvSpPr>
          <p:spPr>
            <a:xfrm>
              <a:off x="264307" y="3295997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28"/>
            <p:cNvSpPr/>
            <p:nvPr/>
          </p:nvSpPr>
          <p:spPr>
            <a:xfrm>
              <a:off x="219684" y="3271835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28"/>
            <p:cNvSpPr/>
            <p:nvPr/>
          </p:nvSpPr>
          <p:spPr>
            <a:xfrm>
              <a:off x="413083" y="3216668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28"/>
            <p:cNvSpPr/>
            <p:nvPr/>
          </p:nvSpPr>
          <p:spPr>
            <a:xfrm>
              <a:off x="384558" y="316150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28"/>
            <p:cNvSpPr/>
            <p:nvPr/>
          </p:nvSpPr>
          <p:spPr>
            <a:xfrm>
              <a:off x="369683" y="319806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28"/>
            <p:cNvSpPr/>
            <p:nvPr/>
          </p:nvSpPr>
          <p:spPr>
            <a:xfrm>
              <a:off x="485603" y="3312754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28"/>
            <p:cNvSpPr/>
            <p:nvPr/>
          </p:nvSpPr>
          <p:spPr>
            <a:xfrm>
              <a:off x="516576" y="3347461"/>
              <a:ext cx="17385" cy="17981"/>
            </a:xfrm>
            <a:custGeom>
              <a:avLst/>
              <a:gdLst/>
              <a:ahLst/>
              <a:cxnLst/>
              <a:rect l="l" t="t" r="r" b="b"/>
              <a:pathLst>
                <a:path w="554" h="573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28"/>
            <p:cNvSpPr/>
            <p:nvPr/>
          </p:nvSpPr>
          <p:spPr>
            <a:xfrm>
              <a:off x="484348" y="3379688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28"/>
            <p:cNvSpPr/>
            <p:nvPr/>
          </p:nvSpPr>
          <p:spPr>
            <a:xfrm>
              <a:off x="465143" y="3335662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28"/>
            <p:cNvSpPr/>
            <p:nvPr/>
          </p:nvSpPr>
          <p:spPr>
            <a:xfrm>
              <a:off x="65354" y="3246417"/>
              <a:ext cx="393003" cy="279564"/>
            </a:xfrm>
            <a:custGeom>
              <a:avLst/>
              <a:gdLst/>
              <a:ahLst/>
              <a:cxnLst/>
              <a:rect l="l" t="t" r="r" b="b"/>
              <a:pathLst>
                <a:path w="12524" h="8909" extrusionOk="0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28"/>
            <p:cNvSpPr/>
            <p:nvPr/>
          </p:nvSpPr>
          <p:spPr>
            <a:xfrm>
              <a:off x="-69770" y="3367293"/>
              <a:ext cx="639054" cy="308089"/>
            </a:xfrm>
            <a:custGeom>
              <a:avLst/>
              <a:gdLst/>
              <a:ahLst/>
              <a:cxnLst/>
              <a:rect l="l" t="t" r="r" b="b"/>
              <a:pathLst>
                <a:path w="20365" h="9818" extrusionOk="0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58" name="Google Shape;7158;p28"/>
          <p:cNvGrpSpPr/>
          <p:nvPr/>
        </p:nvGrpSpPr>
        <p:grpSpPr>
          <a:xfrm>
            <a:off x="8582675" y="1937605"/>
            <a:ext cx="679382" cy="871990"/>
            <a:chOff x="8619938" y="2813305"/>
            <a:chExt cx="679382" cy="871990"/>
          </a:xfrm>
        </p:grpSpPr>
        <p:sp>
          <p:nvSpPr>
            <p:cNvPr id="7159" name="Google Shape;7159;p28"/>
            <p:cNvSpPr/>
            <p:nvPr/>
          </p:nvSpPr>
          <p:spPr>
            <a:xfrm>
              <a:off x="8654027" y="2917184"/>
              <a:ext cx="605870" cy="583106"/>
            </a:xfrm>
            <a:custGeom>
              <a:avLst/>
              <a:gdLst/>
              <a:ahLst/>
              <a:cxnLst/>
              <a:rect l="l" t="t" r="r" b="b"/>
              <a:pathLst>
                <a:path w="15783" h="15190" extrusionOk="0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28"/>
            <p:cNvSpPr/>
            <p:nvPr/>
          </p:nvSpPr>
          <p:spPr>
            <a:xfrm>
              <a:off x="8769307" y="2982368"/>
              <a:ext cx="231285" cy="211592"/>
            </a:xfrm>
            <a:custGeom>
              <a:avLst/>
              <a:gdLst/>
              <a:ahLst/>
              <a:cxnLst/>
              <a:rect l="l" t="t" r="r" b="b"/>
              <a:pathLst>
                <a:path w="6025" h="5512" extrusionOk="0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28"/>
            <p:cNvSpPr/>
            <p:nvPr/>
          </p:nvSpPr>
          <p:spPr>
            <a:xfrm>
              <a:off x="8780670" y="2993001"/>
              <a:ext cx="210056" cy="191861"/>
            </a:xfrm>
            <a:custGeom>
              <a:avLst/>
              <a:gdLst/>
              <a:ahLst/>
              <a:cxnLst/>
              <a:rect l="l" t="t" r="r" b="b"/>
              <a:pathLst>
                <a:path w="5472" h="4998" extrusionOk="0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28"/>
            <p:cNvSpPr/>
            <p:nvPr/>
          </p:nvSpPr>
          <p:spPr>
            <a:xfrm>
              <a:off x="8860288" y="3005132"/>
              <a:ext cx="88752" cy="70556"/>
            </a:xfrm>
            <a:custGeom>
              <a:avLst/>
              <a:gdLst/>
              <a:ahLst/>
              <a:cxnLst/>
              <a:rect l="l" t="t" r="r" b="b"/>
              <a:pathLst>
                <a:path w="2312" h="1838" extrusionOk="0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28"/>
            <p:cNvSpPr/>
            <p:nvPr/>
          </p:nvSpPr>
          <p:spPr>
            <a:xfrm>
              <a:off x="8905778" y="3039260"/>
              <a:ext cx="77389" cy="70556"/>
            </a:xfrm>
            <a:custGeom>
              <a:avLst/>
              <a:gdLst/>
              <a:ahLst/>
              <a:cxnLst/>
              <a:rect l="l" t="t" r="r" b="b"/>
              <a:pathLst>
                <a:path w="2016" h="1838" extrusionOk="0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28"/>
            <p:cNvSpPr/>
            <p:nvPr/>
          </p:nvSpPr>
          <p:spPr>
            <a:xfrm>
              <a:off x="8895913" y="3102946"/>
              <a:ext cx="75854" cy="69788"/>
            </a:xfrm>
            <a:custGeom>
              <a:avLst/>
              <a:gdLst/>
              <a:ahLst/>
              <a:cxnLst/>
              <a:rect l="l" t="t" r="r" b="b"/>
              <a:pathLst>
                <a:path w="1976" h="1818" extrusionOk="0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28"/>
            <p:cNvSpPr/>
            <p:nvPr/>
          </p:nvSpPr>
          <p:spPr>
            <a:xfrm>
              <a:off x="8813262" y="3102946"/>
              <a:ext cx="84990" cy="74318"/>
            </a:xfrm>
            <a:custGeom>
              <a:avLst/>
              <a:gdLst/>
              <a:ahLst/>
              <a:cxnLst/>
              <a:rect l="l" t="t" r="r" b="b"/>
              <a:pathLst>
                <a:path w="2214" h="1936" extrusionOk="0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28"/>
            <p:cNvSpPr/>
            <p:nvPr/>
          </p:nvSpPr>
          <p:spPr>
            <a:xfrm>
              <a:off x="8792801" y="3018760"/>
              <a:ext cx="78886" cy="110748"/>
            </a:xfrm>
            <a:custGeom>
              <a:avLst/>
              <a:gdLst/>
              <a:ahLst/>
              <a:cxnLst/>
              <a:rect l="l" t="t" r="r" b="b"/>
              <a:pathLst>
                <a:path w="2055" h="2885" extrusionOk="0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28"/>
            <p:cNvSpPr/>
            <p:nvPr/>
          </p:nvSpPr>
          <p:spPr>
            <a:xfrm>
              <a:off x="8789768" y="3244715"/>
              <a:ext cx="233588" cy="232091"/>
            </a:xfrm>
            <a:custGeom>
              <a:avLst/>
              <a:gdLst/>
              <a:ahLst/>
              <a:cxnLst/>
              <a:rect l="l" t="t" r="r" b="b"/>
              <a:pathLst>
                <a:path w="6085" h="6046" extrusionOk="0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28"/>
            <p:cNvSpPr/>
            <p:nvPr/>
          </p:nvSpPr>
          <p:spPr>
            <a:xfrm>
              <a:off x="8801899" y="3254581"/>
              <a:ext cx="213089" cy="212360"/>
            </a:xfrm>
            <a:custGeom>
              <a:avLst/>
              <a:gdLst/>
              <a:ahLst/>
              <a:cxnLst/>
              <a:rect l="l" t="t" r="r" b="b"/>
              <a:pathLst>
                <a:path w="5551" h="5532" extrusionOk="0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28"/>
            <p:cNvSpPr/>
            <p:nvPr/>
          </p:nvSpPr>
          <p:spPr>
            <a:xfrm>
              <a:off x="8817063" y="3262950"/>
              <a:ext cx="90287" cy="84952"/>
            </a:xfrm>
            <a:custGeom>
              <a:avLst/>
              <a:gdLst/>
              <a:ahLst/>
              <a:cxnLst/>
              <a:rect l="l" t="t" r="r" b="b"/>
              <a:pathLst>
                <a:path w="2352" h="2213" extrusionOk="0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28"/>
            <p:cNvSpPr/>
            <p:nvPr/>
          </p:nvSpPr>
          <p:spPr>
            <a:xfrm>
              <a:off x="8811765" y="3342529"/>
              <a:ext cx="80422" cy="98617"/>
            </a:xfrm>
            <a:custGeom>
              <a:avLst/>
              <a:gdLst/>
              <a:ahLst/>
              <a:cxnLst/>
              <a:rect l="l" t="t" r="r" b="b"/>
              <a:pathLst>
                <a:path w="2095" h="2569" extrusionOk="0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28"/>
            <p:cNvSpPr/>
            <p:nvPr/>
          </p:nvSpPr>
          <p:spPr>
            <a:xfrm>
              <a:off x="8865586" y="3374391"/>
              <a:ext cx="97082" cy="80422"/>
            </a:xfrm>
            <a:custGeom>
              <a:avLst/>
              <a:gdLst/>
              <a:ahLst/>
              <a:cxnLst/>
              <a:rect l="l" t="t" r="r" b="b"/>
              <a:pathLst>
                <a:path w="2529" h="2095" extrusionOk="0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28"/>
            <p:cNvSpPr/>
            <p:nvPr/>
          </p:nvSpPr>
          <p:spPr>
            <a:xfrm>
              <a:off x="8913379" y="3264447"/>
              <a:ext cx="79654" cy="75086"/>
            </a:xfrm>
            <a:custGeom>
              <a:avLst/>
              <a:gdLst/>
              <a:ahLst/>
              <a:cxnLst/>
              <a:rect l="l" t="t" r="r" b="b"/>
              <a:pathLst>
                <a:path w="2075" h="1956" extrusionOk="0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28"/>
            <p:cNvSpPr/>
            <p:nvPr/>
          </p:nvSpPr>
          <p:spPr>
            <a:xfrm>
              <a:off x="8923207" y="3316002"/>
              <a:ext cx="79654" cy="114548"/>
            </a:xfrm>
            <a:custGeom>
              <a:avLst/>
              <a:gdLst/>
              <a:ahLst/>
              <a:cxnLst/>
              <a:rect l="l" t="t" r="r" b="b"/>
              <a:pathLst>
                <a:path w="2075" h="2984" extrusionOk="0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28"/>
            <p:cNvSpPr/>
            <p:nvPr/>
          </p:nvSpPr>
          <p:spPr>
            <a:xfrm>
              <a:off x="9018756" y="3128705"/>
              <a:ext cx="224490" cy="217657"/>
            </a:xfrm>
            <a:custGeom>
              <a:avLst/>
              <a:gdLst/>
              <a:ahLst/>
              <a:cxnLst/>
              <a:rect l="l" t="t" r="r" b="b"/>
              <a:pathLst>
                <a:path w="5848" h="5670" extrusionOk="0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28"/>
            <p:cNvSpPr/>
            <p:nvPr/>
          </p:nvSpPr>
          <p:spPr>
            <a:xfrm>
              <a:off x="9026357" y="3134770"/>
              <a:ext cx="207024" cy="200229"/>
            </a:xfrm>
            <a:custGeom>
              <a:avLst/>
              <a:gdLst/>
              <a:ahLst/>
              <a:cxnLst/>
              <a:rect l="l" t="t" r="r" b="b"/>
              <a:pathLst>
                <a:path w="5393" h="5216" extrusionOk="0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28"/>
            <p:cNvSpPr/>
            <p:nvPr/>
          </p:nvSpPr>
          <p:spPr>
            <a:xfrm>
              <a:off x="9042250" y="3142371"/>
              <a:ext cx="95585" cy="85719"/>
            </a:xfrm>
            <a:custGeom>
              <a:avLst/>
              <a:gdLst/>
              <a:ahLst/>
              <a:cxnLst/>
              <a:rect l="l" t="t" r="r" b="b"/>
              <a:pathLst>
                <a:path w="2490" h="2233" extrusionOk="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28"/>
            <p:cNvSpPr/>
            <p:nvPr/>
          </p:nvSpPr>
          <p:spPr>
            <a:xfrm>
              <a:off x="9140064" y="3145404"/>
              <a:ext cx="79654" cy="84184"/>
            </a:xfrm>
            <a:custGeom>
              <a:avLst/>
              <a:gdLst/>
              <a:ahLst/>
              <a:cxnLst/>
              <a:rect l="l" t="t" r="r" b="b"/>
              <a:pathLst>
                <a:path w="2075" h="2193" extrusionOk="0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28"/>
            <p:cNvSpPr/>
            <p:nvPr/>
          </p:nvSpPr>
          <p:spPr>
            <a:xfrm>
              <a:off x="9038488" y="3210626"/>
              <a:ext cx="76621" cy="89481"/>
            </a:xfrm>
            <a:custGeom>
              <a:avLst/>
              <a:gdLst/>
              <a:ahLst/>
              <a:cxnLst/>
              <a:rect l="l" t="t" r="r" b="b"/>
              <a:pathLst>
                <a:path w="1996" h="2331" extrusionOk="0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28"/>
            <p:cNvSpPr/>
            <p:nvPr/>
          </p:nvSpPr>
          <p:spPr>
            <a:xfrm>
              <a:off x="9078680" y="3258381"/>
              <a:ext cx="94817" cy="66756"/>
            </a:xfrm>
            <a:custGeom>
              <a:avLst/>
              <a:gdLst/>
              <a:ahLst/>
              <a:cxnLst/>
              <a:rect l="l" t="t" r="r" b="b"/>
              <a:pathLst>
                <a:path w="2470" h="1739" extrusionOk="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28"/>
            <p:cNvSpPr/>
            <p:nvPr/>
          </p:nvSpPr>
          <p:spPr>
            <a:xfrm>
              <a:off x="9147664" y="3217421"/>
              <a:ext cx="73589" cy="89520"/>
            </a:xfrm>
            <a:custGeom>
              <a:avLst/>
              <a:gdLst/>
              <a:ahLst/>
              <a:cxnLst/>
              <a:rect l="l" t="t" r="r" b="b"/>
              <a:pathLst>
                <a:path w="1917" h="2332" extrusionOk="0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28"/>
            <p:cNvSpPr/>
            <p:nvPr/>
          </p:nvSpPr>
          <p:spPr>
            <a:xfrm>
              <a:off x="9005128" y="2970237"/>
              <a:ext cx="156966" cy="153972"/>
            </a:xfrm>
            <a:custGeom>
              <a:avLst/>
              <a:gdLst/>
              <a:ahLst/>
              <a:cxnLst/>
              <a:rect l="l" t="t" r="r" b="b"/>
              <a:pathLst>
                <a:path w="4089" h="4011" extrusionOk="0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28"/>
            <p:cNvSpPr/>
            <p:nvPr/>
          </p:nvSpPr>
          <p:spPr>
            <a:xfrm>
              <a:off x="8685121" y="3155999"/>
              <a:ext cx="197197" cy="108483"/>
            </a:xfrm>
            <a:custGeom>
              <a:avLst/>
              <a:gdLst/>
              <a:ahLst/>
              <a:cxnLst/>
              <a:rect l="l" t="t" r="r" b="b"/>
              <a:pathLst>
                <a:path w="5137" h="2826" extrusionOk="0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28"/>
            <p:cNvSpPr/>
            <p:nvPr/>
          </p:nvSpPr>
          <p:spPr>
            <a:xfrm>
              <a:off x="8996030" y="3272777"/>
              <a:ext cx="151669" cy="166870"/>
            </a:xfrm>
            <a:custGeom>
              <a:avLst/>
              <a:gdLst/>
              <a:ahLst/>
              <a:cxnLst/>
              <a:rect l="l" t="t" r="r" b="b"/>
              <a:pathLst>
                <a:path w="3951" h="4347" extrusionOk="0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28"/>
            <p:cNvSpPr/>
            <p:nvPr/>
          </p:nvSpPr>
          <p:spPr>
            <a:xfrm>
              <a:off x="9021021" y="3284178"/>
              <a:ext cx="104683" cy="140306"/>
            </a:xfrm>
            <a:custGeom>
              <a:avLst/>
              <a:gdLst/>
              <a:ahLst/>
              <a:cxnLst/>
              <a:rect l="l" t="t" r="r" b="b"/>
              <a:pathLst>
                <a:path w="2727" h="3655" extrusionOk="0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28"/>
            <p:cNvSpPr/>
            <p:nvPr/>
          </p:nvSpPr>
          <p:spPr>
            <a:xfrm>
              <a:off x="8692722" y="3181028"/>
              <a:ext cx="179730" cy="45528"/>
            </a:xfrm>
            <a:custGeom>
              <a:avLst/>
              <a:gdLst/>
              <a:ahLst/>
              <a:cxnLst/>
              <a:rect l="l" t="t" r="r" b="b"/>
              <a:pathLst>
                <a:path w="4682" h="1186" extrusionOk="0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28"/>
            <p:cNvSpPr/>
            <p:nvPr/>
          </p:nvSpPr>
          <p:spPr>
            <a:xfrm>
              <a:off x="9029389" y="2982368"/>
              <a:ext cx="116045" cy="113781"/>
            </a:xfrm>
            <a:custGeom>
              <a:avLst/>
              <a:gdLst/>
              <a:ahLst/>
              <a:cxnLst/>
              <a:rect l="l" t="t" r="r" b="b"/>
              <a:pathLst>
                <a:path w="3023" h="2964" extrusionOk="0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87" name="Google Shape;7187;p28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7188" name="Google Shape;7188;p28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avLst/>
                <a:gdLst/>
                <a:ahLst/>
                <a:cxnLst/>
                <a:rect l="l" t="t" r="r" b="b"/>
                <a:pathLst>
                  <a:path w="17698" h="18923" extrusionOk="0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9" name="Google Shape;7189;p28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4919" extrusionOk="0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190" name="Google Shape;7190;p28"/>
          <p:cNvGrpSpPr/>
          <p:nvPr/>
        </p:nvGrpSpPr>
        <p:grpSpPr>
          <a:xfrm>
            <a:off x="-281375" y="3159051"/>
            <a:ext cx="925639" cy="688028"/>
            <a:chOff x="8588925" y="2091476"/>
            <a:chExt cx="925639" cy="688028"/>
          </a:xfrm>
        </p:grpSpPr>
        <p:sp>
          <p:nvSpPr>
            <p:cNvPr id="7191" name="Google Shape;7191;p28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28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28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28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28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28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28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28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28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28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28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28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28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28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05" name="Google Shape;7205;p28"/>
          <p:cNvGrpSpPr/>
          <p:nvPr/>
        </p:nvGrpSpPr>
        <p:grpSpPr>
          <a:xfrm>
            <a:off x="-350587" y="4150200"/>
            <a:ext cx="898165" cy="766770"/>
            <a:chOff x="-252625" y="2918525"/>
            <a:chExt cx="898165" cy="766770"/>
          </a:xfrm>
        </p:grpSpPr>
        <p:sp>
          <p:nvSpPr>
            <p:cNvPr id="7206" name="Google Shape;7206;p28"/>
            <p:cNvSpPr/>
            <p:nvPr/>
          </p:nvSpPr>
          <p:spPr>
            <a:xfrm>
              <a:off x="-186914" y="2918525"/>
              <a:ext cx="788423" cy="766770"/>
            </a:xfrm>
            <a:custGeom>
              <a:avLst/>
              <a:gdLst/>
              <a:ahLst/>
              <a:cxnLst/>
              <a:rect l="l" t="t" r="r" b="b"/>
              <a:pathLst>
                <a:path w="25125" h="24435" extrusionOk="0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28"/>
            <p:cNvSpPr/>
            <p:nvPr/>
          </p:nvSpPr>
          <p:spPr>
            <a:xfrm>
              <a:off x="-69770" y="3110666"/>
              <a:ext cx="639054" cy="564714"/>
            </a:xfrm>
            <a:custGeom>
              <a:avLst/>
              <a:gdLst/>
              <a:ahLst/>
              <a:cxnLst/>
              <a:rect l="l" t="t" r="r" b="b"/>
              <a:pathLst>
                <a:path w="20365" h="17996" extrusionOk="0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28"/>
            <p:cNvSpPr/>
            <p:nvPr/>
          </p:nvSpPr>
          <p:spPr>
            <a:xfrm>
              <a:off x="264935" y="3361707"/>
              <a:ext cx="139484" cy="135781"/>
            </a:xfrm>
            <a:custGeom>
              <a:avLst/>
              <a:gdLst/>
              <a:ahLst/>
              <a:cxnLst/>
              <a:rect l="l" t="t" r="r" b="b"/>
              <a:pathLst>
                <a:path w="4445" h="4327" extrusionOk="0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28"/>
            <p:cNvSpPr/>
            <p:nvPr/>
          </p:nvSpPr>
          <p:spPr>
            <a:xfrm>
              <a:off x="100689" y="3457794"/>
              <a:ext cx="140112" cy="133898"/>
            </a:xfrm>
            <a:custGeom>
              <a:avLst/>
              <a:gdLst/>
              <a:ahLst/>
              <a:cxnLst/>
              <a:rect l="l" t="t" r="r" b="b"/>
              <a:pathLst>
                <a:path w="4465" h="4267" extrusionOk="0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28"/>
            <p:cNvSpPr/>
            <p:nvPr/>
          </p:nvSpPr>
          <p:spPr>
            <a:xfrm>
              <a:off x="199224" y="3212934"/>
              <a:ext cx="146921" cy="133930"/>
            </a:xfrm>
            <a:custGeom>
              <a:avLst/>
              <a:gdLst/>
              <a:ahLst/>
              <a:cxnLst/>
              <a:rect l="l" t="t" r="r" b="b"/>
              <a:pathLst>
                <a:path w="4682" h="4268" extrusionOk="0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28"/>
            <p:cNvSpPr/>
            <p:nvPr/>
          </p:nvSpPr>
          <p:spPr>
            <a:xfrm>
              <a:off x="33723" y="3317085"/>
              <a:ext cx="135781" cy="133898"/>
            </a:xfrm>
            <a:custGeom>
              <a:avLst/>
              <a:gdLst/>
              <a:ahLst/>
              <a:cxnLst/>
              <a:rect l="l" t="t" r="r" b="b"/>
              <a:pathLst>
                <a:path w="4327" h="4267" extrusionOk="0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28"/>
            <p:cNvSpPr/>
            <p:nvPr/>
          </p:nvSpPr>
          <p:spPr>
            <a:xfrm>
              <a:off x="-252625" y="2951380"/>
              <a:ext cx="430188" cy="475438"/>
            </a:xfrm>
            <a:custGeom>
              <a:avLst/>
              <a:gdLst/>
              <a:ahLst/>
              <a:cxnLst/>
              <a:rect l="l" t="t" r="r" b="b"/>
              <a:pathLst>
                <a:path w="13709" h="15151" extrusionOk="0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28"/>
            <p:cNvSpPr/>
            <p:nvPr/>
          </p:nvSpPr>
          <p:spPr>
            <a:xfrm>
              <a:off x="80856" y="2930920"/>
              <a:ext cx="564683" cy="264690"/>
            </a:xfrm>
            <a:custGeom>
              <a:avLst/>
              <a:gdLst/>
              <a:ahLst/>
              <a:cxnLst/>
              <a:rect l="l" t="t" r="r" b="b"/>
              <a:pathLst>
                <a:path w="17995" h="8435" extrusionOk="0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28"/>
            <p:cNvSpPr/>
            <p:nvPr/>
          </p:nvSpPr>
          <p:spPr>
            <a:xfrm>
              <a:off x="351075" y="3134232"/>
              <a:ext cx="120280" cy="125238"/>
            </a:xfrm>
            <a:custGeom>
              <a:avLst/>
              <a:gdLst/>
              <a:ahLst/>
              <a:cxnLst/>
              <a:rect l="l" t="t" r="r" b="b"/>
              <a:pathLst>
                <a:path w="3833" h="3991" extrusionOk="0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28"/>
            <p:cNvSpPr/>
            <p:nvPr/>
          </p:nvSpPr>
          <p:spPr>
            <a:xfrm>
              <a:off x="440352" y="3279272"/>
              <a:ext cx="124610" cy="132047"/>
            </a:xfrm>
            <a:custGeom>
              <a:avLst/>
              <a:gdLst/>
              <a:ahLst/>
              <a:cxnLst/>
              <a:rect l="l" t="t" r="r" b="b"/>
              <a:pathLst>
                <a:path w="3971" h="4208" extrusionOk="0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28"/>
            <p:cNvSpPr/>
            <p:nvPr/>
          </p:nvSpPr>
          <p:spPr>
            <a:xfrm>
              <a:off x="102540" y="3330108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28"/>
            <p:cNvSpPr/>
            <p:nvPr/>
          </p:nvSpPr>
          <p:spPr>
            <a:xfrm>
              <a:off x="91997" y="337473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28"/>
            <p:cNvSpPr/>
            <p:nvPr/>
          </p:nvSpPr>
          <p:spPr>
            <a:xfrm>
              <a:off x="43043" y="3358601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28"/>
            <p:cNvSpPr/>
            <p:nvPr/>
          </p:nvSpPr>
          <p:spPr>
            <a:xfrm>
              <a:off x="52959" y="341502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28"/>
            <p:cNvSpPr/>
            <p:nvPr/>
          </p:nvSpPr>
          <p:spPr>
            <a:xfrm>
              <a:off x="160814" y="3475743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28"/>
            <p:cNvSpPr/>
            <p:nvPr/>
          </p:nvSpPr>
          <p:spPr>
            <a:xfrm>
              <a:off x="202331" y="3509226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28"/>
            <p:cNvSpPr/>
            <p:nvPr/>
          </p:nvSpPr>
          <p:spPr>
            <a:xfrm>
              <a:off x="153377" y="3528430"/>
              <a:ext cx="19236" cy="17385"/>
            </a:xfrm>
            <a:custGeom>
              <a:avLst/>
              <a:gdLst/>
              <a:ahLst/>
              <a:cxnLst/>
              <a:rect l="l" t="t" r="r" b="b"/>
              <a:pathLst>
                <a:path w="613" h="554" extrusionOk="0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28"/>
            <p:cNvSpPr/>
            <p:nvPr/>
          </p:nvSpPr>
          <p:spPr>
            <a:xfrm>
              <a:off x="176912" y="3563137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28"/>
            <p:cNvSpPr/>
            <p:nvPr/>
          </p:nvSpPr>
          <p:spPr>
            <a:xfrm>
              <a:off x="118639" y="3518514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28"/>
            <p:cNvSpPr/>
            <p:nvPr/>
          </p:nvSpPr>
          <p:spPr>
            <a:xfrm>
              <a:off x="375269" y="342183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28"/>
            <p:cNvSpPr/>
            <p:nvPr/>
          </p:nvSpPr>
          <p:spPr>
            <a:xfrm>
              <a:off x="319474" y="3424311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28"/>
            <p:cNvSpPr/>
            <p:nvPr/>
          </p:nvSpPr>
          <p:spPr>
            <a:xfrm>
              <a:off x="344265" y="3460869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28"/>
            <p:cNvSpPr/>
            <p:nvPr/>
          </p:nvSpPr>
          <p:spPr>
            <a:xfrm>
              <a:off x="283512" y="3451580"/>
              <a:ext cx="16788" cy="17385"/>
            </a:xfrm>
            <a:custGeom>
              <a:avLst/>
              <a:gdLst/>
              <a:ahLst/>
              <a:cxnLst/>
              <a:rect l="l" t="t" r="r" b="b"/>
              <a:pathLst>
                <a:path w="535" h="554" extrusionOk="0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28"/>
            <p:cNvSpPr/>
            <p:nvPr/>
          </p:nvSpPr>
          <p:spPr>
            <a:xfrm>
              <a:off x="295311" y="3381540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28"/>
            <p:cNvSpPr/>
            <p:nvPr/>
          </p:nvSpPr>
          <p:spPr>
            <a:xfrm>
              <a:off x="265563" y="3235873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28"/>
            <p:cNvSpPr/>
            <p:nvPr/>
          </p:nvSpPr>
          <p:spPr>
            <a:xfrm>
              <a:off x="264307" y="3295997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28"/>
            <p:cNvSpPr/>
            <p:nvPr/>
          </p:nvSpPr>
          <p:spPr>
            <a:xfrm>
              <a:off x="219684" y="3271835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28"/>
            <p:cNvSpPr/>
            <p:nvPr/>
          </p:nvSpPr>
          <p:spPr>
            <a:xfrm>
              <a:off x="413083" y="3216668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28"/>
            <p:cNvSpPr/>
            <p:nvPr/>
          </p:nvSpPr>
          <p:spPr>
            <a:xfrm>
              <a:off x="384558" y="316150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28"/>
            <p:cNvSpPr/>
            <p:nvPr/>
          </p:nvSpPr>
          <p:spPr>
            <a:xfrm>
              <a:off x="369683" y="319806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28"/>
            <p:cNvSpPr/>
            <p:nvPr/>
          </p:nvSpPr>
          <p:spPr>
            <a:xfrm>
              <a:off x="485603" y="3312754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28"/>
            <p:cNvSpPr/>
            <p:nvPr/>
          </p:nvSpPr>
          <p:spPr>
            <a:xfrm>
              <a:off x="516576" y="3347461"/>
              <a:ext cx="17385" cy="17981"/>
            </a:xfrm>
            <a:custGeom>
              <a:avLst/>
              <a:gdLst/>
              <a:ahLst/>
              <a:cxnLst/>
              <a:rect l="l" t="t" r="r" b="b"/>
              <a:pathLst>
                <a:path w="554" h="573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28"/>
            <p:cNvSpPr/>
            <p:nvPr/>
          </p:nvSpPr>
          <p:spPr>
            <a:xfrm>
              <a:off x="484348" y="3379688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28"/>
            <p:cNvSpPr/>
            <p:nvPr/>
          </p:nvSpPr>
          <p:spPr>
            <a:xfrm>
              <a:off x="465143" y="3335662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28"/>
            <p:cNvSpPr/>
            <p:nvPr/>
          </p:nvSpPr>
          <p:spPr>
            <a:xfrm>
              <a:off x="65354" y="3246417"/>
              <a:ext cx="393003" cy="279564"/>
            </a:xfrm>
            <a:custGeom>
              <a:avLst/>
              <a:gdLst/>
              <a:ahLst/>
              <a:cxnLst/>
              <a:rect l="l" t="t" r="r" b="b"/>
              <a:pathLst>
                <a:path w="12524" h="8909" extrusionOk="0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28"/>
            <p:cNvSpPr/>
            <p:nvPr/>
          </p:nvSpPr>
          <p:spPr>
            <a:xfrm>
              <a:off x="-69770" y="3367293"/>
              <a:ext cx="639054" cy="308089"/>
            </a:xfrm>
            <a:custGeom>
              <a:avLst/>
              <a:gdLst/>
              <a:ahLst/>
              <a:cxnLst/>
              <a:rect l="l" t="t" r="r" b="b"/>
              <a:pathLst>
                <a:path w="20365" h="9818" extrusionOk="0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8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24" name="Google Shape;8324;p32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8325" name="Google Shape;8325;p32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32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32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32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32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32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32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32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32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32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32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32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32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32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32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32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32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32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32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32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32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32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32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32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32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32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32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32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32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32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32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32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32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32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32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32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32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32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32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32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32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32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32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32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32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32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32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32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32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32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32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32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32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32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32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32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32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32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32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32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32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32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32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32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32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32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32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32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32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32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32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32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32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32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32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32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32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32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32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32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32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32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32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32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32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32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32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32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32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32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32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32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32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32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32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32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32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32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32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32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32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32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32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32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32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32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32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32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32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32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32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32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32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32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32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32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32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442" name="Google Shape;8442;p32"/>
          <p:cNvSpPr/>
          <p:nvPr/>
        </p:nvSpPr>
        <p:spPr>
          <a:xfrm rot="-5400000">
            <a:off x="2148607" y="-1809293"/>
            <a:ext cx="4846787" cy="8762086"/>
          </a:xfrm>
          <a:custGeom>
            <a:avLst/>
            <a:gdLst/>
            <a:ahLst/>
            <a:cxnLst/>
            <a:rect l="l" t="t" r="r" b="b"/>
            <a:pathLst>
              <a:path w="54999" h="78817" extrusionOk="0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443" name="Google Shape;8443;p32"/>
          <p:cNvGrpSpPr/>
          <p:nvPr/>
        </p:nvGrpSpPr>
        <p:grpSpPr>
          <a:xfrm rot="-1803311" flipH="1">
            <a:off x="-306832" y="3944345"/>
            <a:ext cx="1294810" cy="1351125"/>
            <a:chOff x="8465725" y="2863051"/>
            <a:chExt cx="1956212" cy="2041561"/>
          </a:xfrm>
        </p:grpSpPr>
        <p:sp>
          <p:nvSpPr>
            <p:cNvPr id="8444" name="Google Shape;8444;p32"/>
            <p:cNvSpPr/>
            <p:nvPr/>
          </p:nvSpPr>
          <p:spPr>
            <a:xfrm>
              <a:off x="8465725" y="2863051"/>
              <a:ext cx="489356" cy="498619"/>
            </a:xfrm>
            <a:custGeom>
              <a:avLst/>
              <a:gdLst/>
              <a:ahLst/>
              <a:cxnLst/>
              <a:rect l="l" t="t" r="r" b="b"/>
              <a:pathLst>
                <a:path w="9403" h="9581" extrusionOk="0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32"/>
            <p:cNvSpPr/>
            <p:nvPr/>
          </p:nvSpPr>
          <p:spPr>
            <a:xfrm>
              <a:off x="8500697" y="2894953"/>
              <a:ext cx="420503" cy="428674"/>
            </a:xfrm>
            <a:custGeom>
              <a:avLst/>
              <a:gdLst/>
              <a:ahLst/>
              <a:cxnLst/>
              <a:rect l="l" t="t" r="r" b="b"/>
              <a:pathLst>
                <a:path w="8080" h="8237" extrusionOk="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32"/>
            <p:cNvSpPr/>
            <p:nvPr/>
          </p:nvSpPr>
          <p:spPr>
            <a:xfrm>
              <a:off x="9589256" y="3455183"/>
              <a:ext cx="89513" cy="97684"/>
            </a:xfrm>
            <a:custGeom>
              <a:avLst/>
              <a:gdLst/>
              <a:ahLst/>
              <a:cxnLst/>
              <a:rect l="l" t="t" r="r" b="b"/>
              <a:pathLst>
                <a:path w="1720" h="1877" extrusionOk="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32"/>
            <p:cNvSpPr/>
            <p:nvPr/>
          </p:nvSpPr>
          <p:spPr>
            <a:xfrm>
              <a:off x="9131860" y="3347249"/>
              <a:ext cx="663073" cy="480092"/>
            </a:xfrm>
            <a:custGeom>
              <a:avLst/>
              <a:gdLst/>
              <a:ahLst/>
              <a:cxnLst/>
              <a:rect l="l" t="t" r="r" b="b"/>
              <a:pathLst>
                <a:path w="12741" h="9225" extrusionOk="0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32"/>
            <p:cNvSpPr/>
            <p:nvPr/>
          </p:nvSpPr>
          <p:spPr>
            <a:xfrm>
              <a:off x="8679565" y="3081003"/>
              <a:ext cx="990993" cy="1292163"/>
            </a:xfrm>
            <a:custGeom>
              <a:avLst/>
              <a:gdLst/>
              <a:ahLst/>
              <a:cxnLst/>
              <a:rect l="l" t="t" r="r" b="b"/>
              <a:pathLst>
                <a:path w="19042" h="24829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32"/>
            <p:cNvSpPr/>
            <p:nvPr/>
          </p:nvSpPr>
          <p:spPr>
            <a:xfrm>
              <a:off x="9065039" y="3536368"/>
              <a:ext cx="522246" cy="598333"/>
            </a:xfrm>
            <a:custGeom>
              <a:avLst/>
              <a:gdLst/>
              <a:ahLst/>
              <a:cxnLst/>
              <a:rect l="l" t="t" r="r" b="b"/>
              <a:pathLst>
                <a:path w="10035" h="11497" extrusionOk="0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32"/>
            <p:cNvSpPr/>
            <p:nvPr/>
          </p:nvSpPr>
          <p:spPr>
            <a:xfrm>
              <a:off x="8982813" y="3540480"/>
              <a:ext cx="798748" cy="539733"/>
            </a:xfrm>
            <a:custGeom>
              <a:avLst/>
              <a:gdLst/>
              <a:ahLst/>
              <a:cxnLst/>
              <a:rect l="l" t="t" r="r" b="b"/>
              <a:pathLst>
                <a:path w="15348" h="10371" extrusionOk="0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32"/>
            <p:cNvSpPr/>
            <p:nvPr/>
          </p:nvSpPr>
          <p:spPr>
            <a:xfrm>
              <a:off x="9290172" y="3374987"/>
              <a:ext cx="244652" cy="248815"/>
            </a:xfrm>
            <a:custGeom>
              <a:avLst/>
              <a:gdLst/>
              <a:ahLst/>
              <a:cxnLst/>
              <a:rect l="l" t="t" r="r" b="b"/>
              <a:pathLst>
                <a:path w="4701" h="4781" extrusionOk="0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32"/>
            <p:cNvSpPr/>
            <p:nvPr/>
          </p:nvSpPr>
          <p:spPr>
            <a:xfrm>
              <a:off x="9450512" y="3402725"/>
              <a:ext cx="151131" cy="166588"/>
            </a:xfrm>
            <a:custGeom>
              <a:avLst/>
              <a:gdLst/>
              <a:ahLst/>
              <a:cxnLst/>
              <a:rect l="l" t="t" r="r" b="b"/>
              <a:pathLst>
                <a:path w="2904" h="3201" extrusionOk="0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32"/>
            <p:cNvSpPr/>
            <p:nvPr/>
          </p:nvSpPr>
          <p:spPr>
            <a:xfrm>
              <a:off x="9166780" y="3347249"/>
              <a:ext cx="123445" cy="75097"/>
            </a:xfrm>
            <a:custGeom>
              <a:avLst/>
              <a:gdLst/>
              <a:ahLst/>
              <a:cxnLst/>
              <a:rect l="l" t="t" r="r" b="b"/>
              <a:pathLst>
                <a:path w="2372" h="1443" extrusionOk="0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32"/>
            <p:cNvSpPr/>
            <p:nvPr/>
          </p:nvSpPr>
          <p:spPr>
            <a:xfrm>
              <a:off x="9001287" y="3788199"/>
              <a:ext cx="127504" cy="125474"/>
            </a:xfrm>
            <a:custGeom>
              <a:avLst/>
              <a:gdLst/>
              <a:ahLst/>
              <a:cxnLst/>
              <a:rect l="l" t="t" r="r" b="b"/>
              <a:pathLst>
                <a:path w="2450" h="2411" extrusionOk="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32"/>
            <p:cNvSpPr/>
            <p:nvPr/>
          </p:nvSpPr>
          <p:spPr>
            <a:xfrm>
              <a:off x="9430997" y="3790281"/>
              <a:ext cx="524276" cy="486285"/>
            </a:xfrm>
            <a:custGeom>
              <a:avLst/>
              <a:gdLst/>
              <a:ahLst/>
              <a:cxnLst/>
              <a:rect l="l" t="t" r="r" b="b"/>
              <a:pathLst>
                <a:path w="10074" h="9344" extrusionOk="0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32"/>
            <p:cNvSpPr/>
            <p:nvPr/>
          </p:nvSpPr>
          <p:spPr>
            <a:xfrm>
              <a:off x="9899685" y="3963996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32"/>
            <p:cNvSpPr/>
            <p:nvPr/>
          </p:nvSpPr>
          <p:spPr>
            <a:xfrm>
              <a:off x="9839057" y="4092487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32"/>
            <p:cNvSpPr/>
            <p:nvPr/>
          </p:nvSpPr>
          <p:spPr>
            <a:xfrm>
              <a:off x="9783580" y="4010261"/>
              <a:ext cx="0" cy="2082"/>
            </a:xfrm>
            <a:custGeom>
              <a:avLst/>
              <a:gdLst/>
              <a:ahLst/>
              <a:cxnLst/>
              <a:rect l="l" t="t" r="r" b="b"/>
              <a:pathLst>
                <a:path h="40" extrusionOk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32"/>
            <p:cNvSpPr/>
            <p:nvPr/>
          </p:nvSpPr>
          <p:spPr>
            <a:xfrm>
              <a:off x="9582074" y="4156239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32"/>
            <p:cNvSpPr/>
            <p:nvPr/>
          </p:nvSpPr>
          <p:spPr>
            <a:xfrm>
              <a:off x="9953184" y="4027747"/>
              <a:ext cx="1041" cy="3123"/>
            </a:xfrm>
            <a:custGeom>
              <a:avLst/>
              <a:gdLst/>
              <a:ahLst/>
              <a:cxnLst/>
              <a:rect l="l" t="t" r="r" b="b"/>
              <a:pathLst>
                <a:path w="20" h="60" extrusionOk="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32"/>
            <p:cNvSpPr/>
            <p:nvPr/>
          </p:nvSpPr>
          <p:spPr>
            <a:xfrm>
              <a:off x="9516293" y="3966026"/>
              <a:ext cx="434867" cy="310538"/>
            </a:xfrm>
            <a:custGeom>
              <a:avLst/>
              <a:gdLst/>
              <a:ahLst/>
              <a:cxnLst/>
              <a:rect l="l" t="t" r="r" b="b"/>
              <a:pathLst>
                <a:path w="8356" h="5967" extrusionOk="0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32"/>
            <p:cNvSpPr/>
            <p:nvPr/>
          </p:nvSpPr>
          <p:spPr>
            <a:xfrm>
              <a:off x="9698231" y="4064749"/>
              <a:ext cx="1093" cy="1041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32"/>
            <p:cNvSpPr/>
            <p:nvPr/>
          </p:nvSpPr>
          <p:spPr>
            <a:xfrm>
              <a:off x="9644784" y="4104821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32"/>
            <p:cNvSpPr/>
            <p:nvPr/>
          </p:nvSpPr>
          <p:spPr>
            <a:xfrm>
              <a:off x="8679565" y="3081003"/>
              <a:ext cx="273483" cy="320738"/>
            </a:xfrm>
            <a:custGeom>
              <a:avLst/>
              <a:gdLst/>
              <a:ahLst/>
              <a:cxnLst/>
              <a:rect l="l" t="t" r="r" b="b"/>
              <a:pathLst>
                <a:path w="5255" h="6163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32"/>
            <p:cNvSpPr/>
            <p:nvPr/>
          </p:nvSpPr>
          <p:spPr>
            <a:xfrm>
              <a:off x="9470028" y="3991734"/>
              <a:ext cx="951909" cy="912877"/>
            </a:xfrm>
            <a:custGeom>
              <a:avLst/>
              <a:gdLst/>
              <a:ahLst/>
              <a:cxnLst/>
              <a:rect l="l" t="t" r="r" b="b"/>
              <a:pathLst>
                <a:path w="18291" h="17541" extrusionOk="0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32"/>
            <p:cNvSpPr/>
            <p:nvPr/>
          </p:nvSpPr>
          <p:spPr>
            <a:xfrm>
              <a:off x="9958284" y="4090406"/>
              <a:ext cx="1093" cy="1093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32"/>
            <p:cNvSpPr/>
            <p:nvPr/>
          </p:nvSpPr>
          <p:spPr>
            <a:xfrm>
              <a:off x="9841138" y="4155198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32"/>
            <p:cNvSpPr/>
            <p:nvPr/>
          </p:nvSpPr>
          <p:spPr>
            <a:xfrm>
              <a:off x="9530709" y="4409110"/>
              <a:ext cx="2082" cy="10304"/>
            </a:xfrm>
            <a:custGeom>
              <a:avLst/>
              <a:gdLst/>
              <a:ahLst/>
              <a:cxnLst/>
              <a:rect l="l" t="t" r="r" b="b"/>
              <a:pathLst>
                <a:path w="40" h="198" extrusionOk="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32"/>
            <p:cNvSpPr/>
            <p:nvPr/>
          </p:nvSpPr>
          <p:spPr>
            <a:xfrm>
              <a:off x="9642703" y="4297064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32"/>
            <p:cNvSpPr/>
            <p:nvPr/>
          </p:nvSpPr>
          <p:spPr>
            <a:xfrm>
              <a:off x="9503959" y="4064749"/>
              <a:ext cx="564401" cy="353629"/>
            </a:xfrm>
            <a:custGeom>
              <a:avLst/>
              <a:gdLst/>
              <a:ahLst/>
              <a:cxnLst/>
              <a:rect l="l" t="t" r="r" b="b"/>
              <a:pathLst>
                <a:path w="10845" h="6795" extrusionOk="0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32"/>
            <p:cNvSpPr/>
            <p:nvPr/>
          </p:nvSpPr>
          <p:spPr>
            <a:xfrm>
              <a:off x="9762971" y="421067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32"/>
            <p:cNvSpPr/>
            <p:nvPr/>
          </p:nvSpPr>
          <p:spPr>
            <a:xfrm>
              <a:off x="10047744" y="4191159"/>
              <a:ext cx="1093" cy="2134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32"/>
            <p:cNvSpPr/>
            <p:nvPr/>
          </p:nvSpPr>
          <p:spPr>
            <a:xfrm>
              <a:off x="9913060" y="4263133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32"/>
            <p:cNvSpPr/>
            <p:nvPr/>
          </p:nvSpPr>
          <p:spPr>
            <a:xfrm>
              <a:off x="9677675" y="4417332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32"/>
            <p:cNvSpPr/>
            <p:nvPr/>
          </p:nvSpPr>
          <p:spPr>
            <a:xfrm>
              <a:off x="9555377" y="4168573"/>
              <a:ext cx="572572" cy="370074"/>
            </a:xfrm>
            <a:custGeom>
              <a:avLst/>
              <a:gdLst/>
              <a:ahLst/>
              <a:cxnLst/>
              <a:rect l="l" t="t" r="r" b="b"/>
              <a:pathLst>
                <a:path w="11002" h="7111" extrusionOk="0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32"/>
            <p:cNvSpPr/>
            <p:nvPr/>
          </p:nvSpPr>
          <p:spPr>
            <a:xfrm>
              <a:off x="9820582" y="4322720"/>
              <a:ext cx="52" cy="2134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32"/>
            <p:cNvSpPr/>
            <p:nvPr/>
          </p:nvSpPr>
          <p:spPr>
            <a:xfrm>
              <a:off x="10122789" y="432173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32"/>
            <p:cNvSpPr/>
            <p:nvPr/>
          </p:nvSpPr>
          <p:spPr>
            <a:xfrm>
              <a:off x="9981963" y="4397765"/>
              <a:ext cx="1041" cy="1093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32"/>
            <p:cNvSpPr/>
            <p:nvPr/>
          </p:nvSpPr>
          <p:spPr>
            <a:xfrm>
              <a:off x="9617046" y="4661981"/>
              <a:ext cx="52" cy="5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32"/>
            <p:cNvSpPr/>
            <p:nvPr/>
          </p:nvSpPr>
          <p:spPr>
            <a:xfrm>
              <a:off x="9734192" y="454993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32"/>
            <p:cNvSpPr/>
            <p:nvPr/>
          </p:nvSpPr>
          <p:spPr>
            <a:xfrm>
              <a:off x="9604712" y="4633150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32"/>
            <p:cNvSpPr/>
            <p:nvPr/>
          </p:nvSpPr>
          <p:spPr>
            <a:xfrm>
              <a:off x="9601590" y="4301175"/>
              <a:ext cx="600414" cy="360863"/>
            </a:xfrm>
            <a:custGeom>
              <a:avLst/>
              <a:gdLst/>
              <a:ahLst/>
              <a:cxnLst/>
              <a:rect l="l" t="t" r="r" b="b"/>
              <a:pathLst>
                <a:path w="11537" h="6934" extrusionOk="0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32"/>
            <p:cNvSpPr/>
            <p:nvPr/>
          </p:nvSpPr>
          <p:spPr>
            <a:xfrm>
              <a:off x="9886363" y="445943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32"/>
            <p:cNvSpPr/>
            <p:nvPr/>
          </p:nvSpPr>
          <p:spPr>
            <a:xfrm>
              <a:off x="10206056" y="444918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32"/>
            <p:cNvSpPr/>
            <p:nvPr/>
          </p:nvSpPr>
          <p:spPr>
            <a:xfrm>
              <a:off x="10061119" y="451704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32"/>
            <p:cNvSpPr/>
            <p:nvPr/>
          </p:nvSpPr>
          <p:spPr>
            <a:xfrm>
              <a:off x="9672523" y="4428626"/>
              <a:ext cx="600362" cy="376267"/>
            </a:xfrm>
            <a:custGeom>
              <a:avLst/>
              <a:gdLst/>
              <a:ahLst/>
              <a:cxnLst/>
              <a:rect l="l" t="t" r="r" b="b"/>
              <a:pathLst>
                <a:path w="11536" h="7230" extrusionOk="0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32"/>
            <p:cNvSpPr/>
            <p:nvPr/>
          </p:nvSpPr>
          <p:spPr>
            <a:xfrm>
              <a:off x="9961407" y="4578714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88" name="Google Shape;8488;p32"/>
          <p:cNvGrpSpPr/>
          <p:nvPr/>
        </p:nvGrpSpPr>
        <p:grpSpPr>
          <a:xfrm rot="-10117629">
            <a:off x="-252693" y="-166321"/>
            <a:ext cx="1047295" cy="979635"/>
            <a:chOff x="-252624" y="1601574"/>
            <a:chExt cx="1047258" cy="979600"/>
          </a:xfrm>
        </p:grpSpPr>
        <p:sp>
          <p:nvSpPr>
            <p:cNvPr id="8489" name="Google Shape;8489;p32"/>
            <p:cNvSpPr/>
            <p:nvPr/>
          </p:nvSpPr>
          <p:spPr>
            <a:xfrm>
              <a:off x="534175" y="1698647"/>
              <a:ext cx="203734" cy="206468"/>
            </a:xfrm>
            <a:custGeom>
              <a:avLst/>
              <a:gdLst/>
              <a:ahLst/>
              <a:cxnLst/>
              <a:rect l="l" t="t" r="r" b="b"/>
              <a:pathLst>
                <a:path w="5887" h="5966" extrusionOk="0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32"/>
            <p:cNvSpPr/>
            <p:nvPr/>
          </p:nvSpPr>
          <p:spPr>
            <a:xfrm>
              <a:off x="-186316" y="2276933"/>
              <a:ext cx="200343" cy="205811"/>
            </a:xfrm>
            <a:custGeom>
              <a:avLst/>
              <a:gdLst/>
              <a:ahLst/>
              <a:cxnLst/>
              <a:rect l="l" t="t" r="r" b="b"/>
              <a:pathLst>
                <a:path w="5789" h="5947" extrusionOk="0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32"/>
            <p:cNvSpPr/>
            <p:nvPr/>
          </p:nvSpPr>
          <p:spPr>
            <a:xfrm>
              <a:off x="-243730" y="1601574"/>
              <a:ext cx="1038363" cy="979600"/>
            </a:xfrm>
            <a:custGeom>
              <a:avLst/>
              <a:gdLst/>
              <a:ahLst/>
              <a:cxnLst/>
              <a:rect l="l" t="t" r="r" b="b"/>
              <a:pathLst>
                <a:path w="30004" h="28306" extrusionOk="0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32"/>
            <p:cNvSpPr/>
            <p:nvPr/>
          </p:nvSpPr>
          <p:spPr>
            <a:xfrm>
              <a:off x="-194518" y="1657637"/>
              <a:ext cx="924228" cy="877750"/>
            </a:xfrm>
            <a:custGeom>
              <a:avLst/>
              <a:gdLst/>
              <a:ahLst/>
              <a:cxnLst/>
              <a:rect l="l" t="t" r="r" b="b"/>
              <a:pathLst>
                <a:path w="26706" h="25363" extrusionOk="0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32"/>
            <p:cNvSpPr/>
            <p:nvPr/>
          </p:nvSpPr>
          <p:spPr>
            <a:xfrm>
              <a:off x="283998" y="1871579"/>
              <a:ext cx="192798" cy="193491"/>
            </a:xfrm>
            <a:custGeom>
              <a:avLst/>
              <a:gdLst/>
              <a:ahLst/>
              <a:cxnLst/>
              <a:rect l="l" t="t" r="r" b="b"/>
              <a:pathLst>
                <a:path w="5571" h="5591" extrusionOk="0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32"/>
            <p:cNvSpPr/>
            <p:nvPr/>
          </p:nvSpPr>
          <p:spPr>
            <a:xfrm>
              <a:off x="254582" y="1705499"/>
              <a:ext cx="236577" cy="168192"/>
            </a:xfrm>
            <a:custGeom>
              <a:avLst/>
              <a:gdLst/>
              <a:ahLst/>
              <a:cxnLst/>
              <a:rect l="l" t="t" r="r" b="b"/>
              <a:pathLst>
                <a:path w="6836" h="4860" extrusionOk="0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32"/>
            <p:cNvSpPr/>
            <p:nvPr/>
          </p:nvSpPr>
          <p:spPr>
            <a:xfrm>
              <a:off x="480188" y="1885941"/>
              <a:ext cx="187988" cy="220138"/>
            </a:xfrm>
            <a:custGeom>
              <a:avLst/>
              <a:gdLst/>
              <a:ahLst/>
              <a:cxnLst/>
              <a:rect l="l" t="t" r="r" b="b"/>
              <a:pathLst>
                <a:path w="5432" h="6361" extrusionOk="0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32"/>
            <p:cNvSpPr/>
            <p:nvPr/>
          </p:nvSpPr>
          <p:spPr>
            <a:xfrm>
              <a:off x="106255" y="1808040"/>
              <a:ext cx="177779" cy="213286"/>
            </a:xfrm>
            <a:custGeom>
              <a:avLst/>
              <a:gdLst/>
              <a:ahLst/>
              <a:cxnLst/>
              <a:rect l="l" t="t" r="r" b="b"/>
              <a:pathLst>
                <a:path w="5137" h="6163" extrusionOk="0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32"/>
            <p:cNvSpPr/>
            <p:nvPr/>
          </p:nvSpPr>
          <p:spPr>
            <a:xfrm>
              <a:off x="348922" y="2067767"/>
              <a:ext cx="209894" cy="195532"/>
            </a:xfrm>
            <a:custGeom>
              <a:avLst/>
              <a:gdLst/>
              <a:ahLst/>
              <a:cxnLst/>
              <a:rect l="l" t="t" r="r" b="b"/>
              <a:pathLst>
                <a:path w="6065" h="5650" extrusionOk="0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32"/>
            <p:cNvSpPr/>
            <p:nvPr/>
          </p:nvSpPr>
          <p:spPr>
            <a:xfrm>
              <a:off x="-137105" y="2061642"/>
              <a:ext cx="276895" cy="276860"/>
            </a:xfrm>
            <a:custGeom>
              <a:avLst/>
              <a:gdLst/>
              <a:ahLst/>
              <a:cxnLst/>
              <a:rect l="l" t="t" r="r" b="b"/>
              <a:pathLst>
                <a:path w="8001" h="8000" extrusionOk="0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32"/>
            <p:cNvSpPr/>
            <p:nvPr/>
          </p:nvSpPr>
          <p:spPr>
            <a:xfrm>
              <a:off x="95319" y="2182628"/>
              <a:ext cx="343860" cy="276860"/>
            </a:xfrm>
            <a:custGeom>
              <a:avLst/>
              <a:gdLst/>
              <a:ahLst/>
              <a:cxnLst/>
              <a:rect l="l" t="t" r="r" b="b"/>
              <a:pathLst>
                <a:path w="9936" h="8000" extrusionOk="0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32"/>
            <p:cNvSpPr/>
            <p:nvPr/>
          </p:nvSpPr>
          <p:spPr>
            <a:xfrm>
              <a:off x="70021" y="1905771"/>
              <a:ext cx="327491" cy="255680"/>
            </a:xfrm>
            <a:custGeom>
              <a:avLst/>
              <a:gdLst/>
              <a:ahLst/>
              <a:cxnLst/>
              <a:rect l="l" t="t" r="r" b="b"/>
              <a:pathLst>
                <a:path w="9463" h="7388" extrusionOk="0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32"/>
            <p:cNvSpPr/>
            <p:nvPr/>
          </p:nvSpPr>
          <p:spPr>
            <a:xfrm>
              <a:off x="-252624" y="1774540"/>
              <a:ext cx="568774" cy="555070"/>
            </a:xfrm>
            <a:custGeom>
              <a:avLst/>
              <a:gdLst/>
              <a:ahLst/>
              <a:cxnLst/>
              <a:rect l="l" t="t" r="r" b="b"/>
              <a:pathLst>
                <a:path w="16435" h="16039" extrusionOk="0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02" name="Google Shape;8502;p32"/>
          <p:cNvGrpSpPr/>
          <p:nvPr/>
        </p:nvGrpSpPr>
        <p:grpSpPr>
          <a:xfrm rot="10800000">
            <a:off x="8234127" y="4619125"/>
            <a:ext cx="925639" cy="688028"/>
            <a:chOff x="8588925" y="2091476"/>
            <a:chExt cx="925639" cy="688028"/>
          </a:xfrm>
        </p:grpSpPr>
        <p:sp>
          <p:nvSpPr>
            <p:cNvPr id="8503" name="Google Shape;8503;p32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32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32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32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32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32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32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32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32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32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32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32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32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32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8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18" name="Google Shape;8518;p33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8519" name="Google Shape;8519;p33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33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33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33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33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33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33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33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33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33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33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33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33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33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33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33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33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33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33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33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33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33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33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33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33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33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33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33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33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33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33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33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33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33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33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33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33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33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33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33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33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33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33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33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33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33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33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33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33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33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33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33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33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33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33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33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33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33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33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33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33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33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33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33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33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33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33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33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33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33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33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33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33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33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33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33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33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33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33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33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33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33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33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33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33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33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33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33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33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33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33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33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33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33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33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33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33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33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33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33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33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33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33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33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33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33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33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33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33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33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33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33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33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33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33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33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33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36" name="Google Shape;8636;p33"/>
          <p:cNvSpPr/>
          <p:nvPr/>
        </p:nvSpPr>
        <p:spPr>
          <a:xfrm rot="5400000" flipH="1">
            <a:off x="2148607" y="-1809293"/>
            <a:ext cx="4846787" cy="8762086"/>
          </a:xfrm>
          <a:custGeom>
            <a:avLst/>
            <a:gdLst/>
            <a:ahLst/>
            <a:cxnLst/>
            <a:rect l="l" t="t" r="r" b="b"/>
            <a:pathLst>
              <a:path w="54999" h="78817" extrusionOk="0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637" name="Google Shape;8637;p33"/>
          <p:cNvGrpSpPr/>
          <p:nvPr/>
        </p:nvGrpSpPr>
        <p:grpSpPr>
          <a:xfrm rot="-6417267" flipH="1">
            <a:off x="8427249" y="1479732"/>
            <a:ext cx="925603" cy="688001"/>
            <a:chOff x="8588925" y="2091476"/>
            <a:chExt cx="925639" cy="688028"/>
          </a:xfrm>
        </p:grpSpPr>
        <p:sp>
          <p:nvSpPr>
            <p:cNvPr id="8638" name="Google Shape;8638;p33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33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33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33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33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33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33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33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33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33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33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33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33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33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52" name="Google Shape;8652;p33"/>
          <p:cNvGrpSpPr/>
          <p:nvPr/>
        </p:nvGrpSpPr>
        <p:grpSpPr>
          <a:xfrm rot="-6417267" flipH="1">
            <a:off x="-115226" y="4013532"/>
            <a:ext cx="925603" cy="688001"/>
            <a:chOff x="8588925" y="2091476"/>
            <a:chExt cx="925639" cy="688028"/>
          </a:xfrm>
        </p:grpSpPr>
        <p:sp>
          <p:nvSpPr>
            <p:cNvPr id="8653" name="Google Shape;8653;p33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33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33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33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33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33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33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33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33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33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33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33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33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33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67" name="Google Shape;8667;p33"/>
          <p:cNvGrpSpPr/>
          <p:nvPr/>
        </p:nvGrpSpPr>
        <p:grpSpPr>
          <a:xfrm rot="-6127006" flipH="1">
            <a:off x="-224632" y="49716"/>
            <a:ext cx="1047234" cy="979578"/>
            <a:chOff x="-252624" y="1601574"/>
            <a:chExt cx="1047258" cy="979600"/>
          </a:xfrm>
        </p:grpSpPr>
        <p:sp>
          <p:nvSpPr>
            <p:cNvPr id="8668" name="Google Shape;8668;p33"/>
            <p:cNvSpPr/>
            <p:nvPr/>
          </p:nvSpPr>
          <p:spPr>
            <a:xfrm>
              <a:off x="534175" y="1698647"/>
              <a:ext cx="203734" cy="206468"/>
            </a:xfrm>
            <a:custGeom>
              <a:avLst/>
              <a:gdLst/>
              <a:ahLst/>
              <a:cxnLst/>
              <a:rect l="l" t="t" r="r" b="b"/>
              <a:pathLst>
                <a:path w="5887" h="5966" extrusionOk="0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33"/>
            <p:cNvSpPr/>
            <p:nvPr/>
          </p:nvSpPr>
          <p:spPr>
            <a:xfrm>
              <a:off x="-186316" y="2276933"/>
              <a:ext cx="200343" cy="205811"/>
            </a:xfrm>
            <a:custGeom>
              <a:avLst/>
              <a:gdLst/>
              <a:ahLst/>
              <a:cxnLst/>
              <a:rect l="l" t="t" r="r" b="b"/>
              <a:pathLst>
                <a:path w="5789" h="5947" extrusionOk="0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33"/>
            <p:cNvSpPr/>
            <p:nvPr/>
          </p:nvSpPr>
          <p:spPr>
            <a:xfrm>
              <a:off x="-243730" y="1601574"/>
              <a:ext cx="1038363" cy="979600"/>
            </a:xfrm>
            <a:custGeom>
              <a:avLst/>
              <a:gdLst/>
              <a:ahLst/>
              <a:cxnLst/>
              <a:rect l="l" t="t" r="r" b="b"/>
              <a:pathLst>
                <a:path w="30004" h="28306" extrusionOk="0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33"/>
            <p:cNvSpPr/>
            <p:nvPr/>
          </p:nvSpPr>
          <p:spPr>
            <a:xfrm>
              <a:off x="-194518" y="1657637"/>
              <a:ext cx="924228" cy="877750"/>
            </a:xfrm>
            <a:custGeom>
              <a:avLst/>
              <a:gdLst/>
              <a:ahLst/>
              <a:cxnLst/>
              <a:rect l="l" t="t" r="r" b="b"/>
              <a:pathLst>
                <a:path w="26706" h="25363" extrusionOk="0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33"/>
            <p:cNvSpPr/>
            <p:nvPr/>
          </p:nvSpPr>
          <p:spPr>
            <a:xfrm>
              <a:off x="283998" y="1871579"/>
              <a:ext cx="192798" cy="193491"/>
            </a:xfrm>
            <a:custGeom>
              <a:avLst/>
              <a:gdLst/>
              <a:ahLst/>
              <a:cxnLst/>
              <a:rect l="l" t="t" r="r" b="b"/>
              <a:pathLst>
                <a:path w="5571" h="5591" extrusionOk="0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33"/>
            <p:cNvSpPr/>
            <p:nvPr/>
          </p:nvSpPr>
          <p:spPr>
            <a:xfrm>
              <a:off x="254582" y="1705499"/>
              <a:ext cx="236577" cy="168192"/>
            </a:xfrm>
            <a:custGeom>
              <a:avLst/>
              <a:gdLst/>
              <a:ahLst/>
              <a:cxnLst/>
              <a:rect l="l" t="t" r="r" b="b"/>
              <a:pathLst>
                <a:path w="6836" h="4860" extrusionOk="0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33"/>
            <p:cNvSpPr/>
            <p:nvPr/>
          </p:nvSpPr>
          <p:spPr>
            <a:xfrm>
              <a:off x="480188" y="1885941"/>
              <a:ext cx="187988" cy="220138"/>
            </a:xfrm>
            <a:custGeom>
              <a:avLst/>
              <a:gdLst/>
              <a:ahLst/>
              <a:cxnLst/>
              <a:rect l="l" t="t" r="r" b="b"/>
              <a:pathLst>
                <a:path w="5432" h="6361" extrusionOk="0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33"/>
            <p:cNvSpPr/>
            <p:nvPr/>
          </p:nvSpPr>
          <p:spPr>
            <a:xfrm>
              <a:off x="106255" y="1808040"/>
              <a:ext cx="177779" cy="213286"/>
            </a:xfrm>
            <a:custGeom>
              <a:avLst/>
              <a:gdLst/>
              <a:ahLst/>
              <a:cxnLst/>
              <a:rect l="l" t="t" r="r" b="b"/>
              <a:pathLst>
                <a:path w="5137" h="6163" extrusionOk="0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33"/>
            <p:cNvSpPr/>
            <p:nvPr/>
          </p:nvSpPr>
          <p:spPr>
            <a:xfrm>
              <a:off x="348922" y="2067767"/>
              <a:ext cx="209894" cy="195532"/>
            </a:xfrm>
            <a:custGeom>
              <a:avLst/>
              <a:gdLst/>
              <a:ahLst/>
              <a:cxnLst/>
              <a:rect l="l" t="t" r="r" b="b"/>
              <a:pathLst>
                <a:path w="6065" h="5650" extrusionOk="0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33"/>
            <p:cNvSpPr/>
            <p:nvPr/>
          </p:nvSpPr>
          <p:spPr>
            <a:xfrm>
              <a:off x="-137105" y="2061642"/>
              <a:ext cx="276895" cy="276860"/>
            </a:xfrm>
            <a:custGeom>
              <a:avLst/>
              <a:gdLst/>
              <a:ahLst/>
              <a:cxnLst/>
              <a:rect l="l" t="t" r="r" b="b"/>
              <a:pathLst>
                <a:path w="8001" h="8000" extrusionOk="0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33"/>
            <p:cNvSpPr/>
            <p:nvPr/>
          </p:nvSpPr>
          <p:spPr>
            <a:xfrm>
              <a:off x="95319" y="2182628"/>
              <a:ext cx="343860" cy="276860"/>
            </a:xfrm>
            <a:custGeom>
              <a:avLst/>
              <a:gdLst/>
              <a:ahLst/>
              <a:cxnLst/>
              <a:rect l="l" t="t" r="r" b="b"/>
              <a:pathLst>
                <a:path w="9936" h="8000" extrusionOk="0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33"/>
            <p:cNvSpPr/>
            <p:nvPr/>
          </p:nvSpPr>
          <p:spPr>
            <a:xfrm>
              <a:off x="70021" y="1905771"/>
              <a:ext cx="327491" cy="255680"/>
            </a:xfrm>
            <a:custGeom>
              <a:avLst/>
              <a:gdLst/>
              <a:ahLst/>
              <a:cxnLst/>
              <a:rect l="l" t="t" r="r" b="b"/>
              <a:pathLst>
                <a:path w="9463" h="7388" extrusionOk="0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33"/>
            <p:cNvSpPr/>
            <p:nvPr/>
          </p:nvSpPr>
          <p:spPr>
            <a:xfrm>
              <a:off x="-252624" y="1774540"/>
              <a:ext cx="568774" cy="555070"/>
            </a:xfrm>
            <a:custGeom>
              <a:avLst/>
              <a:gdLst/>
              <a:ahLst/>
              <a:cxnLst/>
              <a:rect l="l" t="t" r="r" b="b"/>
              <a:pathLst>
                <a:path w="16435" h="16039" extrusionOk="0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81" name="Google Shape;8681;p33"/>
          <p:cNvGrpSpPr/>
          <p:nvPr/>
        </p:nvGrpSpPr>
        <p:grpSpPr>
          <a:xfrm flipH="1">
            <a:off x="6446467" y="4599425"/>
            <a:ext cx="898165" cy="766770"/>
            <a:chOff x="-252625" y="2918525"/>
            <a:chExt cx="898165" cy="766770"/>
          </a:xfrm>
        </p:grpSpPr>
        <p:sp>
          <p:nvSpPr>
            <p:cNvPr id="8682" name="Google Shape;8682;p33"/>
            <p:cNvSpPr/>
            <p:nvPr/>
          </p:nvSpPr>
          <p:spPr>
            <a:xfrm>
              <a:off x="-186914" y="2918525"/>
              <a:ext cx="788423" cy="766770"/>
            </a:xfrm>
            <a:custGeom>
              <a:avLst/>
              <a:gdLst/>
              <a:ahLst/>
              <a:cxnLst/>
              <a:rect l="l" t="t" r="r" b="b"/>
              <a:pathLst>
                <a:path w="25125" h="24435" extrusionOk="0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33"/>
            <p:cNvSpPr/>
            <p:nvPr/>
          </p:nvSpPr>
          <p:spPr>
            <a:xfrm>
              <a:off x="-69770" y="3110666"/>
              <a:ext cx="639054" cy="564714"/>
            </a:xfrm>
            <a:custGeom>
              <a:avLst/>
              <a:gdLst/>
              <a:ahLst/>
              <a:cxnLst/>
              <a:rect l="l" t="t" r="r" b="b"/>
              <a:pathLst>
                <a:path w="20365" h="17996" extrusionOk="0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33"/>
            <p:cNvSpPr/>
            <p:nvPr/>
          </p:nvSpPr>
          <p:spPr>
            <a:xfrm>
              <a:off x="264935" y="3361707"/>
              <a:ext cx="139484" cy="135781"/>
            </a:xfrm>
            <a:custGeom>
              <a:avLst/>
              <a:gdLst/>
              <a:ahLst/>
              <a:cxnLst/>
              <a:rect l="l" t="t" r="r" b="b"/>
              <a:pathLst>
                <a:path w="4445" h="4327" extrusionOk="0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33"/>
            <p:cNvSpPr/>
            <p:nvPr/>
          </p:nvSpPr>
          <p:spPr>
            <a:xfrm>
              <a:off x="100689" y="3457794"/>
              <a:ext cx="140112" cy="133898"/>
            </a:xfrm>
            <a:custGeom>
              <a:avLst/>
              <a:gdLst/>
              <a:ahLst/>
              <a:cxnLst/>
              <a:rect l="l" t="t" r="r" b="b"/>
              <a:pathLst>
                <a:path w="4465" h="4267" extrusionOk="0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33"/>
            <p:cNvSpPr/>
            <p:nvPr/>
          </p:nvSpPr>
          <p:spPr>
            <a:xfrm>
              <a:off x="199224" y="3212934"/>
              <a:ext cx="146921" cy="133930"/>
            </a:xfrm>
            <a:custGeom>
              <a:avLst/>
              <a:gdLst/>
              <a:ahLst/>
              <a:cxnLst/>
              <a:rect l="l" t="t" r="r" b="b"/>
              <a:pathLst>
                <a:path w="4682" h="4268" extrusionOk="0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33"/>
            <p:cNvSpPr/>
            <p:nvPr/>
          </p:nvSpPr>
          <p:spPr>
            <a:xfrm>
              <a:off x="33723" y="3317085"/>
              <a:ext cx="135781" cy="133898"/>
            </a:xfrm>
            <a:custGeom>
              <a:avLst/>
              <a:gdLst/>
              <a:ahLst/>
              <a:cxnLst/>
              <a:rect l="l" t="t" r="r" b="b"/>
              <a:pathLst>
                <a:path w="4327" h="4267" extrusionOk="0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33"/>
            <p:cNvSpPr/>
            <p:nvPr/>
          </p:nvSpPr>
          <p:spPr>
            <a:xfrm>
              <a:off x="-252625" y="2951380"/>
              <a:ext cx="430188" cy="475438"/>
            </a:xfrm>
            <a:custGeom>
              <a:avLst/>
              <a:gdLst/>
              <a:ahLst/>
              <a:cxnLst/>
              <a:rect l="l" t="t" r="r" b="b"/>
              <a:pathLst>
                <a:path w="13709" h="15151" extrusionOk="0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33"/>
            <p:cNvSpPr/>
            <p:nvPr/>
          </p:nvSpPr>
          <p:spPr>
            <a:xfrm>
              <a:off x="80856" y="2930920"/>
              <a:ext cx="564683" cy="264690"/>
            </a:xfrm>
            <a:custGeom>
              <a:avLst/>
              <a:gdLst/>
              <a:ahLst/>
              <a:cxnLst/>
              <a:rect l="l" t="t" r="r" b="b"/>
              <a:pathLst>
                <a:path w="17995" h="8435" extrusionOk="0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33"/>
            <p:cNvSpPr/>
            <p:nvPr/>
          </p:nvSpPr>
          <p:spPr>
            <a:xfrm>
              <a:off x="351075" y="3134232"/>
              <a:ext cx="120280" cy="125238"/>
            </a:xfrm>
            <a:custGeom>
              <a:avLst/>
              <a:gdLst/>
              <a:ahLst/>
              <a:cxnLst/>
              <a:rect l="l" t="t" r="r" b="b"/>
              <a:pathLst>
                <a:path w="3833" h="3991" extrusionOk="0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33"/>
            <p:cNvSpPr/>
            <p:nvPr/>
          </p:nvSpPr>
          <p:spPr>
            <a:xfrm>
              <a:off x="440352" y="3279272"/>
              <a:ext cx="124610" cy="132047"/>
            </a:xfrm>
            <a:custGeom>
              <a:avLst/>
              <a:gdLst/>
              <a:ahLst/>
              <a:cxnLst/>
              <a:rect l="l" t="t" r="r" b="b"/>
              <a:pathLst>
                <a:path w="3971" h="4208" extrusionOk="0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33"/>
            <p:cNvSpPr/>
            <p:nvPr/>
          </p:nvSpPr>
          <p:spPr>
            <a:xfrm>
              <a:off x="102540" y="3330108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33"/>
            <p:cNvSpPr/>
            <p:nvPr/>
          </p:nvSpPr>
          <p:spPr>
            <a:xfrm>
              <a:off x="91997" y="337473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33"/>
            <p:cNvSpPr/>
            <p:nvPr/>
          </p:nvSpPr>
          <p:spPr>
            <a:xfrm>
              <a:off x="43043" y="3358601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33"/>
            <p:cNvSpPr/>
            <p:nvPr/>
          </p:nvSpPr>
          <p:spPr>
            <a:xfrm>
              <a:off x="52959" y="341502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33"/>
            <p:cNvSpPr/>
            <p:nvPr/>
          </p:nvSpPr>
          <p:spPr>
            <a:xfrm>
              <a:off x="160814" y="3475743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33"/>
            <p:cNvSpPr/>
            <p:nvPr/>
          </p:nvSpPr>
          <p:spPr>
            <a:xfrm>
              <a:off x="202331" y="3509226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33"/>
            <p:cNvSpPr/>
            <p:nvPr/>
          </p:nvSpPr>
          <p:spPr>
            <a:xfrm>
              <a:off x="153377" y="3528430"/>
              <a:ext cx="19236" cy="17385"/>
            </a:xfrm>
            <a:custGeom>
              <a:avLst/>
              <a:gdLst/>
              <a:ahLst/>
              <a:cxnLst/>
              <a:rect l="l" t="t" r="r" b="b"/>
              <a:pathLst>
                <a:path w="613" h="554" extrusionOk="0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33"/>
            <p:cNvSpPr/>
            <p:nvPr/>
          </p:nvSpPr>
          <p:spPr>
            <a:xfrm>
              <a:off x="176912" y="3563137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33"/>
            <p:cNvSpPr/>
            <p:nvPr/>
          </p:nvSpPr>
          <p:spPr>
            <a:xfrm>
              <a:off x="118639" y="3518514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33"/>
            <p:cNvSpPr/>
            <p:nvPr/>
          </p:nvSpPr>
          <p:spPr>
            <a:xfrm>
              <a:off x="375269" y="342183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33"/>
            <p:cNvSpPr/>
            <p:nvPr/>
          </p:nvSpPr>
          <p:spPr>
            <a:xfrm>
              <a:off x="319474" y="3424311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33"/>
            <p:cNvSpPr/>
            <p:nvPr/>
          </p:nvSpPr>
          <p:spPr>
            <a:xfrm>
              <a:off x="344265" y="3460869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33"/>
            <p:cNvSpPr/>
            <p:nvPr/>
          </p:nvSpPr>
          <p:spPr>
            <a:xfrm>
              <a:off x="283512" y="3451580"/>
              <a:ext cx="16788" cy="17385"/>
            </a:xfrm>
            <a:custGeom>
              <a:avLst/>
              <a:gdLst/>
              <a:ahLst/>
              <a:cxnLst/>
              <a:rect l="l" t="t" r="r" b="b"/>
              <a:pathLst>
                <a:path w="535" h="554" extrusionOk="0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33"/>
            <p:cNvSpPr/>
            <p:nvPr/>
          </p:nvSpPr>
          <p:spPr>
            <a:xfrm>
              <a:off x="295311" y="3381540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33"/>
            <p:cNvSpPr/>
            <p:nvPr/>
          </p:nvSpPr>
          <p:spPr>
            <a:xfrm>
              <a:off x="265563" y="3235873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33"/>
            <p:cNvSpPr/>
            <p:nvPr/>
          </p:nvSpPr>
          <p:spPr>
            <a:xfrm>
              <a:off x="264307" y="3295997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33"/>
            <p:cNvSpPr/>
            <p:nvPr/>
          </p:nvSpPr>
          <p:spPr>
            <a:xfrm>
              <a:off x="219684" y="3271835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33"/>
            <p:cNvSpPr/>
            <p:nvPr/>
          </p:nvSpPr>
          <p:spPr>
            <a:xfrm>
              <a:off x="413083" y="3216668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33"/>
            <p:cNvSpPr/>
            <p:nvPr/>
          </p:nvSpPr>
          <p:spPr>
            <a:xfrm>
              <a:off x="384558" y="316150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33"/>
            <p:cNvSpPr/>
            <p:nvPr/>
          </p:nvSpPr>
          <p:spPr>
            <a:xfrm>
              <a:off x="369683" y="319806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33"/>
            <p:cNvSpPr/>
            <p:nvPr/>
          </p:nvSpPr>
          <p:spPr>
            <a:xfrm>
              <a:off x="485603" y="3312754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33"/>
            <p:cNvSpPr/>
            <p:nvPr/>
          </p:nvSpPr>
          <p:spPr>
            <a:xfrm>
              <a:off x="516576" y="3347461"/>
              <a:ext cx="17385" cy="17981"/>
            </a:xfrm>
            <a:custGeom>
              <a:avLst/>
              <a:gdLst/>
              <a:ahLst/>
              <a:cxnLst/>
              <a:rect l="l" t="t" r="r" b="b"/>
              <a:pathLst>
                <a:path w="554" h="573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33"/>
            <p:cNvSpPr/>
            <p:nvPr/>
          </p:nvSpPr>
          <p:spPr>
            <a:xfrm>
              <a:off x="484348" y="3379688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33"/>
            <p:cNvSpPr/>
            <p:nvPr/>
          </p:nvSpPr>
          <p:spPr>
            <a:xfrm>
              <a:off x="465143" y="3335662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33"/>
            <p:cNvSpPr/>
            <p:nvPr/>
          </p:nvSpPr>
          <p:spPr>
            <a:xfrm>
              <a:off x="65354" y="3246417"/>
              <a:ext cx="393003" cy="279564"/>
            </a:xfrm>
            <a:custGeom>
              <a:avLst/>
              <a:gdLst/>
              <a:ahLst/>
              <a:cxnLst/>
              <a:rect l="l" t="t" r="r" b="b"/>
              <a:pathLst>
                <a:path w="12524" h="8909" extrusionOk="0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33"/>
            <p:cNvSpPr/>
            <p:nvPr/>
          </p:nvSpPr>
          <p:spPr>
            <a:xfrm>
              <a:off x="-69770" y="3367293"/>
              <a:ext cx="639054" cy="308089"/>
            </a:xfrm>
            <a:custGeom>
              <a:avLst/>
              <a:gdLst/>
              <a:ahLst/>
              <a:cxnLst/>
              <a:rect l="l" t="t" r="r" b="b"/>
              <a:pathLst>
                <a:path w="20365" h="9818" extrusionOk="0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9_1_1">
    <p:spTree>
      <p:nvGrpSpPr>
        <p:cNvPr id="1" name="Shape 8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19" name="Google Shape;8719;p34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8720" name="Google Shape;8720;p34"/>
            <p:cNvSpPr/>
            <p:nvPr/>
          </p:nvSpPr>
          <p:spPr>
            <a:xfrm>
              <a:off x="0" y="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34"/>
            <p:cNvSpPr/>
            <p:nvPr/>
          </p:nvSpPr>
          <p:spPr>
            <a:xfrm>
              <a:off x="0" y="1224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34"/>
            <p:cNvSpPr/>
            <p:nvPr/>
          </p:nvSpPr>
          <p:spPr>
            <a:xfrm>
              <a:off x="0" y="1224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34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34"/>
            <p:cNvSpPr/>
            <p:nvPr/>
          </p:nvSpPr>
          <p:spPr>
            <a:xfrm>
              <a:off x="0" y="1257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34"/>
            <p:cNvSpPr/>
            <p:nvPr/>
          </p:nvSpPr>
          <p:spPr>
            <a:xfrm>
              <a:off x="0" y="2453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34"/>
            <p:cNvSpPr/>
            <p:nvPr/>
          </p:nvSpPr>
          <p:spPr>
            <a:xfrm>
              <a:off x="0" y="245350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34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34"/>
            <p:cNvSpPr/>
            <p:nvPr/>
          </p:nvSpPr>
          <p:spPr>
            <a:xfrm>
              <a:off x="0" y="248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34"/>
            <p:cNvSpPr/>
            <p:nvPr/>
          </p:nvSpPr>
          <p:spPr>
            <a:xfrm>
              <a:off x="0" y="367725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34"/>
            <p:cNvSpPr/>
            <p:nvPr/>
          </p:nvSpPr>
          <p:spPr>
            <a:xfrm>
              <a:off x="0" y="3677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34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34"/>
            <p:cNvSpPr/>
            <p:nvPr/>
          </p:nvSpPr>
          <p:spPr>
            <a:xfrm>
              <a:off x="0" y="371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34"/>
            <p:cNvSpPr/>
            <p:nvPr/>
          </p:nvSpPr>
          <p:spPr>
            <a:xfrm>
              <a:off x="0" y="4906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34"/>
            <p:cNvSpPr/>
            <p:nvPr/>
          </p:nvSpPr>
          <p:spPr>
            <a:xfrm>
              <a:off x="0" y="490675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34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34"/>
            <p:cNvSpPr/>
            <p:nvPr/>
          </p:nvSpPr>
          <p:spPr>
            <a:xfrm>
              <a:off x="0" y="493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34"/>
            <p:cNvSpPr/>
            <p:nvPr/>
          </p:nvSpPr>
          <p:spPr>
            <a:xfrm>
              <a:off x="0" y="613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34"/>
            <p:cNvSpPr/>
            <p:nvPr/>
          </p:nvSpPr>
          <p:spPr>
            <a:xfrm>
              <a:off x="0" y="613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34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34"/>
            <p:cNvSpPr/>
            <p:nvPr/>
          </p:nvSpPr>
          <p:spPr>
            <a:xfrm>
              <a:off x="0" y="616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34"/>
            <p:cNvSpPr/>
            <p:nvPr/>
          </p:nvSpPr>
          <p:spPr>
            <a:xfrm>
              <a:off x="0" y="7360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34"/>
            <p:cNvSpPr/>
            <p:nvPr/>
          </p:nvSpPr>
          <p:spPr>
            <a:xfrm>
              <a:off x="0" y="73602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34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34"/>
            <p:cNvSpPr/>
            <p:nvPr/>
          </p:nvSpPr>
          <p:spPr>
            <a:xfrm>
              <a:off x="0" y="738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34"/>
            <p:cNvSpPr/>
            <p:nvPr/>
          </p:nvSpPr>
          <p:spPr>
            <a:xfrm>
              <a:off x="0" y="858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34"/>
            <p:cNvSpPr/>
            <p:nvPr/>
          </p:nvSpPr>
          <p:spPr>
            <a:xfrm>
              <a:off x="0" y="858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34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34"/>
            <p:cNvSpPr/>
            <p:nvPr/>
          </p:nvSpPr>
          <p:spPr>
            <a:xfrm>
              <a:off x="0" y="861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34"/>
            <p:cNvSpPr/>
            <p:nvPr/>
          </p:nvSpPr>
          <p:spPr>
            <a:xfrm>
              <a:off x="0" y="981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34"/>
            <p:cNvSpPr/>
            <p:nvPr/>
          </p:nvSpPr>
          <p:spPr>
            <a:xfrm>
              <a:off x="0" y="981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34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34"/>
            <p:cNvSpPr/>
            <p:nvPr/>
          </p:nvSpPr>
          <p:spPr>
            <a:xfrm>
              <a:off x="0" y="984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34"/>
            <p:cNvSpPr/>
            <p:nvPr/>
          </p:nvSpPr>
          <p:spPr>
            <a:xfrm>
              <a:off x="0" y="1103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34"/>
            <p:cNvSpPr/>
            <p:nvPr/>
          </p:nvSpPr>
          <p:spPr>
            <a:xfrm>
              <a:off x="0" y="1103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34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34"/>
            <p:cNvSpPr/>
            <p:nvPr/>
          </p:nvSpPr>
          <p:spPr>
            <a:xfrm>
              <a:off x="0" y="1107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34"/>
            <p:cNvSpPr/>
            <p:nvPr/>
          </p:nvSpPr>
          <p:spPr>
            <a:xfrm>
              <a:off x="0" y="1226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34"/>
            <p:cNvSpPr/>
            <p:nvPr/>
          </p:nvSpPr>
          <p:spPr>
            <a:xfrm>
              <a:off x="0" y="12267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34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34"/>
            <p:cNvSpPr/>
            <p:nvPr/>
          </p:nvSpPr>
          <p:spPr>
            <a:xfrm>
              <a:off x="0" y="12295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34"/>
            <p:cNvSpPr/>
            <p:nvPr/>
          </p:nvSpPr>
          <p:spPr>
            <a:xfrm>
              <a:off x="0" y="13491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34"/>
            <p:cNvSpPr/>
            <p:nvPr/>
          </p:nvSpPr>
          <p:spPr>
            <a:xfrm>
              <a:off x="0" y="13491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34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34"/>
            <p:cNvSpPr/>
            <p:nvPr/>
          </p:nvSpPr>
          <p:spPr>
            <a:xfrm>
              <a:off x="0" y="13524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34"/>
            <p:cNvSpPr/>
            <p:nvPr/>
          </p:nvSpPr>
          <p:spPr>
            <a:xfrm>
              <a:off x="0" y="1472050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34"/>
            <p:cNvSpPr/>
            <p:nvPr/>
          </p:nvSpPr>
          <p:spPr>
            <a:xfrm>
              <a:off x="0" y="14720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34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34"/>
            <p:cNvSpPr/>
            <p:nvPr/>
          </p:nvSpPr>
          <p:spPr>
            <a:xfrm>
              <a:off x="0" y="147482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34"/>
            <p:cNvSpPr/>
            <p:nvPr/>
          </p:nvSpPr>
          <p:spPr>
            <a:xfrm>
              <a:off x="0" y="1594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34"/>
            <p:cNvSpPr/>
            <p:nvPr/>
          </p:nvSpPr>
          <p:spPr>
            <a:xfrm>
              <a:off x="0" y="15944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34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34"/>
            <p:cNvSpPr/>
            <p:nvPr/>
          </p:nvSpPr>
          <p:spPr>
            <a:xfrm>
              <a:off x="0" y="15977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34"/>
            <p:cNvSpPr/>
            <p:nvPr/>
          </p:nvSpPr>
          <p:spPr>
            <a:xfrm>
              <a:off x="0" y="171737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34"/>
            <p:cNvSpPr/>
            <p:nvPr/>
          </p:nvSpPr>
          <p:spPr>
            <a:xfrm>
              <a:off x="0" y="17173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34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34"/>
            <p:cNvSpPr/>
            <p:nvPr/>
          </p:nvSpPr>
          <p:spPr>
            <a:xfrm>
              <a:off x="0" y="1720175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34"/>
            <p:cNvSpPr/>
            <p:nvPr/>
          </p:nvSpPr>
          <p:spPr>
            <a:xfrm>
              <a:off x="0" y="18397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34"/>
            <p:cNvSpPr/>
            <p:nvPr/>
          </p:nvSpPr>
          <p:spPr>
            <a:xfrm>
              <a:off x="0" y="18397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34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34"/>
            <p:cNvSpPr/>
            <p:nvPr/>
          </p:nvSpPr>
          <p:spPr>
            <a:xfrm>
              <a:off x="0" y="18431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34"/>
            <p:cNvSpPr/>
            <p:nvPr/>
          </p:nvSpPr>
          <p:spPr>
            <a:xfrm>
              <a:off x="0" y="1962725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34"/>
            <p:cNvSpPr/>
            <p:nvPr/>
          </p:nvSpPr>
          <p:spPr>
            <a:xfrm>
              <a:off x="0" y="19627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34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34"/>
            <p:cNvSpPr/>
            <p:nvPr/>
          </p:nvSpPr>
          <p:spPr>
            <a:xfrm>
              <a:off x="0" y="1965525"/>
              <a:ext cx="2940175" cy="6150"/>
            </a:xfrm>
            <a:custGeom>
              <a:avLst/>
              <a:gdLst/>
              <a:ahLst/>
              <a:cxnLst/>
              <a:rect l="l" t="t" r="r" b="b"/>
              <a:pathLst>
                <a:path w="117607" h="246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34"/>
            <p:cNvSpPr/>
            <p:nvPr/>
          </p:nvSpPr>
          <p:spPr>
            <a:xfrm>
              <a:off x="0" y="2085100"/>
              <a:ext cx="2940175" cy="3400"/>
            </a:xfrm>
            <a:custGeom>
              <a:avLst/>
              <a:gdLst/>
              <a:ahLst/>
              <a:cxnLst/>
              <a:rect l="l" t="t" r="r" b="b"/>
              <a:pathLst>
                <a:path w="117607" h="136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34"/>
            <p:cNvSpPr/>
            <p:nvPr/>
          </p:nvSpPr>
          <p:spPr>
            <a:xfrm>
              <a:off x="0" y="20851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34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34"/>
            <p:cNvSpPr/>
            <p:nvPr/>
          </p:nvSpPr>
          <p:spPr>
            <a:xfrm>
              <a:off x="0" y="20884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34"/>
            <p:cNvSpPr/>
            <p:nvPr/>
          </p:nvSpPr>
          <p:spPr>
            <a:xfrm>
              <a:off x="0" y="220805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34"/>
            <p:cNvSpPr/>
            <p:nvPr/>
          </p:nvSpPr>
          <p:spPr>
            <a:xfrm>
              <a:off x="0" y="22080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34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34"/>
            <p:cNvSpPr/>
            <p:nvPr/>
          </p:nvSpPr>
          <p:spPr>
            <a:xfrm>
              <a:off x="0" y="221085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34"/>
            <p:cNvSpPr/>
            <p:nvPr/>
          </p:nvSpPr>
          <p:spPr>
            <a:xfrm>
              <a:off x="0" y="23304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34"/>
            <p:cNvSpPr/>
            <p:nvPr/>
          </p:nvSpPr>
          <p:spPr>
            <a:xfrm>
              <a:off x="0" y="23304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34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34"/>
            <p:cNvSpPr/>
            <p:nvPr/>
          </p:nvSpPr>
          <p:spPr>
            <a:xfrm>
              <a:off x="0" y="23338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34"/>
            <p:cNvSpPr/>
            <p:nvPr/>
          </p:nvSpPr>
          <p:spPr>
            <a:xfrm>
              <a:off x="0" y="24534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34"/>
            <p:cNvSpPr/>
            <p:nvPr/>
          </p:nvSpPr>
          <p:spPr>
            <a:xfrm>
              <a:off x="0" y="245340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34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extrusionOk="0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34"/>
            <p:cNvSpPr/>
            <p:nvPr/>
          </p:nvSpPr>
          <p:spPr>
            <a:xfrm>
              <a:off x="0" y="2456200"/>
              <a:ext cx="2940175" cy="6175"/>
            </a:xfrm>
            <a:custGeom>
              <a:avLst/>
              <a:gdLst/>
              <a:ahLst/>
              <a:cxnLst/>
              <a:rect l="l" t="t" r="r" b="b"/>
              <a:pathLst>
                <a:path w="117607" h="247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34"/>
            <p:cNvSpPr/>
            <p:nvPr/>
          </p:nvSpPr>
          <p:spPr>
            <a:xfrm>
              <a:off x="0" y="257580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34"/>
            <p:cNvSpPr/>
            <p:nvPr/>
          </p:nvSpPr>
          <p:spPr>
            <a:xfrm>
              <a:off x="0" y="257580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34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34"/>
            <p:cNvSpPr/>
            <p:nvPr/>
          </p:nvSpPr>
          <p:spPr>
            <a:xfrm>
              <a:off x="0" y="257915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34"/>
            <p:cNvSpPr/>
            <p:nvPr/>
          </p:nvSpPr>
          <p:spPr>
            <a:xfrm>
              <a:off x="0" y="2698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34"/>
            <p:cNvSpPr/>
            <p:nvPr/>
          </p:nvSpPr>
          <p:spPr>
            <a:xfrm>
              <a:off x="0" y="2698750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34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34"/>
            <p:cNvSpPr/>
            <p:nvPr/>
          </p:nvSpPr>
          <p:spPr>
            <a:xfrm>
              <a:off x="0" y="2702100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34"/>
            <p:cNvSpPr/>
            <p:nvPr/>
          </p:nvSpPr>
          <p:spPr>
            <a:xfrm>
              <a:off x="0" y="28211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34"/>
            <p:cNvSpPr/>
            <p:nvPr/>
          </p:nvSpPr>
          <p:spPr>
            <a:xfrm>
              <a:off x="0" y="282112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34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34"/>
            <p:cNvSpPr/>
            <p:nvPr/>
          </p:nvSpPr>
          <p:spPr>
            <a:xfrm>
              <a:off x="0" y="282447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34"/>
            <p:cNvSpPr/>
            <p:nvPr/>
          </p:nvSpPr>
          <p:spPr>
            <a:xfrm>
              <a:off x="0" y="29440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34"/>
            <p:cNvSpPr/>
            <p:nvPr/>
          </p:nvSpPr>
          <p:spPr>
            <a:xfrm>
              <a:off x="0" y="2944075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34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34"/>
            <p:cNvSpPr/>
            <p:nvPr/>
          </p:nvSpPr>
          <p:spPr>
            <a:xfrm>
              <a:off x="0" y="2947425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34"/>
            <p:cNvSpPr/>
            <p:nvPr/>
          </p:nvSpPr>
          <p:spPr>
            <a:xfrm>
              <a:off x="0" y="306647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34"/>
            <p:cNvSpPr/>
            <p:nvPr/>
          </p:nvSpPr>
          <p:spPr>
            <a:xfrm>
              <a:off x="0" y="306647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34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34"/>
            <p:cNvSpPr/>
            <p:nvPr/>
          </p:nvSpPr>
          <p:spPr>
            <a:xfrm>
              <a:off x="0" y="306982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34"/>
            <p:cNvSpPr/>
            <p:nvPr/>
          </p:nvSpPr>
          <p:spPr>
            <a:xfrm>
              <a:off x="0" y="3189425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34"/>
            <p:cNvSpPr/>
            <p:nvPr/>
          </p:nvSpPr>
          <p:spPr>
            <a:xfrm>
              <a:off x="0" y="3189425"/>
              <a:ext cx="2940175" cy="8950"/>
            </a:xfrm>
            <a:custGeom>
              <a:avLst/>
              <a:gdLst/>
              <a:ahLst/>
              <a:cxnLst/>
              <a:rect l="l" t="t" r="r" b="b"/>
              <a:pathLst>
                <a:path w="117607" h="358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34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34"/>
            <p:cNvSpPr/>
            <p:nvPr/>
          </p:nvSpPr>
          <p:spPr>
            <a:xfrm>
              <a:off x="0" y="3192775"/>
              <a:ext cx="2940175" cy="5600"/>
            </a:xfrm>
            <a:custGeom>
              <a:avLst/>
              <a:gdLst/>
              <a:ahLst/>
              <a:cxnLst/>
              <a:rect l="l" t="t" r="r" b="b"/>
              <a:pathLst>
                <a:path w="117607" h="224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34"/>
            <p:cNvSpPr/>
            <p:nvPr/>
          </p:nvSpPr>
          <p:spPr>
            <a:xfrm>
              <a:off x="0" y="3312375"/>
              <a:ext cx="2940175" cy="2800"/>
            </a:xfrm>
            <a:custGeom>
              <a:avLst/>
              <a:gdLst/>
              <a:ahLst/>
              <a:cxnLst/>
              <a:rect l="l" t="t" r="r" b="b"/>
              <a:pathLst>
                <a:path w="117607" h="112" extrusionOk="0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34"/>
            <p:cNvSpPr/>
            <p:nvPr/>
          </p:nvSpPr>
          <p:spPr>
            <a:xfrm>
              <a:off x="0" y="3312375"/>
              <a:ext cx="2940175" cy="8400"/>
            </a:xfrm>
            <a:custGeom>
              <a:avLst/>
              <a:gdLst/>
              <a:ahLst/>
              <a:cxnLst/>
              <a:rect l="l" t="t" r="r" b="b"/>
              <a:pathLst>
                <a:path w="117607" h="336" fill="none" extrusionOk="0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34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34"/>
            <p:cNvSpPr/>
            <p:nvPr/>
          </p:nvSpPr>
          <p:spPr>
            <a:xfrm>
              <a:off x="0" y="331515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34"/>
            <p:cNvSpPr/>
            <p:nvPr/>
          </p:nvSpPr>
          <p:spPr>
            <a:xfrm>
              <a:off x="0" y="3434750"/>
              <a:ext cx="2940175" cy="3375"/>
            </a:xfrm>
            <a:custGeom>
              <a:avLst/>
              <a:gdLst/>
              <a:ahLst/>
              <a:cxnLst/>
              <a:rect l="l" t="t" r="r" b="b"/>
              <a:pathLst>
                <a:path w="117607" h="135" extrusionOk="0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34"/>
            <p:cNvSpPr/>
            <p:nvPr/>
          </p:nvSpPr>
          <p:spPr>
            <a:xfrm>
              <a:off x="0" y="3434750"/>
              <a:ext cx="2940175" cy="8975"/>
            </a:xfrm>
            <a:custGeom>
              <a:avLst/>
              <a:gdLst/>
              <a:ahLst/>
              <a:cxnLst/>
              <a:rect l="l" t="t" r="r" b="b"/>
              <a:pathLst>
                <a:path w="117607" h="359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34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34"/>
            <p:cNvSpPr/>
            <p:nvPr/>
          </p:nvSpPr>
          <p:spPr>
            <a:xfrm>
              <a:off x="0" y="34381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34"/>
            <p:cNvSpPr/>
            <p:nvPr/>
          </p:nvSpPr>
          <p:spPr>
            <a:xfrm>
              <a:off x="0" y="3557700"/>
              <a:ext cx="2940175" cy="2825"/>
            </a:xfrm>
            <a:custGeom>
              <a:avLst/>
              <a:gdLst/>
              <a:ahLst/>
              <a:cxnLst/>
              <a:rect l="l" t="t" r="r" b="b"/>
              <a:pathLst>
                <a:path w="117607" h="113" extrusionOk="0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34"/>
            <p:cNvSpPr/>
            <p:nvPr/>
          </p:nvSpPr>
          <p:spPr>
            <a:xfrm>
              <a:off x="0" y="3557700"/>
              <a:ext cx="2940175" cy="8425"/>
            </a:xfrm>
            <a:custGeom>
              <a:avLst/>
              <a:gdLst/>
              <a:ahLst/>
              <a:cxnLst/>
              <a:rect l="l" t="t" r="r" b="b"/>
              <a:pathLst>
                <a:path w="117607" h="337" fill="none" extrusionOk="0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34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extrusionOk="0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34"/>
            <p:cNvSpPr/>
            <p:nvPr/>
          </p:nvSpPr>
          <p:spPr>
            <a:xfrm>
              <a:off x="0" y="3560500"/>
              <a:ext cx="2940175" cy="5625"/>
            </a:xfrm>
            <a:custGeom>
              <a:avLst/>
              <a:gdLst/>
              <a:ahLst/>
              <a:cxnLst/>
              <a:rect l="l" t="t" r="r" b="b"/>
              <a:pathLst>
                <a:path w="117607" h="225" fill="none" extrusionOk="0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37" name="Google Shape;8837;p34"/>
          <p:cNvGrpSpPr/>
          <p:nvPr/>
        </p:nvGrpSpPr>
        <p:grpSpPr>
          <a:xfrm>
            <a:off x="8161488" y="-117259"/>
            <a:ext cx="1363145" cy="1433258"/>
            <a:chOff x="8529150" y="-173700"/>
            <a:chExt cx="1669089" cy="1754724"/>
          </a:xfrm>
        </p:grpSpPr>
        <p:sp>
          <p:nvSpPr>
            <p:cNvPr id="8838" name="Google Shape;8838;p34"/>
            <p:cNvSpPr/>
            <p:nvPr/>
          </p:nvSpPr>
          <p:spPr>
            <a:xfrm>
              <a:off x="9476745" y="1051933"/>
              <a:ext cx="272948" cy="372487"/>
            </a:xfrm>
            <a:custGeom>
              <a:avLst/>
              <a:gdLst/>
              <a:ahLst/>
              <a:cxnLst/>
              <a:rect l="l" t="t" r="r" b="b"/>
              <a:pathLst>
                <a:path w="7368" h="10055" extrusionOk="0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34"/>
            <p:cNvSpPr/>
            <p:nvPr/>
          </p:nvSpPr>
          <p:spPr>
            <a:xfrm>
              <a:off x="9527239" y="1298549"/>
              <a:ext cx="144179" cy="48307"/>
            </a:xfrm>
            <a:custGeom>
              <a:avLst/>
              <a:gdLst/>
              <a:ahLst/>
              <a:cxnLst/>
              <a:rect l="l" t="t" r="r" b="b"/>
              <a:pathLst>
                <a:path w="3892" h="1304" extrusionOk="0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34"/>
            <p:cNvSpPr/>
            <p:nvPr/>
          </p:nvSpPr>
          <p:spPr>
            <a:xfrm>
              <a:off x="9304779" y="1310255"/>
              <a:ext cx="441984" cy="270762"/>
            </a:xfrm>
            <a:custGeom>
              <a:avLst/>
              <a:gdLst/>
              <a:ahLst/>
              <a:cxnLst/>
              <a:rect l="l" t="t" r="r" b="b"/>
              <a:pathLst>
                <a:path w="11931" h="7309" extrusionOk="0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34"/>
            <p:cNvSpPr/>
            <p:nvPr/>
          </p:nvSpPr>
          <p:spPr>
            <a:xfrm>
              <a:off x="8911833" y="245551"/>
              <a:ext cx="357855" cy="378341"/>
            </a:xfrm>
            <a:custGeom>
              <a:avLst/>
              <a:gdLst/>
              <a:ahLst/>
              <a:cxnLst/>
              <a:rect l="l" t="t" r="r" b="b"/>
              <a:pathLst>
                <a:path w="9660" h="10213" extrusionOk="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34"/>
            <p:cNvSpPr/>
            <p:nvPr/>
          </p:nvSpPr>
          <p:spPr>
            <a:xfrm>
              <a:off x="8932320" y="367025"/>
              <a:ext cx="170518" cy="113469"/>
            </a:xfrm>
            <a:custGeom>
              <a:avLst/>
              <a:gdLst/>
              <a:ahLst/>
              <a:cxnLst/>
              <a:rect l="l" t="t" r="r" b="b"/>
              <a:pathLst>
                <a:path w="4603" h="3063" extrusionOk="0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34"/>
            <p:cNvSpPr/>
            <p:nvPr/>
          </p:nvSpPr>
          <p:spPr>
            <a:xfrm>
              <a:off x="9075761" y="503873"/>
              <a:ext cx="741" cy="14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34"/>
            <p:cNvSpPr/>
            <p:nvPr/>
          </p:nvSpPr>
          <p:spPr>
            <a:xfrm>
              <a:off x="8997446" y="428484"/>
              <a:ext cx="272244" cy="89315"/>
            </a:xfrm>
            <a:custGeom>
              <a:avLst/>
              <a:gdLst/>
              <a:ahLst/>
              <a:cxnLst/>
              <a:rect l="l" t="t" r="r" b="b"/>
              <a:pathLst>
                <a:path w="7349" h="2411" extrusionOk="0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34"/>
            <p:cNvSpPr/>
            <p:nvPr/>
          </p:nvSpPr>
          <p:spPr>
            <a:xfrm>
              <a:off x="9182564" y="499464"/>
              <a:ext cx="37" cy="778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34"/>
            <p:cNvSpPr/>
            <p:nvPr/>
          </p:nvSpPr>
          <p:spPr>
            <a:xfrm>
              <a:off x="9604035" y="1288287"/>
              <a:ext cx="37" cy="1519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34"/>
            <p:cNvSpPr/>
            <p:nvPr/>
          </p:nvSpPr>
          <p:spPr>
            <a:xfrm>
              <a:off x="9509642" y="1065862"/>
              <a:ext cx="152996" cy="245868"/>
            </a:xfrm>
            <a:custGeom>
              <a:avLst/>
              <a:gdLst/>
              <a:ahLst/>
              <a:cxnLst/>
              <a:rect l="l" t="t" r="r" b="b"/>
              <a:pathLst>
                <a:path w="4130" h="6637" extrusionOk="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34"/>
            <p:cNvSpPr/>
            <p:nvPr/>
          </p:nvSpPr>
          <p:spPr>
            <a:xfrm>
              <a:off x="9643563" y="1176334"/>
              <a:ext cx="1519" cy="778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34"/>
            <p:cNvSpPr/>
            <p:nvPr/>
          </p:nvSpPr>
          <p:spPr>
            <a:xfrm>
              <a:off x="8687928" y="245551"/>
              <a:ext cx="367338" cy="334442"/>
            </a:xfrm>
            <a:custGeom>
              <a:avLst/>
              <a:gdLst/>
              <a:ahLst/>
              <a:cxnLst/>
              <a:rect l="l" t="t" r="r" b="b"/>
              <a:pathLst>
                <a:path w="9916" h="9028" extrusionOk="0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34"/>
            <p:cNvSpPr/>
            <p:nvPr/>
          </p:nvSpPr>
          <p:spPr>
            <a:xfrm>
              <a:off x="8529150" y="465827"/>
              <a:ext cx="1101274" cy="1114425"/>
            </a:xfrm>
            <a:custGeom>
              <a:avLst/>
              <a:gdLst/>
              <a:ahLst/>
              <a:cxnLst/>
              <a:rect l="l" t="t" r="r" b="b"/>
              <a:pathLst>
                <a:path w="29728" h="30083" extrusionOk="0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57150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34"/>
            <p:cNvSpPr/>
            <p:nvPr/>
          </p:nvSpPr>
          <p:spPr>
            <a:xfrm>
              <a:off x="8690855" y="432152"/>
              <a:ext cx="76127" cy="92242"/>
            </a:xfrm>
            <a:custGeom>
              <a:avLst/>
              <a:gdLst/>
              <a:ahLst/>
              <a:cxnLst/>
              <a:rect l="l" t="t" r="r" b="b"/>
              <a:pathLst>
                <a:path w="2055" h="2490" extrusionOk="0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34"/>
            <p:cNvSpPr/>
            <p:nvPr/>
          </p:nvSpPr>
          <p:spPr>
            <a:xfrm>
              <a:off x="9347233" y="1536347"/>
              <a:ext cx="100281" cy="44676"/>
            </a:xfrm>
            <a:custGeom>
              <a:avLst/>
              <a:gdLst/>
              <a:ahLst/>
              <a:cxnLst/>
              <a:rect l="l" t="t" r="r" b="b"/>
              <a:pathLst>
                <a:path w="2707" h="1206" extrusionOk="0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34"/>
            <p:cNvSpPr/>
            <p:nvPr/>
          </p:nvSpPr>
          <p:spPr>
            <a:xfrm>
              <a:off x="8993779" y="-173700"/>
              <a:ext cx="515185" cy="596350"/>
            </a:xfrm>
            <a:custGeom>
              <a:avLst/>
              <a:gdLst/>
              <a:ahLst/>
              <a:cxnLst/>
              <a:rect l="l" t="t" r="r" b="b"/>
              <a:pathLst>
                <a:path w="13907" h="16098" extrusionOk="0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34"/>
            <p:cNvSpPr/>
            <p:nvPr/>
          </p:nvSpPr>
          <p:spPr>
            <a:xfrm>
              <a:off x="9709430" y="1086349"/>
              <a:ext cx="488809" cy="395863"/>
            </a:xfrm>
            <a:custGeom>
              <a:avLst/>
              <a:gdLst/>
              <a:ahLst/>
              <a:cxnLst/>
              <a:rect l="l" t="t" r="r" b="b"/>
              <a:pathLst>
                <a:path w="13195" h="10686" extrusionOk="0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34"/>
            <p:cNvSpPr/>
            <p:nvPr/>
          </p:nvSpPr>
          <p:spPr>
            <a:xfrm>
              <a:off x="8630137" y="1077569"/>
              <a:ext cx="2964" cy="7335"/>
            </a:xfrm>
            <a:custGeom>
              <a:avLst/>
              <a:gdLst/>
              <a:ahLst/>
              <a:cxnLst/>
              <a:rect l="l" t="t" r="r" b="b"/>
              <a:pathLst>
                <a:path w="80" h="198" extrusionOk="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34"/>
            <p:cNvSpPr/>
            <p:nvPr/>
          </p:nvSpPr>
          <p:spPr>
            <a:xfrm>
              <a:off x="8871602" y="666320"/>
              <a:ext cx="5149" cy="2964"/>
            </a:xfrm>
            <a:custGeom>
              <a:avLst/>
              <a:gdLst/>
              <a:ahLst/>
              <a:cxnLst/>
              <a:rect l="l" t="t" r="r" b="b"/>
              <a:pathLst>
                <a:path w="139" h="80" extrusionOk="0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34"/>
            <p:cNvSpPr/>
            <p:nvPr/>
          </p:nvSpPr>
          <p:spPr>
            <a:xfrm>
              <a:off x="9280625" y="603379"/>
              <a:ext cx="778" cy="778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34"/>
            <p:cNvSpPr/>
            <p:nvPr/>
          </p:nvSpPr>
          <p:spPr>
            <a:xfrm>
              <a:off x="8678408" y="1149253"/>
              <a:ext cx="2223" cy="2964"/>
            </a:xfrm>
            <a:custGeom>
              <a:avLst/>
              <a:gdLst/>
              <a:ahLst/>
              <a:cxnLst/>
              <a:rect l="l" t="t" r="r" b="b"/>
              <a:pathLst>
                <a:path w="60" h="80" extrusionOk="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34"/>
            <p:cNvSpPr/>
            <p:nvPr/>
          </p:nvSpPr>
          <p:spPr>
            <a:xfrm>
              <a:off x="9309891" y="711702"/>
              <a:ext cx="2223" cy="741"/>
            </a:xfrm>
            <a:custGeom>
              <a:avLst/>
              <a:gdLst/>
              <a:ahLst/>
              <a:cxnLst/>
              <a:rect l="l" t="t" r="r" b="b"/>
              <a:pathLst>
                <a:path w="60" h="20" extrusionOk="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34"/>
            <p:cNvSpPr/>
            <p:nvPr/>
          </p:nvSpPr>
          <p:spPr>
            <a:xfrm>
              <a:off x="8610354" y="553626"/>
              <a:ext cx="936646" cy="969579"/>
            </a:xfrm>
            <a:custGeom>
              <a:avLst/>
              <a:gdLst/>
              <a:ahLst/>
              <a:cxnLst/>
              <a:rect l="l" t="t" r="r" b="b"/>
              <a:pathLst>
                <a:path w="25284" h="26173" extrusionOk="0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34"/>
            <p:cNvSpPr/>
            <p:nvPr/>
          </p:nvSpPr>
          <p:spPr>
            <a:xfrm>
              <a:off x="8680593" y="1151476"/>
              <a:ext cx="1519" cy="2223"/>
            </a:xfrm>
            <a:custGeom>
              <a:avLst/>
              <a:gdLst/>
              <a:ahLst/>
              <a:cxnLst/>
              <a:rect l="l" t="t" r="r" b="b"/>
              <a:pathLst>
                <a:path w="41" h="60" extrusionOk="0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34"/>
            <p:cNvSpPr/>
            <p:nvPr/>
          </p:nvSpPr>
          <p:spPr>
            <a:xfrm>
              <a:off x="9476745" y="995586"/>
              <a:ext cx="1482" cy="2260"/>
            </a:xfrm>
            <a:custGeom>
              <a:avLst/>
              <a:gdLst/>
              <a:ahLst/>
              <a:cxnLst/>
              <a:rect l="l" t="t" r="r" b="b"/>
              <a:pathLst>
                <a:path w="40" h="61" extrusionOk="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34"/>
            <p:cNvSpPr/>
            <p:nvPr/>
          </p:nvSpPr>
          <p:spPr>
            <a:xfrm>
              <a:off x="9435773" y="1221715"/>
              <a:ext cx="741" cy="741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34"/>
            <p:cNvSpPr/>
            <p:nvPr/>
          </p:nvSpPr>
          <p:spPr>
            <a:xfrm>
              <a:off x="8691596" y="1119986"/>
              <a:ext cx="2964" cy="2964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34"/>
            <p:cNvSpPr/>
            <p:nvPr/>
          </p:nvSpPr>
          <p:spPr>
            <a:xfrm>
              <a:off x="8625728" y="576298"/>
              <a:ext cx="900786" cy="900786"/>
            </a:xfrm>
            <a:custGeom>
              <a:avLst/>
              <a:gdLst/>
              <a:ahLst/>
              <a:cxnLst/>
              <a:rect l="l" t="t" r="r" b="b"/>
              <a:pathLst>
                <a:path w="24316" h="24316" extrusionOk="0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34"/>
            <p:cNvSpPr/>
            <p:nvPr/>
          </p:nvSpPr>
          <p:spPr>
            <a:xfrm>
              <a:off x="8903054" y="782645"/>
              <a:ext cx="328589" cy="451542"/>
            </a:xfrm>
            <a:custGeom>
              <a:avLst/>
              <a:gdLst/>
              <a:ahLst/>
              <a:cxnLst/>
              <a:rect l="l" t="t" r="r" b="b"/>
              <a:pathLst>
                <a:path w="8870" h="12189" extrusionOk="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34"/>
            <p:cNvSpPr/>
            <p:nvPr/>
          </p:nvSpPr>
          <p:spPr>
            <a:xfrm>
              <a:off x="8686447" y="798760"/>
              <a:ext cx="232754" cy="353446"/>
            </a:xfrm>
            <a:custGeom>
              <a:avLst/>
              <a:gdLst/>
              <a:ahLst/>
              <a:cxnLst/>
              <a:rect l="l" t="t" r="r" b="b"/>
              <a:pathLst>
                <a:path w="6283" h="9541" extrusionOk="0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34"/>
            <p:cNvSpPr/>
            <p:nvPr/>
          </p:nvSpPr>
          <p:spPr>
            <a:xfrm>
              <a:off x="8758908" y="1149994"/>
              <a:ext cx="335146" cy="270762"/>
            </a:xfrm>
            <a:custGeom>
              <a:avLst/>
              <a:gdLst/>
              <a:ahLst/>
              <a:cxnLst/>
              <a:rect l="l" t="t" r="r" b="b"/>
              <a:pathLst>
                <a:path w="9047" h="7309" extrusionOk="0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34"/>
            <p:cNvSpPr/>
            <p:nvPr/>
          </p:nvSpPr>
          <p:spPr>
            <a:xfrm>
              <a:off x="8802808" y="592413"/>
              <a:ext cx="362967" cy="286136"/>
            </a:xfrm>
            <a:custGeom>
              <a:avLst/>
              <a:gdLst/>
              <a:ahLst/>
              <a:cxnLst/>
              <a:rect l="l" t="t" r="r" b="b"/>
              <a:pathLst>
                <a:path w="9798" h="7724" extrusionOk="0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34"/>
            <p:cNvSpPr/>
            <p:nvPr/>
          </p:nvSpPr>
          <p:spPr>
            <a:xfrm>
              <a:off x="9134998" y="994141"/>
              <a:ext cx="333701" cy="342481"/>
            </a:xfrm>
            <a:custGeom>
              <a:avLst/>
              <a:gdLst/>
              <a:ahLst/>
              <a:cxnLst/>
              <a:rect l="l" t="t" r="r" b="b"/>
              <a:pathLst>
                <a:path w="9008" h="9245" extrusionOk="0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34"/>
            <p:cNvSpPr/>
            <p:nvPr/>
          </p:nvSpPr>
          <p:spPr>
            <a:xfrm>
              <a:off x="9178193" y="683880"/>
              <a:ext cx="242237" cy="318328"/>
            </a:xfrm>
            <a:custGeom>
              <a:avLst/>
              <a:gdLst/>
              <a:ahLst/>
              <a:cxnLst/>
              <a:rect l="l" t="t" r="r" b="b"/>
              <a:pathLst>
                <a:path w="6539" h="8593" extrusionOk="0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34"/>
            <p:cNvSpPr/>
            <p:nvPr/>
          </p:nvSpPr>
          <p:spPr>
            <a:xfrm>
              <a:off x="9045754" y="1328556"/>
              <a:ext cx="229049" cy="130991"/>
            </a:xfrm>
            <a:custGeom>
              <a:avLst/>
              <a:gdLst/>
              <a:ahLst/>
              <a:cxnLst/>
              <a:rect l="l" t="t" r="r" b="b"/>
              <a:pathLst>
                <a:path w="6183" h="3536" extrusionOk="0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34"/>
            <p:cNvSpPr/>
            <p:nvPr/>
          </p:nvSpPr>
          <p:spPr>
            <a:xfrm>
              <a:off x="9398430" y="921679"/>
              <a:ext cx="109060" cy="182261"/>
            </a:xfrm>
            <a:custGeom>
              <a:avLst/>
              <a:gdLst/>
              <a:ahLst/>
              <a:cxnLst/>
              <a:rect l="l" t="t" r="r" b="b"/>
              <a:pathLst>
                <a:path w="2944" h="4920" extrusionOk="0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34"/>
            <p:cNvSpPr/>
            <p:nvPr/>
          </p:nvSpPr>
          <p:spPr>
            <a:xfrm>
              <a:off x="8739867" y="785608"/>
              <a:ext cx="159553" cy="164665"/>
            </a:xfrm>
            <a:custGeom>
              <a:avLst/>
              <a:gdLst/>
              <a:ahLst/>
              <a:cxnLst/>
              <a:rect l="l" t="t" r="r" b="b"/>
              <a:pathLst>
                <a:path w="4307" h="4445" extrusionOk="0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34"/>
            <p:cNvSpPr/>
            <p:nvPr/>
          </p:nvSpPr>
          <p:spPr>
            <a:xfrm>
              <a:off x="9074279" y="661208"/>
              <a:ext cx="172741" cy="170518"/>
            </a:xfrm>
            <a:custGeom>
              <a:avLst/>
              <a:gdLst/>
              <a:ahLst/>
              <a:cxnLst/>
              <a:rect l="l" t="t" r="r" b="b"/>
              <a:pathLst>
                <a:path w="4663" h="4603" extrusionOk="0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34"/>
            <p:cNvSpPr/>
            <p:nvPr/>
          </p:nvSpPr>
          <p:spPr>
            <a:xfrm>
              <a:off x="8780136" y="1158033"/>
              <a:ext cx="170518" cy="170555"/>
            </a:xfrm>
            <a:custGeom>
              <a:avLst/>
              <a:gdLst/>
              <a:ahLst/>
              <a:cxnLst/>
              <a:rect l="l" t="t" r="r" b="b"/>
              <a:pathLst>
                <a:path w="4603" h="4604" extrusionOk="0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34"/>
            <p:cNvSpPr/>
            <p:nvPr/>
          </p:nvSpPr>
          <p:spPr>
            <a:xfrm>
              <a:off x="8977701" y="994141"/>
              <a:ext cx="173445" cy="171259"/>
            </a:xfrm>
            <a:custGeom>
              <a:avLst/>
              <a:gdLst/>
              <a:ahLst/>
              <a:cxnLst/>
              <a:rect l="l" t="t" r="r" b="b"/>
              <a:pathLst>
                <a:path w="4682" h="4623" extrusionOk="0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34"/>
            <p:cNvSpPr/>
            <p:nvPr/>
          </p:nvSpPr>
          <p:spPr>
            <a:xfrm>
              <a:off x="9181120" y="1207786"/>
              <a:ext cx="172000" cy="170555"/>
            </a:xfrm>
            <a:custGeom>
              <a:avLst/>
              <a:gdLst/>
              <a:ahLst/>
              <a:cxnLst/>
              <a:rect l="l" t="t" r="r" b="b"/>
              <a:pathLst>
                <a:path w="4643" h="4604" extrusionOk="0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34"/>
            <p:cNvSpPr/>
            <p:nvPr/>
          </p:nvSpPr>
          <p:spPr>
            <a:xfrm>
              <a:off x="9287960" y="920234"/>
              <a:ext cx="166851" cy="173445"/>
            </a:xfrm>
            <a:custGeom>
              <a:avLst/>
              <a:gdLst/>
              <a:ahLst/>
              <a:cxnLst/>
              <a:rect l="l" t="t" r="r" b="b"/>
              <a:pathLst>
                <a:path w="4504" h="4682" extrusionOk="0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80" name="Google Shape;8880;p34"/>
          <p:cNvGrpSpPr/>
          <p:nvPr/>
        </p:nvGrpSpPr>
        <p:grpSpPr>
          <a:xfrm>
            <a:off x="-184950" y="4376725"/>
            <a:ext cx="898165" cy="766770"/>
            <a:chOff x="-252625" y="2918525"/>
            <a:chExt cx="898165" cy="766770"/>
          </a:xfrm>
        </p:grpSpPr>
        <p:sp>
          <p:nvSpPr>
            <p:cNvPr id="8881" name="Google Shape;8881;p34"/>
            <p:cNvSpPr/>
            <p:nvPr/>
          </p:nvSpPr>
          <p:spPr>
            <a:xfrm>
              <a:off x="-186914" y="2918525"/>
              <a:ext cx="788423" cy="766770"/>
            </a:xfrm>
            <a:custGeom>
              <a:avLst/>
              <a:gdLst/>
              <a:ahLst/>
              <a:cxnLst/>
              <a:rect l="l" t="t" r="r" b="b"/>
              <a:pathLst>
                <a:path w="25125" h="24435" extrusionOk="0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34"/>
            <p:cNvSpPr/>
            <p:nvPr/>
          </p:nvSpPr>
          <p:spPr>
            <a:xfrm>
              <a:off x="-69770" y="3110666"/>
              <a:ext cx="639054" cy="564714"/>
            </a:xfrm>
            <a:custGeom>
              <a:avLst/>
              <a:gdLst/>
              <a:ahLst/>
              <a:cxnLst/>
              <a:rect l="l" t="t" r="r" b="b"/>
              <a:pathLst>
                <a:path w="20365" h="17996" extrusionOk="0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34"/>
            <p:cNvSpPr/>
            <p:nvPr/>
          </p:nvSpPr>
          <p:spPr>
            <a:xfrm>
              <a:off x="264935" y="3361707"/>
              <a:ext cx="139484" cy="135781"/>
            </a:xfrm>
            <a:custGeom>
              <a:avLst/>
              <a:gdLst/>
              <a:ahLst/>
              <a:cxnLst/>
              <a:rect l="l" t="t" r="r" b="b"/>
              <a:pathLst>
                <a:path w="4445" h="4327" extrusionOk="0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34"/>
            <p:cNvSpPr/>
            <p:nvPr/>
          </p:nvSpPr>
          <p:spPr>
            <a:xfrm>
              <a:off x="100689" y="3457794"/>
              <a:ext cx="140112" cy="133898"/>
            </a:xfrm>
            <a:custGeom>
              <a:avLst/>
              <a:gdLst/>
              <a:ahLst/>
              <a:cxnLst/>
              <a:rect l="l" t="t" r="r" b="b"/>
              <a:pathLst>
                <a:path w="4465" h="4267" extrusionOk="0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34"/>
            <p:cNvSpPr/>
            <p:nvPr/>
          </p:nvSpPr>
          <p:spPr>
            <a:xfrm>
              <a:off x="199224" y="3212934"/>
              <a:ext cx="146921" cy="133930"/>
            </a:xfrm>
            <a:custGeom>
              <a:avLst/>
              <a:gdLst/>
              <a:ahLst/>
              <a:cxnLst/>
              <a:rect l="l" t="t" r="r" b="b"/>
              <a:pathLst>
                <a:path w="4682" h="4268" extrusionOk="0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34"/>
            <p:cNvSpPr/>
            <p:nvPr/>
          </p:nvSpPr>
          <p:spPr>
            <a:xfrm>
              <a:off x="33723" y="3317085"/>
              <a:ext cx="135781" cy="133898"/>
            </a:xfrm>
            <a:custGeom>
              <a:avLst/>
              <a:gdLst/>
              <a:ahLst/>
              <a:cxnLst/>
              <a:rect l="l" t="t" r="r" b="b"/>
              <a:pathLst>
                <a:path w="4327" h="4267" extrusionOk="0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34"/>
            <p:cNvSpPr/>
            <p:nvPr/>
          </p:nvSpPr>
          <p:spPr>
            <a:xfrm>
              <a:off x="-252625" y="2951380"/>
              <a:ext cx="430188" cy="475438"/>
            </a:xfrm>
            <a:custGeom>
              <a:avLst/>
              <a:gdLst/>
              <a:ahLst/>
              <a:cxnLst/>
              <a:rect l="l" t="t" r="r" b="b"/>
              <a:pathLst>
                <a:path w="13709" h="15151" extrusionOk="0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34"/>
            <p:cNvSpPr/>
            <p:nvPr/>
          </p:nvSpPr>
          <p:spPr>
            <a:xfrm>
              <a:off x="80856" y="2930920"/>
              <a:ext cx="564683" cy="264690"/>
            </a:xfrm>
            <a:custGeom>
              <a:avLst/>
              <a:gdLst/>
              <a:ahLst/>
              <a:cxnLst/>
              <a:rect l="l" t="t" r="r" b="b"/>
              <a:pathLst>
                <a:path w="17995" h="8435" extrusionOk="0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34"/>
            <p:cNvSpPr/>
            <p:nvPr/>
          </p:nvSpPr>
          <p:spPr>
            <a:xfrm>
              <a:off x="351075" y="3134232"/>
              <a:ext cx="120280" cy="125238"/>
            </a:xfrm>
            <a:custGeom>
              <a:avLst/>
              <a:gdLst/>
              <a:ahLst/>
              <a:cxnLst/>
              <a:rect l="l" t="t" r="r" b="b"/>
              <a:pathLst>
                <a:path w="3833" h="3991" extrusionOk="0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34"/>
            <p:cNvSpPr/>
            <p:nvPr/>
          </p:nvSpPr>
          <p:spPr>
            <a:xfrm>
              <a:off x="440352" y="3279272"/>
              <a:ext cx="124610" cy="132047"/>
            </a:xfrm>
            <a:custGeom>
              <a:avLst/>
              <a:gdLst/>
              <a:ahLst/>
              <a:cxnLst/>
              <a:rect l="l" t="t" r="r" b="b"/>
              <a:pathLst>
                <a:path w="3971" h="4208" extrusionOk="0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34"/>
            <p:cNvSpPr/>
            <p:nvPr/>
          </p:nvSpPr>
          <p:spPr>
            <a:xfrm>
              <a:off x="102540" y="3330108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34"/>
            <p:cNvSpPr/>
            <p:nvPr/>
          </p:nvSpPr>
          <p:spPr>
            <a:xfrm>
              <a:off x="91997" y="337473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34"/>
            <p:cNvSpPr/>
            <p:nvPr/>
          </p:nvSpPr>
          <p:spPr>
            <a:xfrm>
              <a:off x="43043" y="3358601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34"/>
            <p:cNvSpPr/>
            <p:nvPr/>
          </p:nvSpPr>
          <p:spPr>
            <a:xfrm>
              <a:off x="52959" y="341502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34"/>
            <p:cNvSpPr/>
            <p:nvPr/>
          </p:nvSpPr>
          <p:spPr>
            <a:xfrm>
              <a:off x="160814" y="3475743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34"/>
            <p:cNvSpPr/>
            <p:nvPr/>
          </p:nvSpPr>
          <p:spPr>
            <a:xfrm>
              <a:off x="202331" y="3509226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34"/>
            <p:cNvSpPr/>
            <p:nvPr/>
          </p:nvSpPr>
          <p:spPr>
            <a:xfrm>
              <a:off x="153377" y="3528430"/>
              <a:ext cx="19236" cy="17385"/>
            </a:xfrm>
            <a:custGeom>
              <a:avLst/>
              <a:gdLst/>
              <a:ahLst/>
              <a:cxnLst/>
              <a:rect l="l" t="t" r="r" b="b"/>
              <a:pathLst>
                <a:path w="613" h="554" extrusionOk="0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34"/>
            <p:cNvSpPr/>
            <p:nvPr/>
          </p:nvSpPr>
          <p:spPr>
            <a:xfrm>
              <a:off x="176912" y="3563137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34"/>
            <p:cNvSpPr/>
            <p:nvPr/>
          </p:nvSpPr>
          <p:spPr>
            <a:xfrm>
              <a:off x="118639" y="3518514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34"/>
            <p:cNvSpPr/>
            <p:nvPr/>
          </p:nvSpPr>
          <p:spPr>
            <a:xfrm>
              <a:off x="375269" y="342183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34"/>
            <p:cNvSpPr/>
            <p:nvPr/>
          </p:nvSpPr>
          <p:spPr>
            <a:xfrm>
              <a:off x="319474" y="3424311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34"/>
            <p:cNvSpPr/>
            <p:nvPr/>
          </p:nvSpPr>
          <p:spPr>
            <a:xfrm>
              <a:off x="344265" y="3460869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34"/>
            <p:cNvSpPr/>
            <p:nvPr/>
          </p:nvSpPr>
          <p:spPr>
            <a:xfrm>
              <a:off x="283512" y="3451580"/>
              <a:ext cx="16788" cy="17385"/>
            </a:xfrm>
            <a:custGeom>
              <a:avLst/>
              <a:gdLst/>
              <a:ahLst/>
              <a:cxnLst/>
              <a:rect l="l" t="t" r="r" b="b"/>
              <a:pathLst>
                <a:path w="535" h="554" extrusionOk="0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34"/>
            <p:cNvSpPr/>
            <p:nvPr/>
          </p:nvSpPr>
          <p:spPr>
            <a:xfrm>
              <a:off x="295311" y="3381540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34"/>
            <p:cNvSpPr/>
            <p:nvPr/>
          </p:nvSpPr>
          <p:spPr>
            <a:xfrm>
              <a:off x="265563" y="3235873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34"/>
            <p:cNvSpPr/>
            <p:nvPr/>
          </p:nvSpPr>
          <p:spPr>
            <a:xfrm>
              <a:off x="264307" y="3295997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34"/>
            <p:cNvSpPr/>
            <p:nvPr/>
          </p:nvSpPr>
          <p:spPr>
            <a:xfrm>
              <a:off x="219684" y="3271835"/>
              <a:ext cx="17385" cy="18012"/>
            </a:xfrm>
            <a:custGeom>
              <a:avLst/>
              <a:gdLst/>
              <a:ahLst/>
              <a:cxnLst/>
              <a:rect l="l" t="t" r="r" b="b"/>
              <a:pathLst>
                <a:path w="554" h="574" extrusionOk="0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34"/>
            <p:cNvSpPr/>
            <p:nvPr/>
          </p:nvSpPr>
          <p:spPr>
            <a:xfrm>
              <a:off x="413083" y="3216668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34"/>
            <p:cNvSpPr/>
            <p:nvPr/>
          </p:nvSpPr>
          <p:spPr>
            <a:xfrm>
              <a:off x="384558" y="3161502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34"/>
            <p:cNvSpPr/>
            <p:nvPr/>
          </p:nvSpPr>
          <p:spPr>
            <a:xfrm>
              <a:off x="369683" y="3198060"/>
              <a:ext cx="16757" cy="17385"/>
            </a:xfrm>
            <a:custGeom>
              <a:avLst/>
              <a:gdLst/>
              <a:ahLst/>
              <a:cxnLst/>
              <a:rect l="l" t="t" r="r" b="b"/>
              <a:pathLst>
                <a:path w="534" h="554" extrusionOk="0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34"/>
            <p:cNvSpPr/>
            <p:nvPr/>
          </p:nvSpPr>
          <p:spPr>
            <a:xfrm>
              <a:off x="485603" y="3312754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34"/>
            <p:cNvSpPr/>
            <p:nvPr/>
          </p:nvSpPr>
          <p:spPr>
            <a:xfrm>
              <a:off x="516576" y="3347461"/>
              <a:ext cx="17385" cy="17981"/>
            </a:xfrm>
            <a:custGeom>
              <a:avLst/>
              <a:gdLst/>
              <a:ahLst/>
              <a:cxnLst/>
              <a:rect l="l" t="t" r="r" b="b"/>
              <a:pathLst>
                <a:path w="554" h="573" extrusionOk="0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34"/>
            <p:cNvSpPr/>
            <p:nvPr/>
          </p:nvSpPr>
          <p:spPr>
            <a:xfrm>
              <a:off x="484348" y="3379688"/>
              <a:ext cx="16757" cy="18012"/>
            </a:xfrm>
            <a:custGeom>
              <a:avLst/>
              <a:gdLst/>
              <a:ahLst/>
              <a:cxnLst/>
              <a:rect l="l" t="t" r="r" b="b"/>
              <a:pathLst>
                <a:path w="534" h="574" extrusionOk="0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34"/>
            <p:cNvSpPr/>
            <p:nvPr/>
          </p:nvSpPr>
          <p:spPr>
            <a:xfrm>
              <a:off x="465143" y="3335662"/>
              <a:ext cx="17385" cy="17385"/>
            </a:xfrm>
            <a:custGeom>
              <a:avLst/>
              <a:gdLst/>
              <a:ahLst/>
              <a:cxnLst/>
              <a:rect l="l" t="t" r="r" b="b"/>
              <a:pathLst>
                <a:path w="554" h="554" extrusionOk="0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34"/>
            <p:cNvSpPr/>
            <p:nvPr/>
          </p:nvSpPr>
          <p:spPr>
            <a:xfrm>
              <a:off x="65354" y="3246417"/>
              <a:ext cx="393003" cy="279564"/>
            </a:xfrm>
            <a:custGeom>
              <a:avLst/>
              <a:gdLst/>
              <a:ahLst/>
              <a:cxnLst/>
              <a:rect l="l" t="t" r="r" b="b"/>
              <a:pathLst>
                <a:path w="12524" h="8909" extrusionOk="0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34"/>
            <p:cNvSpPr/>
            <p:nvPr/>
          </p:nvSpPr>
          <p:spPr>
            <a:xfrm>
              <a:off x="-69770" y="3367293"/>
              <a:ext cx="639054" cy="308089"/>
            </a:xfrm>
            <a:custGeom>
              <a:avLst/>
              <a:gdLst/>
              <a:ahLst/>
              <a:cxnLst/>
              <a:rect l="l" t="t" r="r" b="b"/>
              <a:pathLst>
                <a:path w="20365" h="9818" extrusionOk="0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17" name="Google Shape;8917;p34"/>
          <p:cNvGrpSpPr/>
          <p:nvPr/>
        </p:nvGrpSpPr>
        <p:grpSpPr>
          <a:xfrm>
            <a:off x="45463" y="-42262"/>
            <a:ext cx="925639" cy="688028"/>
            <a:chOff x="8588925" y="2091476"/>
            <a:chExt cx="925639" cy="688028"/>
          </a:xfrm>
        </p:grpSpPr>
        <p:sp>
          <p:nvSpPr>
            <p:cNvPr id="8918" name="Google Shape;8918;p34"/>
            <p:cNvSpPr/>
            <p:nvPr/>
          </p:nvSpPr>
          <p:spPr>
            <a:xfrm>
              <a:off x="8696427" y="2091476"/>
              <a:ext cx="711382" cy="688028"/>
            </a:xfrm>
            <a:custGeom>
              <a:avLst/>
              <a:gdLst/>
              <a:ahLst/>
              <a:cxnLst/>
              <a:rect l="l" t="t" r="r" b="b"/>
              <a:pathLst>
                <a:path w="19871" h="19220" extrusionOk="0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34"/>
            <p:cNvSpPr/>
            <p:nvPr/>
          </p:nvSpPr>
          <p:spPr>
            <a:xfrm>
              <a:off x="8743788" y="2133932"/>
              <a:ext cx="620163" cy="600324"/>
            </a:xfrm>
            <a:custGeom>
              <a:avLst/>
              <a:gdLst/>
              <a:ahLst/>
              <a:cxnLst/>
              <a:rect l="l" t="t" r="r" b="b"/>
              <a:pathLst>
                <a:path w="17323" h="16770" extrusionOk="0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34"/>
            <p:cNvSpPr/>
            <p:nvPr/>
          </p:nvSpPr>
          <p:spPr>
            <a:xfrm>
              <a:off x="8875310" y="2394827"/>
              <a:ext cx="312570" cy="357116"/>
            </a:xfrm>
            <a:custGeom>
              <a:avLst/>
              <a:gdLst/>
              <a:ahLst/>
              <a:cxnLst/>
              <a:rect l="l" t="t" r="r" b="b"/>
              <a:pathLst>
                <a:path w="8731" h="9976" extrusionOk="0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34"/>
            <p:cNvSpPr/>
            <p:nvPr/>
          </p:nvSpPr>
          <p:spPr>
            <a:xfrm>
              <a:off x="8877422" y="2391283"/>
              <a:ext cx="298429" cy="281476"/>
            </a:xfrm>
            <a:custGeom>
              <a:avLst/>
              <a:gdLst/>
              <a:ahLst/>
              <a:cxnLst/>
              <a:rect l="l" t="t" r="r" b="b"/>
              <a:pathLst>
                <a:path w="8336" h="7863" extrusionOk="0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34"/>
            <p:cNvSpPr/>
            <p:nvPr/>
          </p:nvSpPr>
          <p:spPr>
            <a:xfrm>
              <a:off x="8979948" y="2101392"/>
              <a:ext cx="288548" cy="335888"/>
            </a:xfrm>
            <a:custGeom>
              <a:avLst/>
              <a:gdLst/>
              <a:ahLst/>
              <a:cxnLst/>
              <a:rect l="l" t="t" r="r" b="b"/>
              <a:pathLst>
                <a:path w="8060" h="9383" extrusionOk="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34"/>
            <p:cNvSpPr/>
            <p:nvPr/>
          </p:nvSpPr>
          <p:spPr>
            <a:xfrm>
              <a:off x="8997632" y="2126128"/>
              <a:ext cx="217127" cy="268732"/>
            </a:xfrm>
            <a:custGeom>
              <a:avLst/>
              <a:gdLst/>
              <a:ahLst/>
              <a:cxnLst/>
              <a:rect l="l" t="t" r="r" b="b"/>
              <a:pathLst>
                <a:path w="6065" h="7507" extrusionOk="0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34"/>
            <p:cNvSpPr/>
            <p:nvPr/>
          </p:nvSpPr>
          <p:spPr>
            <a:xfrm>
              <a:off x="8714075" y="2379971"/>
              <a:ext cx="345112" cy="280044"/>
            </a:xfrm>
            <a:custGeom>
              <a:avLst/>
              <a:gdLst/>
              <a:ahLst/>
              <a:cxnLst/>
              <a:rect l="l" t="t" r="r" b="b"/>
              <a:pathLst>
                <a:path w="9640" h="7823" extrusionOk="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34"/>
            <p:cNvSpPr/>
            <p:nvPr/>
          </p:nvSpPr>
          <p:spPr>
            <a:xfrm>
              <a:off x="9050649" y="2339662"/>
              <a:ext cx="326747" cy="320352"/>
            </a:xfrm>
            <a:custGeom>
              <a:avLst/>
              <a:gdLst/>
              <a:ahLst/>
              <a:cxnLst/>
              <a:rect l="l" t="t" r="r" b="b"/>
              <a:pathLst>
                <a:path w="9127" h="8949" extrusionOk="0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34"/>
            <p:cNvSpPr/>
            <p:nvPr/>
          </p:nvSpPr>
          <p:spPr>
            <a:xfrm>
              <a:off x="8740244" y="2435135"/>
              <a:ext cx="277951" cy="152748"/>
            </a:xfrm>
            <a:custGeom>
              <a:avLst/>
              <a:gdLst/>
              <a:ahLst/>
              <a:cxnLst/>
              <a:rect l="l" t="t" r="r" b="b"/>
              <a:pathLst>
                <a:path w="7764" h="4267" extrusionOk="0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34"/>
            <p:cNvSpPr/>
            <p:nvPr/>
          </p:nvSpPr>
          <p:spPr>
            <a:xfrm>
              <a:off x="9103702" y="2394111"/>
              <a:ext cx="221351" cy="241884"/>
            </a:xfrm>
            <a:custGeom>
              <a:avLst/>
              <a:gdLst/>
              <a:ahLst/>
              <a:cxnLst/>
              <a:rect l="l" t="t" r="r" b="b"/>
              <a:pathLst>
                <a:path w="6183" h="6757" extrusionOk="0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34"/>
            <p:cNvSpPr/>
            <p:nvPr/>
          </p:nvSpPr>
          <p:spPr>
            <a:xfrm>
              <a:off x="8759360" y="2179181"/>
              <a:ext cx="334479" cy="300520"/>
            </a:xfrm>
            <a:custGeom>
              <a:avLst/>
              <a:gdLst/>
              <a:ahLst/>
              <a:cxnLst/>
              <a:rect l="l" t="t" r="r" b="b"/>
              <a:pathLst>
                <a:path w="9343" h="8395" extrusionOk="0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34"/>
            <p:cNvSpPr/>
            <p:nvPr/>
          </p:nvSpPr>
          <p:spPr>
            <a:xfrm>
              <a:off x="8791864" y="2231481"/>
              <a:ext cx="260982" cy="182460"/>
            </a:xfrm>
            <a:custGeom>
              <a:avLst/>
              <a:gdLst/>
              <a:ahLst/>
              <a:cxnLst/>
              <a:rect l="l" t="t" r="r" b="b"/>
              <a:pathLst>
                <a:path w="7290" h="5097" extrusionOk="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34"/>
            <p:cNvSpPr/>
            <p:nvPr/>
          </p:nvSpPr>
          <p:spPr>
            <a:xfrm>
              <a:off x="9375230" y="2344638"/>
              <a:ext cx="139334" cy="206480"/>
            </a:xfrm>
            <a:custGeom>
              <a:avLst/>
              <a:gdLst/>
              <a:ahLst/>
              <a:cxnLst/>
              <a:rect l="l" t="t" r="r" b="b"/>
              <a:pathLst>
                <a:path w="3892" h="5768" extrusionOk="0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34"/>
            <p:cNvSpPr/>
            <p:nvPr/>
          </p:nvSpPr>
          <p:spPr>
            <a:xfrm>
              <a:off x="8588925" y="2306442"/>
              <a:ext cx="139334" cy="189548"/>
            </a:xfrm>
            <a:custGeom>
              <a:avLst/>
              <a:gdLst/>
              <a:ahLst/>
              <a:cxnLst/>
              <a:rect l="l" t="t" r="r" b="b"/>
              <a:pathLst>
                <a:path w="3892" h="5295" extrusionOk="0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32" name="Google Shape;8932;p34"/>
          <p:cNvGrpSpPr/>
          <p:nvPr/>
        </p:nvGrpSpPr>
        <p:grpSpPr>
          <a:xfrm>
            <a:off x="7939200" y="3677975"/>
            <a:ext cx="1436750" cy="1718156"/>
            <a:chOff x="3853575" y="-2474775"/>
            <a:chExt cx="1436750" cy="1718156"/>
          </a:xfrm>
        </p:grpSpPr>
        <p:sp>
          <p:nvSpPr>
            <p:cNvPr id="8933" name="Google Shape;8933;p34"/>
            <p:cNvSpPr/>
            <p:nvPr/>
          </p:nvSpPr>
          <p:spPr>
            <a:xfrm>
              <a:off x="3873611" y="-1465718"/>
              <a:ext cx="573999" cy="351203"/>
            </a:xfrm>
            <a:custGeom>
              <a:avLst/>
              <a:gdLst/>
              <a:ahLst/>
              <a:cxnLst/>
              <a:rect l="l" t="t" r="r" b="b"/>
              <a:pathLst>
                <a:path w="15270" h="9343" extrusionOk="0">
                  <a:moveTo>
                    <a:pt x="9205" y="0"/>
                  </a:moveTo>
                  <a:lnTo>
                    <a:pt x="8988" y="20"/>
                  </a:lnTo>
                  <a:lnTo>
                    <a:pt x="8751" y="79"/>
                  </a:lnTo>
                  <a:lnTo>
                    <a:pt x="8514" y="178"/>
                  </a:lnTo>
                  <a:lnTo>
                    <a:pt x="8277" y="316"/>
                  </a:lnTo>
                  <a:lnTo>
                    <a:pt x="8040" y="454"/>
                  </a:lnTo>
                  <a:lnTo>
                    <a:pt x="7783" y="632"/>
                  </a:lnTo>
                  <a:lnTo>
                    <a:pt x="7309" y="1008"/>
                  </a:lnTo>
                  <a:lnTo>
                    <a:pt x="6855" y="1363"/>
                  </a:lnTo>
                  <a:lnTo>
                    <a:pt x="6420" y="1699"/>
                  </a:lnTo>
                  <a:lnTo>
                    <a:pt x="6223" y="1817"/>
                  </a:lnTo>
                  <a:lnTo>
                    <a:pt x="6025" y="1916"/>
                  </a:lnTo>
                  <a:lnTo>
                    <a:pt x="5867" y="1975"/>
                  </a:lnTo>
                  <a:lnTo>
                    <a:pt x="5709" y="1995"/>
                  </a:lnTo>
                  <a:lnTo>
                    <a:pt x="5551" y="1975"/>
                  </a:lnTo>
                  <a:lnTo>
                    <a:pt x="5354" y="1916"/>
                  </a:lnTo>
                  <a:lnTo>
                    <a:pt x="4840" y="1778"/>
                  </a:lnTo>
                  <a:lnTo>
                    <a:pt x="4228" y="1600"/>
                  </a:lnTo>
                  <a:lnTo>
                    <a:pt x="3576" y="1363"/>
                  </a:lnTo>
                  <a:lnTo>
                    <a:pt x="2312" y="968"/>
                  </a:lnTo>
                  <a:lnTo>
                    <a:pt x="1798" y="810"/>
                  </a:lnTo>
                  <a:lnTo>
                    <a:pt x="1581" y="770"/>
                  </a:lnTo>
                  <a:lnTo>
                    <a:pt x="1423" y="751"/>
                  </a:lnTo>
                  <a:lnTo>
                    <a:pt x="1028" y="751"/>
                  </a:lnTo>
                  <a:lnTo>
                    <a:pt x="831" y="790"/>
                  </a:lnTo>
                  <a:lnTo>
                    <a:pt x="633" y="869"/>
                  </a:lnTo>
                  <a:lnTo>
                    <a:pt x="455" y="968"/>
                  </a:lnTo>
                  <a:lnTo>
                    <a:pt x="317" y="1106"/>
                  </a:lnTo>
                  <a:lnTo>
                    <a:pt x="238" y="1185"/>
                  </a:lnTo>
                  <a:lnTo>
                    <a:pt x="179" y="1284"/>
                  </a:lnTo>
                  <a:lnTo>
                    <a:pt x="139" y="1383"/>
                  </a:lnTo>
                  <a:lnTo>
                    <a:pt x="100" y="1501"/>
                  </a:lnTo>
                  <a:lnTo>
                    <a:pt x="60" y="1699"/>
                  </a:lnTo>
                  <a:lnTo>
                    <a:pt x="21" y="1877"/>
                  </a:lnTo>
                  <a:lnTo>
                    <a:pt x="1" y="2054"/>
                  </a:lnTo>
                  <a:lnTo>
                    <a:pt x="1" y="2232"/>
                  </a:lnTo>
                  <a:lnTo>
                    <a:pt x="21" y="2410"/>
                  </a:lnTo>
                  <a:lnTo>
                    <a:pt x="60" y="2568"/>
                  </a:lnTo>
                  <a:lnTo>
                    <a:pt x="139" y="2726"/>
                  </a:lnTo>
                  <a:lnTo>
                    <a:pt x="238" y="2884"/>
                  </a:lnTo>
                  <a:lnTo>
                    <a:pt x="356" y="3002"/>
                  </a:lnTo>
                  <a:lnTo>
                    <a:pt x="495" y="3121"/>
                  </a:lnTo>
                  <a:lnTo>
                    <a:pt x="653" y="3239"/>
                  </a:lnTo>
                  <a:lnTo>
                    <a:pt x="1008" y="3477"/>
                  </a:lnTo>
                  <a:lnTo>
                    <a:pt x="1403" y="3674"/>
                  </a:lnTo>
                  <a:lnTo>
                    <a:pt x="1798" y="3852"/>
                  </a:lnTo>
                  <a:lnTo>
                    <a:pt x="1937" y="3911"/>
                  </a:lnTo>
                  <a:lnTo>
                    <a:pt x="1996" y="3931"/>
                  </a:lnTo>
                  <a:lnTo>
                    <a:pt x="2766" y="4207"/>
                  </a:lnTo>
                  <a:lnTo>
                    <a:pt x="3300" y="4385"/>
                  </a:lnTo>
                  <a:lnTo>
                    <a:pt x="3616" y="4464"/>
                  </a:lnTo>
                  <a:lnTo>
                    <a:pt x="3714" y="4484"/>
                  </a:lnTo>
                  <a:lnTo>
                    <a:pt x="3793" y="4622"/>
                  </a:lnTo>
                  <a:lnTo>
                    <a:pt x="4011" y="4918"/>
                  </a:lnTo>
                  <a:lnTo>
                    <a:pt x="4169" y="5116"/>
                  </a:lnTo>
                  <a:lnTo>
                    <a:pt x="4366" y="5313"/>
                  </a:lnTo>
                  <a:lnTo>
                    <a:pt x="4564" y="5531"/>
                  </a:lnTo>
                  <a:lnTo>
                    <a:pt x="4801" y="5709"/>
                  </a:lnTo>
                  <a:lnTo>
                    <a:pt x="5038" y="5886"/>
                  </a:lnTo>
                  <a:lnTo>
                    <a:pt x="5275" y="6005"/>
                  </a:lnTo>
                  <a:lnTo>
                    <a:pt x="5512" y="6104"/>
                  </a:lnTo>
                  <a:lnTo>
                    <a:pt x="5709" y="6163"/>
                  </a:lnTo>
                  <a:lnTo>
                    <a:pt x="6025" y="6242"/>
                  </a:lnTo>
                  <a:lnTo>
                    <a:pt x="6144" y="6262"/>
                  </a:lnTo>
                  <a:lnTo>
                    <a:pt x="6164" y="6400"/>
                  </a:lnTo>
                  <a:lnTo>
                    <a:pt x="6183" y="6578"/>
                  </a:lnTo>
                  <a:lnTo>
                    <a:pt x="6262" y="6775"/>
                  </a:lnTo>
                  <a:lnTo>
                    <a:pt x="6341" y="6992"/>
                  </a:lnTo>
                  <a:lnTo>
                    <a:pt x="6480" y="7210"/>
                  </a:lnTo>
                  <a:lnTo>
                    <a:pt x="6578" y="7308"/>
                  </a:lnTo>
                  <a:lnTo>
                    <a:pt x="6677" y="7407"/>
                  </a:lnTo>
                  <a:lnTo>
                    <a:pt x="6796" y="7506"/>
                  </a:lnTo>
                  <a:lnTo>
                    <a:pt x="6914" y="7585"/>
                  </a:lnTo>
                  <a:lnTo>
                    <a:pt x="7309" y="7802"/>
                  </a:lnTo>
                  <a:lnTo>
                    <a:pt x="7605" y="7921"/>
                  </a:lnTo>
                  <a:lnTo>
                    <a:pt x="7783" y="7980"/>
                  </a:lnTo>
                  <a:lnTo>
                    <a:pt x="7862" y="7980"/>
                  </a:lnTo>
                  <a:lnTo>
                    <a:pt x="7961" y="8138"/>
                  </a:lnTo>
                  <a:lnTo>
                    <a:pt x="8080" y="8296"/>
                  </a:lnTo>
                  <a:lnTo>
                    <a:pt x="8218" y="8474"/>
                  </a:lnTo>
                  <a:lnTo>
                    <a:pt x="8415" y="8671"/>
                  </a:lnTo>
                  <a:lnTo>
                    <a:pt x="8613" y="8849"/>
                  </a:lnTo>
                  <a:lnTo>
                    <a:pt x="8830" y="9007"/>
                  </a:lnTo>
                  <a:lnTo>
                    <a:pt x="8949" y="9066"/>
                  </a:lnTo>
                  <a:lnTo>
                    <a:pt x="9067" y="9106"/>
                  </a:lnTo>
                  <a:lnTo>
                    <a:pt x="9541" y="9205"/>
                  </a:lnTo>
                  <a:lnTo>
                    <a:pt x="10015" y="9284"/>
                  </a:lnTo>
                  <a:lnTo>
                    <a:pt x="10489" y="9343"/>
                  </a:lnTo>
                  <a:lnTo>
                    <a:pt x="11398" y="9343"/>
                  </a:lnTo>
                  <a:lnTo>
                    <a:pt x="11813" y="9303"/>
                  </a:lnTo>
                  <a:lnTo>
                    <a:pt x="12208" y="9264"/>
                  </a:lnTo>
                  <a:lnTo>
                    <a:pt x="12583" y="9185"/>
                  </a:lnTo>
                  <a:lnTo>
                    <a:pt x="12938" y="9126"/>
                  </a:lnTo>
                  <a:lnTo>
                    <a:pt x="13235" y="9047"/>
                  </a:lnTo>
                  <a:lnTo>
                    <a:pt x="13748" y="8889"/>
                  </a:lnTo>
                  <a:lnTo>
                    <a:pt x="14064" y="8790"/>
                  </a:lnTo>
                  <a:lnTo>
                    <a:pt x="14183" y="8731"/>
                  </a:lnTo>
                  <a:lnTo>
                    <a:pt x="15269" y="869"/>
                  </a:lnTo>
                  <a:lnTo>
                    <a:pt x="14479" y="731"/>
                  </a:lnTo>
                  <a:lnTo>
                    <a:pt x="12682" y="454"/>
                  </a:lnTo>
                  <a:lnTo>
                    <a:pt x="11635" y="296"/>
                  </a:lnTo>
                  <a:lnTo>
                    <a:pt x="10647" y="158"/>
                  </a:lnTo>
                  <a:lnTo>
                    <a:pt x="9798" y="59"/>
                  </a:lnTo>
                  <a:lnTo>
                    <a:pt x="920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34"/>
            <p:cNvSpPr/>
            <p:nvPr/>
          </p:nvSpPr>
          <p:spPr>
            <a:xfrm>
              <a:off x="4013224" y="-1297197"/>
              <a:ext cx="118822" cy="26050"/>
            </a:xfrm>
            <a:custGeom>
              <a:avLst/>
              <a:gdLst/>
              <a:ahLst/>
              <a:cxnLst/>
              <a:rect l="l" t="t" r="r" b="b"/>
              <a:pathLst>
                <a:path w="3161" h="693" extrusionOk="0">
                  <a:moveTo>
                    <a:pt x="0" y="1"/>
                  </a:moveTo>
                  <a:lnTo>
                    <a:pt x="158" y="258"/>
                  </a:lnTo>
                  <a:lnTo>
                    <a:pt x="1620" y="554"/>
                  </a:lnTo>
                  <a:lnTo>
                    <a:pt x="1896" y="613"/>
                  </a:lnTo>
                  <a:lnTo>
                    <a:pt x="2153" y="633"/>
                  </a:lnTo>
                  <a:lnTo>
                    <a:pt x="2647" y="672"/>
                  </a:lnTo>
                  <a:lnTo>
                    <a:pt x="3003" y="692"/>
                  </a:lnTo>
                  <a:lnTo>
                    <a:pt x="3161" y="692"/>
                  </a:lnTo>
                  <a:lnTo>
                    <a:pt x="2904" y="613"/>
                  </a:lnTo>
                  <a:lnTo>
                    <a:pt x="2568" y="554"/>
                  </a:lnTo>
                  <a:lnTo>
                    <a:pt x="2074" y="495"/>
                  </a:lnTo>
                  <a:lnTo>
                    <a:pt x="1758" y="435"/>
                  </a:lnTo>
                  <a:lnTo>
                    <a:pt x="1403" y="376"/>
                  </a:lnTo>
                  <a:lnTo>
                    <a:pt x="731" y="2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34"/>
            <p:cNvSpPr/>
            <p:nvPr/>
          </p:nvSpPr>
          <p:spPr>
            <a:xfrm>
              <a:off x="4103067" y="-1230360"/>
              <a:ext cx="60896" cy="10450"/>
            </a:xfrm>
            <a:custGeom>
              <a:avLst/>
              <a:gdLst/>
              <a:ahLst/>
              <a:cxnLst/>
              <a:rect l="l" t="t" r="r" b="b"/>
              <a:pathLst>
                <a:path w="1620" h="278" extrusionOk="0">
                  <a:moveTo>
                    <a:pt x="40" y="1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20" y="178"/>
                  </a:lnTo>
                  <a:lnTo>
                    <a:pt x="40" y="218"/>
                  </a:lnTo>
                  <a:lnTo>
                    <a:pt x="79" y="238"/>
                  </a:lnTo>
                  <a:lnTo>
                    <a:pt x="178" y="257"/>
                  </a:lnTo>
                  <a:lnTo>
                    <a:pt x="356" y="277"/>
                  </a:lnTo>
                  <a:lnTo>
                    <a:pt x="889" y="277"/>
                  </a:lnTo>
                  <a:lnTo>
                    <a:pt x="1620" y="257"/>
                  </a:lnTo>
                  <a:lnTo>
                    <a:pt x="1264" y="218"/>
                  </a:lnTo>
                  <a:lnTo>
                    <a:pt x="929" y="178"/>
                  </a:lnTo>
                  <a:lnTo>
                    <a:pt x="514" y="9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34"/>
            <p:cNvSpPr/>
            <p:nvPr/>
          </p:nvSpPr>
          <p:spPr>
            <a:xfrm>
              <a:off x="4169152" y="-1165779"/>
              <a:ext cx="41612" cy="11202"/>
            </a:xfrm>
            <a:custGeom>
              <a:avLst/>
              <a:gdLst/>
              <a:ahLst/>
              <a:cxnLst/>
              <a:rect l="l" t="t" r="r" b="b"/>
              <a:pathLst>
                <a:path w="1107" h="298" extrusionOk="0">
                  <a:moveTo>
                    <a:pt x="0" y="1"/>
                  </a:moveTo>
                  <a:lnTo>
                    <a:pt x="40" y="120"/>
                  </a:lnTo>
                  <a:lnTo>
                    <a:pt x="99" y="199"/>
                  </a:lnTo>
                  <a:lnTo>
                    <a:pt x="138" y="278"/>
                  </a:lnTo>
                  <a:lnTo>
                    <a:pt x="218" y="297"/>
                  </a:lnTo>
                  <a:lnTo>
                    <a:pt x="356" y="278"/>
                  </a:lnTo>
                  <a:lnTo>
                    <a:pt x="711" y="199"/>
                  </a:lnTo>
                  <a:lnTo>
                    <a:pt x="1047" y="100"/>
                  </a:lnTo>
                  <a:lnTo>
                    <a:pt x="1106" y="60"/>
                  </a:lnTo>
                  <a:lnTo>
                    <a:pt x="1087" y="40"/>
                  </a:lnTo>
                  <a:lnTo>
                    <a:pt x="455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34"/>
            <p:cNvSpPr/>
            <p:nvPr/>
          </p:nvSpPr>
          <p:spPr>
            <a:xfrm>
              <a:off x="3882520" y="-1393693"/>
              <a:ext cx="75030" cy="75030"/>
            </a:xfrm>
            <a:custGeom>
              <a:avLst/>
              <a:gdLst/>
              <a:ahLst/>
              <a:cxnLst/>
              <a:rect l="l" t="t" r="r" b="b"/>
              <a:pathLst>
                <a:path w="1996" h="1996" extrusionOk="0">
                  <a:moveTo>
                    <a:pt x="376" y="0"/>
                  </a:moveTo>
                  <a:lnTo>
                    <a:pt x="1" y="968"/>
                  </a:lnTo>
                  <a:lnTo>
                    <a:pt x="119" y="1086"/>
                  </a:lnTo>
                  <a:lnTo>
                    <a:pt x="416" y="198"/>
                  </a:lnTo>
                  <a:lnTo>
                    <a:pt x="1048" y="494"/>
                  </a:lnTo>
                  <a:lnTo>
                    <a:pt x="1502" y="731"/>
                  </a:lnTo>
                  <a:lnTo>
                    <a:pt x="1680" y="830"/>
                  </a:lnTo>
                  <a:lnTo>
                    <a:pt x="1779" y="909"/>
                  </a:lnTo>
                  <a:lnTo>
                    <a:pt x="1798" y="968"/>
                  </a:lnTo>
                  <a:lnTo>
                    <a:pt x="1838" y="1067"/>
                  </a:lnTo>
                  <a:lnTo>
                    <a:pt x="1838" y="1146"/>
                  </a:lnTo>
                  <a:lnTo>
                    <a:pt x="1838" y="1264"/>
                  </a:lnTo>
                  <a:lnTo>
                    <a:pt x="1798" y="1482"/>
                  </a:lnTo>
                  <a:lnTo>
                    <a:pt x="1719" y="1719"/>
                  </a:lnTo>
                  <a:lnTo>
                    <a:pt x="1640" y="1857"/>
                  </a:lnTo>
                  <a:lnTo>
                    <a:pt x="1561" y="1936"/>
                  </a:lnTo>
                  <a:lnTo>
                    <a:pt x="1700" y="1995"/>
                  </a:lnTo>
                  <a:lnTo>
                    <a:pt x="1779" y="1896"/>
                  </a:lnTo>
                  <a:lnTo>
                    <a:pt x="1838" y="1738"/>
                  </a:lnTo>
                  <a:lnTo>
                    <a:pt x="1897" y="1580"/>
                  </a:lnTo>
                  <a:lnTo>
                    <a:pt x="1956" y="1402"/>
                  </a:lnTo>
                  <a:lnTo>
                    <a:pt x="1976" y="1244"/>
                  </a:lnTo>
                  <a:lnTo>
                    <a:pt x="1996" y="1067"/>
                  </a:lnTo>
                  <a:lnTo>
                    <a:pt x="1956" y="928"/>
                  </a:lnTo>
                  <a:lnTo>
                    <a:pt x="1937" y="869"/>
                  </a:lnTo>
                  <a:lnTo>
                    <a:pt x="1897" y="810"/>
                  </a:lnTo>
                  <a:lnTo>
                    <a:pt x="1798" y="711"/>
                  </a:lnTo>
                  <a:lnTo>
                    <a:pt x="1640" y="593"/>
                  </a:lnTo>
                  <a:lnTo>
                    <a:pt x="1463" y="494"/>
                  </a:lnTo>
                  <a:lnTo>
                    <a:pt x="1285" y="395"/>
                  </a:lnTo>
                  <a:lnTo>
                    <a:pt x="989" y="257"/>
                  </a:lnTo>
                  <a:lnTo>
                    <a:pt x="870" y="217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34"/>
            <p:cNvSpPr/>
            <p:nvPr/>
          </p:nvSpPr>
          <p:spPr>
            <a:xfrm>
              <a:off x="4047357" y="-2278023"/>
              <a:ext cx="1045453" cy="331920"/>
            </a:xfrm>
            <a:custGeom>
              <a:avLst/>
              <a:gdLst/>
              <a:ahLst/>
              <a:cxnLst/>
              <a:rect l="l" t="t" r="r" b="b"/>
              <a:pathLst>
                <a:path w="27812" h="8830" extrusionOk="0">
                  <a:moveTo>
                    <a:pt x="9581" y="0"/>
                  </a:moveTo>
                  <a:lnTo>
                    <a:pt x="9363" y="40"/>
                  </a:lnTo>
                  <a:lnTo>
                    <a:pt x="9166" y="60"/>
                  </a:lnTo>
                  <a:lnTo>
                    <a:pt x="8988" y="119"/>
                  </a:lnTo>
                  <a:lnTo>
                    <a:pt x="8830" y="178"/>
                  </a:lnTo>
                  <a:lnTo>
                    <a:pt x="8692" y="237"/>
                  </a:lnTo>
                  <a:lnTo>
                    <a:pt x="8573" y="297"/>
                  </a:lnTo>
                  <a:lnTo>
                    <a:pt x="8396" y="435"/>
                  </a:lnTo>
                  <a:lnTo>
                    <a:pt x="8277" y="553"/>
                  </a:lnTo>
                  <a:lnTo>
                    <a:pt x="8178" y="692"/>
                  </a:lnTo>
                  <a:lnTo>
                    <a:pt x="8099" y="672"/>
                  </a:lnTo>
                  <a:lnTo>
                    <a:pt x="7862" y="672"/>
                  </a:lnTo>
                  <a:lnTo>
                    <a:pt x="7507" y="692"/>
                  </a:lnTo>
                  <a:lnTo>
                    <a:pt x="7309" y="731"/>
                  </a:lnTo>
                  <a:lnTo>
                    <a:pt x="7092" y="771"/>
                  </a:lnTo>
                  <a:lnTo>
                    <a:pt x="6875" y="830"/>
                  </a:lnTo>
                  <a:lnTo>
                    <a:pt x="6638" y="929"/>
                  </a:lnTo>
                  <a:lnTo>
                    <a:pt x="6401" y="1027"/>
                  </a:lnTo>
                  <a:lnTo>
                    <a:pt x="6183" y="1166"/>
                  </a:lnTo>
                  <a:lnTo>
                    <a:pt x="5966" y="1324"/>
                  </a:lnTo>
                  <a:lnTo>
                    <a:pt x="5749" y="1521"/>
                  </a:lnTo>
                  <a:lnTo>
                    <a:pt x="5571" y="1758"/>
                  </a:lnTo>
                  <a:lnTo>
                    <a:pt x="5413" y="2035"/>
                  </a:lnTo>
                  <a:lnTo>
                    <a:pt x="5354" y="2035"/>
                  </a:lnTo>
                  <a:lnTo>
                    <a:pt x="5196" y="2074"/>
                  </a:lnTo>
                  <a:lnTo>
                    <a:pt x="4959" y="2153"/>
                  </a:lnTo>
                  <a:lnTo>
                    <a:pt x="4820" y="2213"/>
                  </a:lnTo>
                  <a:lnTo>
                    <a:pt x="4662" y="2292"/>
                  </a:lnTo>
                  <a:lnTo>
                    <a:pt x="4504" y="2390"/>
                  </a:lnTo>
                  <a:lnTo>
                    <a:pt x="4346" y="2509"/>
                  </a:lnTo>
                  <a:lnTo>
                    <a:pt x="4169" y="2647"/>
                  </a:lnTo>
                  <a:lnTo>
                    <a:pt x="3991" y="2825"/>
                  </a:lnTo>
                  <a:lnTo>
                    <a:pt x="3813" y="3022"/>
                  </a:lnTo>
                  <a:lnTo>
                    <a:pt x="3655" y="3259"/>
                  </a:lnTo>
                  <a:lnTo>
                    <a:pt x="3497" y="3536"/>
                  </a:lnTo>
                  <a:lnTo>
                    <a:pt x="3339" y="3832"/>
                  </a:lnTo>
                  <a:lnTo>
                    <a:pt x="2983" y="3813"/>
                  </a:lnTo>
                  <a:lnTo>
                    <a:pt x="2628" y="3793"/>
                  </a:lnTo>
                  <a:lnTo>
                    <a:pt x="2174" y="3813"/>
                  </a:lnTo>
                  <a:lnTo>
                    <a:pt x="1937" y="3832"/>
                  </a:lnTo>
                  <a:lnTo>
                    <a:pt x="1680" y="3872"/>
                  </a:lnTo>
                  <a:lnTo>
                    <a:pt x="1443" y="3931"/>
                  </a:lnTo>
                  <a:lnTo>
                    <a:pt x="1206" y="3990"/>
                  </a:lnTo>
                  <a:lnTo>
                    <a:pt x="969" y="4069"/>
                  </a:lnTo>
                  <a:lnTo>
                    <a:pt x="751" y="4168"/>
                  </a:lnTo>
                  <a:lnTo>
                    <a:pt x="554" y="4306"/>
                  </a:lnTo>
                  <a:lnTo>
                    <a:pt x="376" y="4445"/>
                  </a:lnTo>
                  <a:lnTo>
                    <a:pt x="238" y="4603"/>
                  </a:lnTo>
                  <a:lnTo>
                    <a:pt x="139" y="4780"/>
                  </a:lnTo>
                  <a:lnTo>
                    <a:pt x="60" y="4938"/>
                  </a:lnTo>
                  <a:lnTo>
                    <a:pt x="21" y="5096"/>
                  </a:lnTo>
                  <a:lnTo>
                    <a:pt x="1" y="5254"/>
                  </a:lnTo>
                  <a:lnTo>
                    <a:pt x="1" y="5393"/>
                  </a:lnTo>
                  <a:lnTo>
                    <a:pt x="40" y="5551"/>
                  </a:lnTo>
                  <a:lnTo>
                    <a:pt x="80" y="5669"/>
                  </a:lnTo>
                  <a:lnTo>
                    <a:pt x="159" y="5807"/>
                  </a:lnTo>
                  <a:lnTo>
                    <a:pt x="238" y="5906"/>
                  </a:lnTo>
                  <a:lnTo>
                    <a:pt x="337" y="6005"/>
                  </a:lnTo>
                  <a:lnTo>
                    <a:pt x="435" y="6104"/>
                  </a:lnTo>
                  <a:lnTo>
                    <a:pt x="534" y="6163"/>
                  </a:lnTo>
                  <a:lnTo>
                    <a:pt x="653" y="6203"/>
                  </a:lnTo>
                  <a:lnTo>
                    <a:pt x="751" y="6242"/>
                  </a:lnTo>
                  <a:lnTo>
                    <a:pt x="870" y="6242"/>
                  </a:lnTo>
                  <a:lnTo>
                    <a:pt x="1265" y="6262"/>
                  </a:lnTo>
                  <a:lnTo>
                    <a:pt x="1937" y="6321"/>
                  </a:lnTo>
                  <a:lnTo>
                    <a:pt x="3813" y="6479"/>
                  </a:lnTo>
                  <a:lnTo>
                    <a:pt x="5808" y="6677"/>
                  </a:lnTo>
                  <a:lnTo>
                    <a:pt x="6598" y="6756"/>
                  </a:lnTo>
                  <a:lnTo>
                    <a:pt x="7171" y="6835"/>
                  </a:lnTo>
                  <a:lnTo>
                    <a:pt x="7388" y="6894"/>
                  </a:lnTo>
                  <a:lnTo>
                    <a:pt x="7625" y="6973"/>
                  </a:lnTo>
                  <a:lnTo>
                    <a:pt x="8198" y="7170"/>
                  </a:lnTo>
                  <a:lnTo>
                    <a:pt x="8810" y="7427"/>
                  </a:lnTo>
                  <a:lnTo>
                    <a:pt x="9482" y="7704"/>
                  </a:lnTo>
                  <a:lnTo>
                    <a:pt x="10134" y="7980"/>
                  </a:lnTo>
                  <a:lnTo>
                    <a:pt x="10766" y="8217"/>
                  </a:lnTo>
                  <a:lnTo>
                    <a:pt x="11062" y="8316"/>
                  </a:lnTo>
                  <a:lnTo>
                    <a:pt x="11319" y="8395"/>
                  </a:lnTo>
                  <a:lnTo>
                    <a:pt x="11576" y="8434"/>
                  </a:lnTo>
                  <a:lnTo>
                    <a:pt x="11793" y="8454"/>
                  </a:lnTo>
                  <a:lnTo>
                    <a:pt x="16336" y="8593"/>
                  </a:lnTo>
                  <a:lnTo>
                    <a:pt x="17837" y="8632"/>
                  </a:lnTo>
                  <a:lnTo>
                    <a:pt x="24493" y="8790"/>
                  </a:lnTo>
                  <a:lnTo>
                    <a:pt x="26864" y="8830"/>
                  </a:lnTo>
                  <a:lnTo>
                    <a:pt x="27555" y="8830"/>
                  </a:lnTo>
                  <a:lnTo>
                    <a:pt x="27812" y="8810"/>
                  </a:lnTo>
                  <a:lnTo>
                    <a:pt x="27792" y="8691"/>
                  </a:lnTo>
                  <a:lnTo>
                    <a:pt x="27654" y="8415"/>
                  </a:lnTo>
                  <a:lnTo>
                    <a:pt x="27199" y="7427"/>
                  </a:lnTo>
                  <a:lnTo>
                    <a:pt x="25758" y="4484"/>
                  </a:lnTo>
                  <a:lnTo>
                    <a:pt x="23644" y="257"/>
                  </a:lnTo>
                  <a:lnTo>
                    <a:pt x="16178" y="771"/>
                  </a:lnTo>
                  <a:lnTo>
                    <a:pt x="16138" y="771"/>
                  </a:lnTo>
                  <a:lnTo>
                    <a:pt x="16099" y="790"/>
                  </a:lnTo>
                  <a:lnTo>
                    <a:pt x="15309" y="830"/>
                  </a:lnTo>
                  <a:lnTo>
                    <a:pt x="13985" y="929"/>
                  </a:lnTo>
                  <a:lnTo>
                    <a:pt x="13590" y="810"/>
                  </a:lnTo>
                  <a:lnTo>
                    <a:pt x="12583" y="514"/>
                  </a:lnTo>
                  <a:lnTo>
                    <a:pt x="11951" y="356"/>
                  </a:lnTo>
                  <a:lnTo>
                    <a:pt x="11299" y="218"/>
                  </a:lnTo>
                  <a:lnTo>
                    <a:pt x="10667" y="99"/>
                  </a:lnTo>
                  <a:lnTo>
                    <a:pt x="10074" y="20"/>
                  </a:lnTo>
                  <a:lnTo>
                    <a:pt x="9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34"/>
            <p:cNvSpPr/>
            <p:nvPr/>
          </p:nvSpPr>
          <p:spPr>
            <a:xfrm>
              <a:off x="4160957" y="-2074580"/>
              <a:ext cx="235426" cy="66873"/>
            </a:xfrm>
            <a:custGeom>
              <a:avLst/>
              <a:gdLst/>
              <a:ahLst/>
              <a:cxnLst/>
              <a:rect l="l" t="t" r="r" b="b"/>
              <a:pathLst>
                <a:path w="6263" h="1779" extrusionOk="0">
                  <a:moveTo>
                    <a:pt x="1482" y="0"/>
                  </a:moveTo>
                  <a:lnTo>
                    <a:pt x="1305" y="40"/>
                  </a:lnTo>
                  <a:lnTo>
                    <a:pt x="1127" y="79"/>
                  </a:lnTo>
                  <a:lnTo>
                    <a:pt x="969" y="139"/>
                  </a:lnTo>
                  <a:lnTo>
                    <a:pt x="831" y="198"/>
                  </a:lnTo>
                  <a:lnTo>
                    <a:pt x="712" y="297"/>
                  </a:lnTo>
                  <a:lnTo>
                    <a:pt x="495" y="494"/>
                  </a:lnTo>
                  <a:lnTo>
                    <a:pt x="317" y="672"/>
                  </a:lnTo>
                  <a:lnTo>
                    <a:pt x="198" y="850"/>
                  </a:lnTo>
                  <a:lnTo>
                    <a:pt x="119" y="1008"/>
                  </a:lnTo>
                  <a:lnTo>
                    <a:pt x="40" y="1126"/>
                  </a:lnTo>
                  <a:lnTo>
                    <a:pt x="21" y="1225"/>
                  </a:lnTo>
                  <a:lnTo>
                    <a:pt x="1" y="1304"/>
                  </a:lnTo>
                  <a:lnTo>
                    <a:pt x="969" y="1403"/>
                  </a:lnTo>
                  <a:lnTo>
                    <a:pt x="3122" y="1600"/>
                  </a:lnTo>
                  <a:lnTo>
                    <a:pt x="4267" y="1699"/>
                  </a:lnTo>
                  <a:lnTo>
                    <a:pt x="5255" y="1758"/>
                  </a:lnTo>
                  <a:lnTo>
                    <a:pt x="5986" y="1778"/>
                  </a:lnTo>
                  <a:lnTo>
                    <a:pt x="6183" y="1758"/>
                  </a:lnTo>
                  <a:lnTo>
                    <a:pt x="6243" y="1758"/>
                  </a:lnTo>
                  <a:lnTo>
                    <a:pt x="6262" y="1739"/>
                  </a:lnTo>
                  <a:lnTo>
                    <a:pt x="6243" y="1699"/>
                  </a:lnTo>
                  <a:lnTo>
                    <a:pt x="6223" y="1660"/>
                  </a:lnTo>
                  <a:lnTo>
                    <a:pt x="6144" y="1541"/>
                  </a:lnTo>
                  <a:lnTo>
                    <a:pt x="6025" y="1403"/>
                  </a:lnTo>
                  <a:lnTo>
                    <a:pt x="5848" y="1265"/>
                  </a:lnTo>
                  <a:lnTo>
                    <a:pt x="5670" y="1146"/>
                  </a:lnTo>
                  <a:lnTo>
                    <a:pt x="5472" y="1028"/>
                  </a:lnTo>
                  <a:lnTo>
                    <a:pt x="5294" y="949"/>
                  </a:lnTo>
                  <a:lnTo>
                    <a:pt x="5117" y="889"/>
                  </a:lnTo>
                  <a:lnTo>
                    <a:pt x="4939" y="850"/>
                  </a:lnTo>
                  <a:lnTo>
                    <a:pt x="4761" y="791"/>
                  </a:lnTo>
                  <a:lnTo>
                    <a:pt x="4327" y="613"/>
                  </a:lnTo>
                  <a:lnTo>
                    <a:pt x="3872" y="415"/>
                  </a:lnTo>
                  <a:lnTo>
                    <a:pt x="3616" y="316"/>
                  </a:lnTo>
                  <a:lnTo>
                    <a:pt x="3379" y="237"/>
                  </a:lnTo>
                  <a:lnTo>
                    <a:pt x="3082" y="158"/>
                  </a:lnTo>
                  <a:lnTo>
                    <a:pt x="2766" y="99"/>
                  </a:lnTo>
                  <a:lnTo>
                    <a:pt x="2411" y="40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34"/>
            <p:cNvSpPr/>
            <p:nvPr/>
          </p:nvSpPr>
          <p:spPr>
            <a:xfrm>
              <a:off x="3853575" y="-2047101"/>
              <a:ext cx="670493" cy="670493"/>
            </a:xfrm>
            <a:custGeom>
              <a:avLst/>
              <a:gdLst/>
              <a:ahLst/>
              <a:cxnLst/>
              <a:rect l="l" t="t" r="r" b="b"/>
              <a:pathLst>
                <a:path w="17837" h="17837" extrusionOk="0">
                  <a:moveTo>
                    <a:pt x="8395" y="0"/>
                  </a:moveTo>
                  <a:lnTo>
                    <a:pt x="8040" y="20"/>
                  </a:lnTo>
                  <a:lnTo>
                    <a:pt x="7684" y="40"/>
                  </a:lnTo>
                  <a:lnTo>
                    <a:pt x="7329" y="99"/>
                  </a:lnTo>
                  <a:lnTo>
                    <a:pt x="6993" y="158"/>
                  </a:lnTo>
                  <a:lnTo>
                    <a:pt x="6657" y="237"/>
                  </a:lnTo>
                  <a:lnTo>
                    <a:pt x="6341" y="336"/>
                  </a:lnTo>
                  <a:lnTo>
                    <a:pt x="6025" y="455"/>
                  </a:lnTo>
                  <a:lnTo>
                    <a:pt x="5709" y="573"/>
                  </a:lnTo>
                  <a:lnTo>
                    <a:pt x="5413" y="711"/>
                  </a:lnTo>
                  <a:lnTo>
                    <a:pt x="5116" y="869"/>
                  </a:lnTo>
                  <a:lnTo>
                    <a:pt x="4840" y="1027"/>
                  </a:lnTo>
                  <a:lnTo>
                    <a:pt x="4563" y="1185"/>
                  </a:lnTo>
                  <a:lnTo>
                    <a:pt x="4307" y="1363"/>
                  </a:lnTo>
                  <a:lnTo>
                    <a:pt x="3793" y="1738"/>
                  </a:lnTo>
                  <a:lnTo>
                    <a:pt x="3339" y="2153"/>
                  </a:lnTo>
                  <a:lnTo>
                    <a:pt x="2904" y="2568"/>
                  </a:lnTo>
                  <a:lnTo>
                    <a:pt x="2489" y="2983"/>
                  </a:lnTo>
                  <a:lnTo>
                    <a:pt x="2134" y="3417"/>
                  </a:lnTo>
                  <a:lnTo>
                    <a:pt x="1798" y="3832"/>
                  </a:lnTo>
                  <a:lnTo>
                    <a:pt x="1482" y="4267"/>
                  </a:lnTo>
                  <a:lnTo>
                    <a:pt x="1186" y="4741"/>
                  </a:lnTo>
                  <a:lnTo>
                    <a:pt x="929" y="5254"/>
                  </a:lnTo>
                  <a:lnTo>
                    <a:pt x="692" y="5807"/>
                  </a:lnTo>
                  <a:lnTo>
                    <a:pt x="475" y="6380"/>
                  </a:lnTo>
                  <a:lnTo>
                    <a:pt x="297" y="6992"/>
                  </a:lnTo>
                  <a:lnTo>
                    <a:pt x="159" y="7625"/>
                  </a:lnTo>
                  <a:lnTo>
                    <a:pt x="60" y="8276"/>
                  </a:lnTo>
                  <a:lnTo>
                    <a:pt x="20" y="8612"/>
                  </a:lnTo>
                  <a:lnTo>
                    <a:pt x="1" y="8948"/>
                  </a:lnTo>
                  <a:lnTo>
                    <a:pt x="1" y="9284"/>
                  </a:lnTo>
                  <a:lnTo>
                    <a:pt x="1" y="9639"/>
                  </a:lnTo>
                  <a:lnTo>
                    <a:pt x="20" y="9975"/>
                  </a:lnTo>
                  <a:lnTo>
                    <a:pt x="40" y="10331"/>
                  </a:lnTo>
                  <a:lnTo>
                    <a:pt x="99" y="10706"/>
                  </a:lnTo>
                  <a:lnTo>
                    <a:pt x="159" y="11061"/>
                  </a:lnTo>
                  <a:lnTo>
                    <a:pt x="218" y="11417"/>
                  </a:lnTo>
                  <a:lnTo>
                    <a:pt x="317" y="11792"/>
                  </a:lnTo>
                  <a:lnTo>
                    <a:pt x="415" y="12148"/>
                  </a:lnTo>
                  <a:lnTo>
                    <a:pt x="534" y="12523"/>
                  </a:lnTo>
                  <a:lnTo>
                    <a:pt x="672" y="12879"/>
                  </a:lnTo>
                  <a:lnTo>
                    <a:pt x="830" y="13254"/>
                  </a:lnTo>
                  <a:lnTo>
                    <a:pt x="1008" y="13629"/>
                  </a:lnTo>
                  <a:lnTo>
                    <a:pt x="1205" y="14004"/>
                  </a:lnTo>
                  <a:lnTo>
                    <a:pt x="1403" y="14360"/>
                  </a:lnTo>
                  <a:lnTo>
                    <a:pt x="1640" y="14696"/>
                  </a:lnTo>
                  <a:lnTo>
                    <a:pt x="1877" y="15012"/>
                  </a:lnTo>
                  <a:lnTo>
                    <a:pt x="2134" y="15288"/>
                  </a:lnTo>
                  <a:lnTo>
                    <a:pt x="2410" y="15565"/>
                  </a:lnTo>
                  <a:lnTo>
                    <a:pt x="2687" y="15822"/>
                  </a:lnTo>
                  <a:lnTo>
                    <a:pt x="2983" y="16059"/>
                  </a:lnTo>
                  <a:lnTo>
                    <a:pt x="3299" y="16256"/>
                  </a:lnTo>
                  <a:lnTo>
                    <a:pt x="3595" y="16454"/>
                  </a:lnTo>
                  <a:lnTo>
                    <a:pt x="3912" y="16632"/>
                  </a:lnTo>
                  <a:lnTo>
                    <a:pt x="4228" y="16809"/>
                  </a:lnTo>
                  <a:lnTo>
                    <a:pt x="4544" y="16948"/>
                  </a:lnTo>
                  <a:lnTo>
                    <a:pt x="4860" y="17086"/>
                  </a:lnTo>
                  <a:lnTo>
                    <a:pt x="5195" y="17204"/>
                  </a:lnTo>
                  <a:lnTo>
                    <a:pt x="5808" y="17402"/>
                  </a:lnTo>
                  <a:lnTo>
                    <a:pt x="6420" y="17560"/>
                  </a:lnTo>
                  <a:lnTo>
                    <a:pt x="6973" y="17659"/>
                  </a:lnTo>
                  <a:lnTo>
                    <a:pt x="7487" y="17738"/>
                  </a:lnTo>
                  <a:lnTo>
                    <a:pt x="7921" y="17797"/>
                  </a:lnTo>
                  <a:lnTo>
                    <a:pt x="8296" y="17817"/>
                  </a:lnTo>
                  <a:lnTo>
                    <a:pt x="8573" y="17836"/>
                  </a:lnTo>
                  <a:lnTo>
                    <a:pt x="8830" y="17836"/>
                  </a:lnTo>
                  <a:lnTo>
                    <a:pt x="9363" y="17817"/>
                  </a:lnTo>
                  <a:lnTo>
                    <a:pt x="9877" y="17777"/>
                  </a:lnTo>
                  <a:lnTo>
                    <a:pt x="10390" y="17718"/>
                  </a:lnTo>
                  <a:lnTo>
                    <a:pt x="10884" y="17619"/>
                  </a:lnTo>
                  <a:lnTo>
                    <a:pt x="11358" y="17481"/>
                  </a:lnTo>
                  <a:lnTo>
                    <a:pt x="11832" y="17343"/>
                  </a:lnTo>
                  <a:lnTo>
                    <a:pt x="12267" y="17165"/>
                  </a:lnTo>
                  <a:lnTo>
                    <a:pt x="12701" y="16967"/>
                  </a:lnTo>
                  <a:lnTo>
                    <a:pt x="13116" y="16730"/>
                  </a:lnTo>
                  <a:lnTo>
                    <a:pt x="13531" y="16493"/>
                  </a:lnTo>
                  <a:lnTo>
                    <a:pt x="13906" y="16236"/>
                  </a:lnTo>
                  <a:lnTo>
                    <a:pt x="14281" y="15960"/>
                  </a:lnTo>
                  <a:lnTo>
                    <a:pt x="14617" y="15664"/>
                  </a:lnTo>
                  <a:lnTo>
                    <a:pt x="14953" y="15348"/>
                  </a:lnTo>
                  <a:lnTo>
                    <a:pt x="15269" y="15012"/>
                  </a:lnTo>
                  <a:lnTo>
                    <a:pt x="15565" y="14676"/>
                  </a:lnTo>
                  <a:lnTo>
                    <a:pt x="15842" y="14321"/>
                  </a:lnTo>
                  <a:lnTo>
                    <a:pt x="16118" y="13965"/>
                  </a:lnTo>
                  <a:lnTo>
                    <a:pt x="16355" y="13590"/>
                  </a:lnTo>
                  <a:lnTo>
                    <a:pt x="16592" y="13195"/>
                  </a:lnTo>
                  <a:lnTo>
                    <a:pt x="16790" y="12800"/>
                  </a:lnTo>
                  <a:lnTo>
                    <a:pt x="16987" y="12405"/>
                  </a:lnTo>
                  <a:lnTo>
                    <a:pt x="17165" y="12010"/>
                  </a:lnTo>
                  <a:lnTo>
                    <a:pt x="17303" y="11595"/>
                  </a:lnTo>
                  <a:lnTo>
                    <a:pt x="17442" y="11180"/>
                  </a:lnTo>
                  <a:lnTo>
                    <a:pt x="17560" y="10765"/>
                  </a:lnTo>
                  <a:lnTo>
                    <a:pt x="17659" y="10350"/>
                  </a:lnTo>
                  <a:lnTo>
                    <a:pt x="17738" y="9936"/>
                  </a:lnTo>
                  <a:lnTo>
                    <a:pt x="17797" y="9541"/>
                  </a:lnTo>
                  <a:lnTo>
                    <a:pt x="17837" y="9126"/>
                  </a:lnTo>
                  <a:lnTo>
                    <a:pt x="17837" y="8711"/>
                  </a:lnTo>
                  <a:lnTo>
                    <a:pt x="17837" y="8316"/>
                  </a:lnTo>
                  <a:lnTo>
                    <a:pt x="17797" y="7723"/>
                  </a:lnTo>
                  <a:lnTo>
                    <a:pt x="17698" y="7151"/>
                  </a:lnTo>
                  <a:lnTo>
                    <a:pt x="17639" y="6854"/>
                  </a:lnTo>
                  <a:lnTo>
                    <a:pt x="17580" y="6578"/>
                  </a:lnTo>
                  <a:lnTo>
                    <a:pt x="17481" y="6281"/>
                  </a:lnTo>
                  <a:lnTo>
                    <a:pt x="17382" y="6005"/>
                  </a:lnTo>
                  <a:lnTo>
                    <a:pt x="17284" y="5728"/>
                  </a:lnTo>
                  <a:lnTo>
                    <a:pt x="17165" y="5452"/>
                  </a:lnTo>
                  <a:lnTo>
                    <a:pt x="17027" y="5175"/>
                  </a:lnTo>
                  <a:lnTo>
                    <a:pt x="16889" y="4919"/>
                  </a:lnTo>
                  <a:lnTo>
                    <a:pt x="16731" y="4642"/>
                  </a:lnTo>
                  <a:lnTo>
                    <a:pt x="16553" y="4385"/>
                  </a:lnTo>
                  <a:lnTo>
                    <a:pt x="16375" y="4128"/>
                  </a:lnTo>
                  <a:lnTo>
                    <a:pt x="16178" y="3872"/>
                  </a:lnTo>
                  <a:lnTo>
                    <a:pt x="15960" y="3615"/>
                  </a:lnTo>
                  <a:lnTo>
                    <a:pt x="15743" y="3378"/>
                  </a:lnTo>
                  <a:lnTo>
                    <a:pt x="15506" y="3141"/>
                  </a:lnTo>
                  <a:lnTo>
                    <a:pt x="15249" y="2904"/>
                  </a:lnTo>
                  <a:lnTo>
                    <a:pt x="14992" y="2667"/>
                  </a:lnTo>
                  <a:lnTo>
                    <a:pt x="14716" y="2430"/>
                  </a:lnTo>
                  <a:lnTo>
                    <a:pt x="14420" y="2212"/>
                  </a:lnTo>
                  <a:lnTo>
                    <a:pt x="14123" y="1995"/>
                  </a:lnTo>
                  <a:lnTo>
                    <a:pt x="13807" y="1798"/>
                  </a:lnTo>
                  <a:lnTo>
                    <a:pt x="13471" y="1600"/>
                  </a:lnTo>
                  <a:lnTo>
                    <a:pt x="13116" y="1403"/>
                  </a:lnTo>
                  <a:lnTo>
                    <a:pt x="12760" y="1205"/>
                  </a:lnTo>
                  <a:lnTo>
                    <a:pt x="12385" y="1027"/>
                  </a:lnTo>
                  <a:lnTo>
                    <a:pt x="12010" y="850"/>
                  </a:lnTo>
                  <a:lnTo>
                    <a:pt x="11595" y="672"/>
                  </a:lnTo>
                  <a:lnTo>
                    <a:pt x="11180" y="514"/>
                  </a:lnTo>
                  <a:lnTo>
                    <a:pt x="10765" y="376"/>
                  </a:lnTo>
                  <a:lnTo>
                    <a:pt x="10351" y="257"/>
                  </a:lnTo>
                  <a:lnTo>
                    <a:pt x="9936" y="158"/>
                  </a:lnTo>
                  <a:lnTo>
                    <a:pt x="9541" y="79"/>
                  </a:lnTo>
                  <a:lnTo>
                    <a:pt x="9146" y="40"/>
                  </a:lnTo>
                  <a:lnTo>
                    <a:pt x="87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57150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34"/>
            <p:cNvSpPr/>
            <p:nvPr/>
          </p:nvSpPr>
          <p:spPr>
            <a:xfrm>
              <a:off x="4167648" y="-2064920"/>
              <a:ext cx="414355" cy="185657"/>
            </a:xfrm>
            <a:custGeom>
              <a:avLst/>
              <a:gdLst/>
              <a:ahLst/>
              <a:cxnLst/>
              <a:rect l="l" t="t" r="r" b="b"/>
              <a:pathLst>
                <a:path w="11023" h="4939" extrusionOk="0">
                  <a:moveTo>
                    <a:pt x="1620" y="0"/>
                  </a:moveTo>
                  <a:lnTo>
                    <a:pt x="1443" y="20"/>
                  </a:lnTo>
                  <a:lnTo>
                    <a:pt x="1265" y="40"/>
                  </a:lnTo>
                  <a:lnTo>
                    <a:pt x="1087" y="79"/>
                  </a:lnTo>
                  <a:lnTo>
                    <a:pt x="929" y="138"/>
                  </a:lnTo>
                  <a:lnTo>
                    <a:pt x="791" y="198"/>
                  </a:lnTo>
                  <a:lnTo>
                    <a:pt x="653" y="277"/>
                  </a:lnTo>
                  <a:lnTo>
                    <a:pt x="534" y="356"/>
                  </a:lnTo>
                  <a:lnTo>
                    <a:pt x="435" y="455"/>
                  </a:lnTo>
                  <a:lnTo>
                    <a:pt x="337" y="573"/>
                  </a:lnTo>
                  <a:lnTo>
                    <a:pt x="258" y="711"/>
                  </a:lnTo>
                  <a:lnTo>
                    <a:pt x="178" y="850"/>
                  </a:lnTo>
                  <a:lnTo>
                    <a:pt x="119" y="1008"/>
                  </a:lnTo>
                  <a:lnTo>
                    <a:pt x="60" y="1185"/>
                  </a:lnTo>
                  <a:lnTo>
                    <a:pt x="20" y="1383"/>
                  </a:lnTo>
                  <a:lnTo>
                    <a:pt x="1" y="1561"/>
                  </a:lnTo>
                  <a:lnTo>
                    <a:pt x="20" y="1738"/>
                  </a:lnTo>
                  <a:lnTo>
                    <a:pt x="60" y="1916"/>
                  </a:lnTo>
                  <a:lnTo>
                    <a:pt x="119" y="2074"/>
                  </a:lnTo>
                  <a:lnTo>
                    <a:pt x="218" y="2212"/>
                  </a:lnTo>
                  <a:lnTo>
                    <a:pt x="337" y="2351"/>
                  </a:lnTo>
                  <a:lnTo>
                    <a:pt x="475" y="2489"/>
                  </a:lnTo>
                  <a:lnTo>
                    <a:pt x="633" y="2607"/>
                  </a:lnTo>
                  <a:lnTo>
                    <a:pt x="811" y="2726"/>
                  </a:lnTo>
                  <a:lnTo>
                    <a:pt x="1008" y="2825"/>
                  </a:lnTo>
                  <a:lnTo>
                    <a:pt x="1206" y="2924"/>
                  </a:lnTo>
                  <a:lnTo>
                    <a:pt x="1403" y="3003"/>
                  </a:lnTo>
                  <a:lnTo>
                    <a:pt x="1838" y="3141"/>
                  </a:lnTo>
                  <a:lnTo>
                    <a:pt x="2292" y="3240"/>
                  </a:lnTo>
                  <a:lnTo>
                    <a:pt x="2549" y="3299"/>
                  </a:lnTo>
                  <a:lnTo>
                    <a:pt x="2825" y="3378"/>
                  </a:lnTo>
                  <a:lnTo>
                    <a:pt x="3536" y="3635"/>
                  </a:lnTo>
                  <a:lnTo>
                    <a:pt x="4346" y="3951"/>
                  </a:lnTo>
                  <a:lnTo>
                    <a:pt x="5215" y="4286"/>
                  </a:lnTo>
                  <a:lnTo>
                    <a:pt x="5670" y="4444"/>
                  </a:lnTo>
                  <a:lnTo>
                    <a:pt x="6124" y="4583"/>
                  </a:lnTo>
                  <a:lnTo>
                    <a:pt x="6558" y="4721"/>
                  </a:lnTo>
                  <a:lnTo>
                    <a:pt x="6993" y="4820"/>
                  </a:lnTo>
                  <a:lnTo>
                    <a:pt x="7408" y="4899"/>
                  </a:lnTo>
                  <a:lnTo>
                    <a:pt x="7783" y="4938"/>
                  </a:lnTo>
                  <a:lnTo>
                    <a:pt x="8139" y="4918"/>
                  </a:lnTo>
                  <a:lnTo>
                    <a:pt x="8316" y="4918"/>
                  </a:lnTo>
                  <a:lnTo>
                    <a:pt x="8474" y="4879"/>
                  </a:lnTo>
                  <a:lnTo>
                    <a:pt x="8771" y="4800"/>
                  </a:lnTo>
                  <a:lnTo>
                    <a:pt x="9047" y="4681"/>
                  </a:lnTo>
                  <a:lnTo>
                    <a:pt x="9304" y="4523"/>
                  </a:lnTo>
                  <a:lnTo>
                    <a:pt x="9541" y="4365"/>
                  </a:lnTo>
                  <a:lnTo>
                    <a:pt x="9778" y="4188"/>
                  </a:lnTo>
                  <a:lnTo>
                    <a:pt x="9975" y="4010"/>
                  </a:lnTo>
                  <a:lnTo>
                    <a:pt x="10173" y="3812"/>
                  </a:lnTo>
                  <a:lnTo>
                    <a:pt x="10351" y="3615"/>
                  </a:lnTo>
                  <a:lnTo>
                    <a:pt x="10627" y="3240"/>
                  </a:lnTo>
                  <a:lnTo>
                    <a:pt x="10845" y="2943"/>
                  </a:lnTo>
                  <a:lnTo>
                    <a:pt x="11022" y="2647"/>
                  </a:lnTo>
                  <a:lnTo>
                    <a:pt x="10469" y="2390"/>
                  </a:lnTo>
                  <a:lnTo>
                    <a:pt x="9857" y="2133"/>
                  </a:lnTo>
                  <a:lnTo>
                    <a:pt x="9146" y="1837"/>
                  </a:lnTo>
                  <a:lnTo>
                    <a:pt x="8356" y="1561"/>
                  </a:lnTo>
                  <a:lnTo>
                    <a:pt x="7586" y="1304"/>
                  </a:lnTo>
                  <a:lnTo>
                    <a:pt x="7230" y="1205"/>
                  </a:lnTo>
                  <a:lnTo>
                    <a:pt x="6894" y="1126"/>
                  </a:lnTo>
                  <a:lnTo>
                    <a:pt x="6578" y="1067"/>
                  </a:lnTo>
                  <a:lnTo>
                    <a:pt x="6321" y="1047"/>
                  </a:lnTo>
                  <a:lnTo>
                    <a:pt x="6084" y="1047"/>
                  </a:lnTo>
                  <a:lnTo>
                    <a:pt x="5828" y="1008"/>
                  </a:lnTo>
                  <a:lnTo>
                    <a:pt x="5551" y="968"/>
                  </a:lnTo>
                  <a:lnTo>
                    <a:pt x="5294" y="909"/>
                  </a:lnTo>
                  <a:lnTo>
                    <a:pt x="4721" y="751"/>
                  </a:lnTo>
                  <a:lnTo>
                    <a:pt x="4149" y="573"/>
                  </a:lnTo>
                  <a:lnTo>
                    <a:pt x="3576" y="395"/>
                  </a:lnTo>
                  <a:lnTo>
                    <a:pt x="3023" y="237"/>
                  </a:lnTo>
                  <a:lnTo>
                    <a:pt x="2509" y="99"/>
                  </a:lnTo>
                  <a:lnTo>
                    <a:pt x="2272" y="59"/>
                  </a:lnTo>
                  <a:lnTo>
                    <a:pt x="2035" y="20"/>
                  </a:lnTo>
                  <a:lnTo>
                    <a:pt x="1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34"/>
            <p:cNvSpPr/>
            <p:nvPr/>
          </p:nvSpPr>
          <p:spPr>
            <a:xfrm>
              <a:off x="4172836" y="-2147357"/>
              <a:ext cx="207948" cy="21577"/>
            </a:xfrm>
            <a:custGeom>
              <a:avLst/>
              <a:gdLst/>
              <a:ahLst/>
              <a:cxnLst/>
              <a:rect l="l" t="t" r="r" b="b"/>
              <a:pathLst>
                <a:path w="5532" h="574" extrusionOk="0">
                  <a:moveTo>
                    <a:pt x="1305" y="1"/>
                  </a:moveTo>
                  <a:lnTo>
                    <a:pt x="969" y="40"/>
                  </a:lnTo>
                  <a:lnTo>
                    <a:pt x="673" y="80"/>
                  </a:lnTo>
                  <a:lnTo>
                    <a:pt x="436" y="119"/>
                  </a:lnTo>
                  <a:lnTo>
                    <a:pt x="238" y="178"/>
                  </a:lnTo>
                  <a:lnTo>
                    <a:pt x="100" y="218"/>
                  </a:lnTo>
                  <a:lnTo>
                    <a:pt x="1" y="356"/>
                  </a:lnTo>
                  <a:lnTo>
                    <a:pt x="811" y="356"/>
                  </a:lnTo>
                  <a:lnTo>
                    <a:pt x="1739" y="376"/>
                  </a:lnTo>
                  <a:lnTo>
                    <a:pt x="2885" y="416"/>
                  </a:lnTo>
                  <a:lnTo>
                    <a:pt x="5532" y="574"/>
                  </a:lnTo>
                  <a:lnTo>
                    <a:pt x="4228" y="356"/>
                  </a:lnTo>
                  <a:lnTo>
                    <a:pt x="3102" y="178"/>
                  </a:lnTo>
                  <a:lnTo>
                    <a:pt x="2095" y="4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34"/>
            <p:cNvSpPr/>
            <p:nvPr/>
          </p:nvSpPr>
          <p:spPr>
            <a:xfrm>
              <a:off x="4250800" y="-2217126"/>
              <a:ext cx="159682" cy="15600"/>
            </a:xfrm>
            <a:custGeom>
              <a:avLst/>
              <a:gdLst/>
              <a:ahLst/>
              <a:cxnLst/>
              <a:rect l="l" t="t" r="r" b="b"/>
              <a:pathLst>
                <a:path w="4248" h="415" extrusionOk="0">
                  <a:moveTo>
                    <a:pt x="1621" y="0"/>
                  </a:moveTo>
                  <a:lnTo>
                    <a:pt x="1305" y="20"/>
                  </a:lnTo>
                  <a:lnTo>
                    <a:pt x="969" y="59"/>
                  </a:lnTo>
                  <a:lnTo>
                    <a:pt x="673" y="119"/>
                  </a:lnTo>
                  <a:lnTo>
                    <a:pt x="396" y="198"/>
                  </a:lnTo>
                  <a:lnTo>
                    <a:pt x="198" y="257"/>
                  </a:lnTo>
                  <a:lnTo>
                    <a:pt x="40" y="336"/>
                  </a:lnTo>
                  <a:lnTo>
                    <a:pt x="1" y="375"/>
                  </a:lnTo>
                  <a:lnTo>
                    <a:pt x="1" y="415"/>
                  </a:lnTo>
                  <a:lnTo>
                    <a:pt x="198" y="375"/>
                  </a:lnTo>
                  <a:lnTo>
                    <a:pt x="732" y="277"/>
                  </a:lnTo>
                  <a:lnTo>
                    <a:pt x="1107" y="237"/>
                  </a:lnTo>
                  <a:lnTo>
                    <a:pt x="1502" y="217"/>
                  </a:lnTo>
                  <a:lnTo>
                    <a:pt x="1937" y="217"/>
                  </a:lnTo>
                  <a:lnTo>
                    <a:pt x="2411" y="237"/>
                  </a:lnTo>
                  <a:lnTo>
                    <a:pt x="3793" y="336"/>
                  </a:lnTo>
                  <a:lnTo>
                    <a:pt x="4248" y="375"/>
                  </a:lnTo>
                  <a:lnTo>
                    <a:pt x="4011" y="316"/>
                  </a:lnTo>
                  <a:lnTo>
                    <a:pt x="3418" y="198"/>
                  </a:lnTo>
                  <a:lnTo>
                    <a:pt x="2667" y="59"/>
                  </a:lnTo>
                  <a:lnTo>
                    <a:pt x="2292" y="20"/>
                  </a:lnTo>
                  <a:lnTo>
                    <a:pt x="195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34"/>
            <p:cNvSpPr/>
            <p:nvPr/>
          </p:nvSpPr>
          <p:spPr>
            <a:xfrm>
              <a:off x="4354777" y="-2259453"/>
              <a:ext cx="69090" cy="17103"/>
            </a:xfrm>
            <a:custGeom>
              <a:avLst/>
              <a:gdLst/>
              <a:ahLst/>
              <a:cxnLst/>
              <a:rect l="l" t="t" r="r" b="b"/>
              <a:pathLst>
                <a:path w="1838" h="455" extrusionOk="0">
                  <a:moveTo>
                    <a:pt x="138" y="0"/>
                  </a:moveTo>
                  <a:lnTo>
                    <a:pt x="99" y="20"/>
                  </a:lnTo>
                  <a:lnTo>
                    <a:pt x="59" y="40"/>
                  </a:lnTo>
                  <a:lnTo>
                    <a:pt x="20" y="99"/>
                  </a:lnTo>
                  <a:lnTo>
                    <a:pt x="0" y="158"/>
                  </a:lnTo>
                  <a:lnTo>
                    <a:pt x="0" y="198"/>
                  </a:lnTo>
                  <a:lnTo>
                    <a:pt x="652" y="277"/>
                  </a:lnTo>
                  <a:lnTo>
                    <a:pt x="1521" y="395"/>
                  </a:lnTo>
                  <a:lnTo>
                    <a:pt x="1837" y="454"/>
                  </a:lnTo>
                  <a:lnTo>
                    <a:pt x="1047" y="217"/>
                  </a:lnTo>
                  <a:lnTo>
                    <a:pt x="455" y="59"/>
                  </a:lnTo>
                  <a:lnTo>
                    <a:pt x="257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34"/>
            <p:cNvSpPr/>
            <p:nvPr/>
          </p:nvSpPr>
          <p:spPr>
            <a:xfrm>
              <a:off x="4064461" y="-2125065"/>
              <a:ext cx="73526" cy="41612"/>
            </a:xfrm>
            <a:custGeom>
              <a:avLst/>
              <a:gdLst/>
              <a:ahLst/>
              <a:cxnLst/>
              <a:rect l="l" t="t" r="r" b="b"/>
              <a:pathLst>
                <a:path w="1956" h="1107" extrusionOk="0">
                  <a:moveTo>
                    <a:pt x="1936" y="0"/>
                  </a:moveTo>
                  <a:lnTo>
                    <a:pt x="1896" y="158"/>
                  </a:lnTo>
                  <a:lnTo>
                    <a:pt x="1798" y="415"/>
                  </a:lnTo>
                  <a:lnTo>
                    <a:pt x="1719" y="553"/>
                  </a:lnTo>
                  <a:lnTo>
                    <a:pt x="1640" y="672"/>
                  </a:lnTo>
                  <a:lnTo>
                    <a:pt x="1561" y="771"/>
                  </a:lnTo>
                  <a:lnTo>
                    <a:pt x="1462" y="850"/>
                  </a:lnTo>
                  <a:lnTo>
                    <a:pt x="1343" y="889"/>
                  </a:lnTo>
                  <a:lnTo>
                    <a:pt x="1146" y="929"/>
                  </a:lnTo>
                  <a:lnTo>
                    <a:pt x="711" y="948"/>
                  </a:lnTo>
                  <a:lnTo>
                    <a:pt x="336" y="968"/>
                  </a:lnTo>
                  <a:lnTo>
                    <a:pt x="178" y="948"/>
                  </a:lnTo>
                  <a:lnTo>
                    <a:pt x="257" y="316"/>
                  </a:lnTo>
                  <a:lnTo>
                    <a:pt x="79" y="494"/>
                  </a:lnTo>
                  <a:lnTo>
                    <a:pt x="0" y="1087"/>
                  </a:lnTo>
                  <a:lnTo>
                    <a:pt x="198" y="1106"/>
                  </a:lnTo>
                  <a:lnTo>
                    <a:pt x="909" y="1106"/>
                  </a:lnTo>
                  <a:lnTo>
                    <a:pt x="1166" y="1087"/>
                  </a:lnTo>
                  <a:lnTo>
                    <a:pt x="1403" y="1027"/>
                  </a:lnTo>
                  <a:lnTo>
                    <a:pt x="1521" y="988"/>
                  </a:lnTo>
                  <a:lnTo>
                    <a:pt x="1600" y="948"/>
                  </a:lnTo>
                  <a:lnTo>
                    <a:pt x="1679" y="889"/>
                  </a:lnTo>
                  <a:lnTo>
                    <a:pt x="1738" y="830"/>
                  </a:lnTo>
                  <a:lnTo>
                    <a:pt x="1837" y="692"/>
                  </a:lnTo>
                  <a:lnTo>
                    <a:pt x="1896" y="534"/>
                  </a:lnTo>
                  <a:lnTo>
                    <a:pt x="1936" y="376"/>
                  </a:lnTo>
                  <a:lnTo>
                    <a:pt x="1956" y="237"/>
                  </a:lnTo>
                  <a:lnTo>
                    <a:pt x="1956" y="119"/>
                  </a:lnTo>
                  <a:lnTo>
                    <a:pt x="193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34"/>
            <p:cNvSpPr/>
            <p:nvPr/>
          </p:nvSpPr>
          <p:spPr>
            <a:xfrm>
              <a:off x="4368122" y="-1450155"/>
              <a:ext cx="596253" cy="494534"/>
            </a:xfrm>
            <a:custGeom>
              <a:avLst/>
              <a:gdLst/>
              <a:ahLst/>
              <a:cxnLst/>
              <a:rect l="l" t="t" r="r" b="b"/>
              <a:pathLst>
                <a:path w="15862" h="13156" extrusionOk="0">
                  <a:moveTo>
                    <a:pt x="1680" y="1"/>
                  </a:moveTo>
                  <a:lnTo>
                    <a:pt x="1" y="7902"/>
                  </a:lnTo>
                  <a:lnTo>
                    <a:pt x="2865" y="9423"/>
                  </a:lnTo>
                  <a:lnTo>
                    <a:pt x="4129" y="10094"/>
                  </a:lnTo>
                  <a:lnTo>
                    <a:pt x="8020" y="12148"/>
                  </a:lnTo>
                  <a:lnTo>
                    <a:pt x="9403" y="12860"/>
                  </a:lnTo>
                  <a:lnTo>
                    <a:pt x="9995" y="13156"/>
                  </a:lnTo>
                  <a:lnTo>
                    <a:pt x="10035" y="13136"/>
                  </a:lnTo>
                  <a:lnTo>
                    <a:pt x="10094" y="13077"/>
                  </a:lnTo>
                  <a:lnTo>
                    <a:pt x="10311" y="12800"/>
                  </a:lnTo>
                  <a:lnTo>
                    <a:pt x="10627" y="12405"/>
                  </a:lnTo>
                  <a:lnTo>
                    <a:pt x="11042" y="11872"/>
                  </a:lnTo>
                  <a:lnTo>
                    <a:pt x="12010" y="10509"/>
                  </a:lnTo>
                  <a:lnTo>
                    <a:pt x="13116" y="8949"/>
                  </a:lnTo>
                  <a:lnTo>
                    <a:pt x="14183" y="7388"/>
                  </a:lnTo>
                  <a:lnTo>
                    <a:pt x="15091" y="6025"/>
                  </a:lnTo>
                  <a:lnTo>
                    <a:pt x="15447" y="5492"/>
                  </a:lnTo>
                  <a:lnTo>
                    <a:pt x="15684" y="5057"/>
                  </a:lnTo>
                  <a:lnTo>
                    <a:pt x="15842" y="4781"/>
                  </a:lnTo>
                  <a:lnTo>
                    <a:pt x="15862" y="4722"/>
                  </a:lnTo>
                  <a:lnTo>
                    <a:pt x="15862" y="4702"/>
                  </a:lnTo>
                  <a:lnTo>
                    <a:pt x="15842" y="4682"/>
                  </a:lnTo>
                  <a:lnTo>
                    <a:pt x="15585" y="4623"/>
                  </a:lnTo>
                  <a:lnTo>
                    <a:pt x="14973" y="4425"/>
                  </a:lnTo>
                  <a:lnTo>
                    <a:pt x="12899" y="3754"/>
                  </a:lnTo>
                  <a:lnTo>
                    <a:pt x="7131" y="1818"/>
                  </a:lnTo>
                  <a:lnTo>
                    <a:pt x="6005" y="1443"/>
                  </a:lnTo>
                  <a:lnTo>
                    <a:pt x="5946" y="1423"/>
                  </a:lnTo>
                  <a:lnTo>
                    <a:pt x="5907" y="1423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34"/>
            <p:cNvSpPr/>
            <p:nvPr/>
          </p:nvSpPr>
          <p:spPr>
            <a:xfrm>
              <a:off x="4091188" y="-1384784"/>
              <a:ext cx="191596" cy="27478"/>
            </a:xfrm>
            <a:custGeom>
              <a:avLst/>
              <a:gdLst/>
              <a:ahLst/>
              <a:cxnLst/>
              <a:rect l="l" t="t" r="r" b="b"/>
              <a:pathLst>
                <a:path w="5097" h="731" extrusionOk="0">
                  <a:moveTo>
                    <a:pt x="0" y="0"/>
                  </a:moveTo>
                  <a:lnTo>
                    <a:pt x="158" y="59"/>
                  </a:lnTo>
                  <a:lnTo>
                    <a:pt x="593" y="217"/>
                  </a:lnTo>
                  <a:lnTo>
                    <a:pt x="1245" y="415"/>
                  </a:lnTo>
                  <a:lnTo>
                    <a:pt x="1620" y="514"/>
                  </a:lnTo>
                  <a:lnTo>
                    <a:pt x="2015" y="593"/>
                  </a:lnTo>
                  <a:lnTo>
                    <a:pt x="2430" y="672"/>
                  </a:lnTo>
                  <a:lnTo>
                    <a:pt x="2864" y="711"/>
                  </a:lnTo>
                  <a:lnTo>
                    <a:pt x="3299" y="731"/>
                  </a:lnTo>
                  <a:lnTo>
                    <a:pt x="3694" y="731"/>
                  </a:lnTo>
                  <a:lnTo>
                    <a:pt x="4069" y="691"/>
                  </a:lnTo>
                  <a:lnTo>
                    <a:pt x="4405" y="632"/>
                  </a:lnTo>
                  <a:lnTo>
                    <a:pt x="4681" y="553"/>
                  </a:lnTo>
                  <a:lnTo>
                    <a:pt x="4780" y="514"/>
                  </a:lnTo>
                  <a:lnTo>
                    <a:pt x="4879" y="454"/>
                  </a:lnTo>
                  <a:lnTo>
                    <a:pt x="4998" y="356"/>
                  </a:lnTo>
                  <a:lnTo>
                    <a:pt x="5077" y="296"/>
                  </a:lnTo>
                  <a:lnTo>
                    <a:pt x="5096" y="237"/>
                  </a:lnTo>
                  <a:lnTo>
                    <a:pt x="5077" y="198"/>
                  </a:lnTo>
                  <a:lnTo>
                    <a:pt x="5057" y="178"/>
                  </a:lnTo>
                  <a:lnTo>
                    <a:pt x="4978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34"/>
            <p:cNvSpPr/>
            <p:nvPr/>
          </p:nvSpPr>
          <p:spPr>
            <a:xfrm>
              <a:off x="4190692" y="-2054544"/>
              <a:ext cx="86908" cy="92096"/>
            </a:xfrm>
            <a:custGeom>
              <a:avLst/>
              <a:gdLst/>
              <a:ahLst/>
              <a:cxnLst/>
              <a:rect l="l" t="t" r="r" b="b"/>
              <a:pathLst>
                <a:path w="2312" h="2450" extrusionOk="0">
                  <a:moveTo>
                    <a:pt x="711" y="139"/>
                  </a:moveTo>
                  <a:lnTo>
                    <a:pt x="849" y="179"/>
                  </a:lnTo>
                  <a:lnTo>
                    <a:pt x="1205" y="258"/>
                  </a:lnTo>
                  <a:lnTo>
                    <a:pt x="1422" y="337"/>
                  </a:lnTo>
                  <a:lnTo>
                    <a:pt x="1639" y="416"/>
                  </a:lnTo>
                  <a:lnTo>
                    <a:pt x="1857" y="495"/>
                  </a:lnTo>
                  <a:lnTo>
                    <a:pt x="2015" y="613"/>
                  </a:lnTo>
                  <a:lnTo>
                    <a:pt x="2094" y="672"/>
                  </a:lnTo>
                  <a:lnTo>
                    <a:pt x="2133" y="751"/>
                  </a:lnTo>
                  <a:lnTo>
                    <a:pt x="2173" y="850"/>
                  </a:lnTo>
                  <a:lnTo>
                    <a:pt x="2193" y="969"/>
                  </a:lnTo>
                  <a:lnTo>
                    <a:pt x="2193" y="1107"/>
                  </a:lnTo>
                  <a:lnTo>
                    <a:pt x="2173" y="1225"/>
                  </a:lnTo>
                  <a:lnTo>
                    <a:pt x="2114" y="1502"/>
                  </a:lnTo>
                  <a:lnTo>
                    <a:pt x="2015" y="1778"/>
                  </a:lnTo>
                  <a:lnTo>
                    <a:pt x="1896" y="2015"/>
                  </a:lnTo>
                  <a:lnTo>
                    <a:pt x="1778" y="2193"/>
                  </a:lnTo>
                  <a:lnTo>
                    <a:pt x="1699" y="2252"/>
                  </a:lnTo>
                  <a:lnTo>
                    <a:pt x="1639" y="2292"/>
                  </a:lnTo>
                  <a:lnTo>
                    <a:pt x="1560" y="2312"/>
                  </a:lnTo>
                  <a:lnTo>
                    <a:pt x="1481" y="2312"/>
                  </a:lnTo>
                  <a:lnTo>
                    <a:pt x="1264" y="2272"/>
                  </a:lnTo>
                  <a:lnTo>
                    <a:pt x="1007" y="2213"/>
                  </a:lnTo>
                  <a:lnTo>
                    <a:pt x="770" y="2114"/>
                  </a:lnTo>
                  <a:lnTo>
                    <a:pt x="533" y="2015"/>
                  </a:lnTo>
                  <a:lnTo>
                    <a:pt x="316" y="1917"/>
                  </a:lnTo>
                  <a:lnTo>
                    <a:pt x="178" y="1838"/>
                  </a:lnTo>
                  <a:lnTo>
                    <a:pt x="138" y="1798"/>
                  </a:lnTo>
                  <a:lnTo>
                    <a:pt x="119" y="1759"/>
                  </a:lnTo>
                  <a:lnTo>
                    <a:pt x="138" y="1660"/>
                  </a:lnTo>
                  <a:lnTo>
                    <a:pt x="158" y="1462"/>
                  </a:lnTo>
                  <a:lnTo>
                    <a:pt x="217" y="1206"/>
                  </a:lnTo>
                  <a:lnTo>
                    <a:pt x="296" y="929"/>
                  </a:lnTo>
                  <a:lnTo>
                    <a:pt x="395" y="633"/>
                  </a:lnTo>
                  <a:lnTo>
                    <a:pt x="494" y="396"/>
                  </a:lnTo>
                  <a:lnTo>
                    <a:pt x="553" y="297"/>
                  </a:lnTo>
                  <a:lnTo>
                    <a:pt x="593" y="218"/>
                  </a:lnTo>
                  <a:lnTo>
                    <a:pt x="652" y="159"/>
                  </a:lnTo>
                  <a:lnTo>
                    <a:pt x="711" y="139"/>
                  </a:lnTo>
                  <a:close/>
                  <a:moveTo>
                    <a:pt x="652" y="1"/>
                  </a:moveTo>
                  <a:lnTo>
                    <a:pt x="593" y="40"/>
                  </a:lnTo>
                  <a:lnTo>
                    <a:pt x="533" y="99"/>
                  </a:lnTo>
                  <a:lnTo>
                    <a:pt x="474" y="179"/>
                  </a:lnTo>
                  <a:lnTo>
                    <a:pt x="415" y="297"/>
                  </a:lnTo>
                  <a:lnTo>
                    <a:pt x="296" y="574"/>
                  </a:lnTo>
                  <a:lnTo>
                    <a:pt x="198" y="890"/>
                  </a:lnTo>
                  <a:lnTo>
                    <a:pt x="119" y="1225"/>
                  </a:lnTo>
                  <a:lnTo>
                    <a:pt x="40" y="1502"/>
                  </a:lnTo>
                  <a:lnTo>
                    <a:pt x="0" y="1719"/>
                  </a:lnTo>
                  <a:lnTo>
                    <a:pt x="0" y="1838"/>
                  </a:lnTo>
                  <a:lnTo>
                    <a:pt x="20" y="1877"/>
                  </a:lnTo>
                  <a:lnTo>
                    <a:pt x="59" y="1917"/>
                  </a:lnTo>
                  <a:lnTo>
                    <a:pt x="217" y="2015"/>
                  </a:lnTo>
                  <a:lnTo>
                    <a:pt x="454" y="2134"/>
                  </a:lnTo>
                  <a:lnTo>
                    <a:pt x="711" y="2233"/>
                  </a:lnTo>
                  <a:lnTo>
                    <a:pt x="1007" y="2351"/>
                  </a:lnTo>
                  <a:lnTo>
                    <a:pt x="1284" y="2410"/>
                  </a:lnTo>
                  <a:lnTo>
                    <a:pt x="1521" y="2450"/>
                  </a:lnTo>
                  <a:lnTo>
                    <a:pt x="1620" y="2450"/>
                  </a:lnTo>
                  <a:lnTo>
                    <a:pt x="1699" y="2430"/>
                  </a:lnTo>
                  <a:lnTo>
                    <a:pt x="1778" y="2391"/>
                  </a:lnTo>
                  <a:lnTo>
                    <a:pt x="1857" y="2312"/>
                  </a:lnTo>
                  <a:lnTo>
                    <a:pt x="1936" y="2233"/>
                  </a:lnTo>
                  <a:lnTo>
                    <a:pt x="1995" y="2114"/>
                  </a:lnTo>
                  <a:lnTo>
                    <a:pt x="2133" y="1857"/>
                  </a:lnTo>
                  <a:lnTo>
                    <a:pt x="2232" y="1561"/>
                  </a:lnTo>
                  <a:lnTo>
                    <a:pt x="2311" y="1245"/>
                  </a:lnTo>
                  <a:lnTo>
                    <a:pt x="2311" y="1087"/>
                  </a:lnTo>
                  <a:lnTo>
                    <a:pt x="2311" y="949"/>
                  </a:lnTo>
                  <a:lnTo>
                    <a:pt x="2311" y="811"/>
                  </a:lnTo>
                  <a:lnTo>
                    <a:pt x="2272" y="712"/>
                  </a:lnTo>
                  <a:lnTo>
                    <a:pt x="2212" y="613"/>
                  </a:lnTo>
                  <a:lnTo>
                    <a:pt x="2133" y="534"/>
                  </a:lnTo>
                  <a:lnTo>
                    <a:pt x="1936" y="416"/>
                  </a:lnTo>
                  <a:lnTo>
                    <a:pt x="1718" y="317"/>
                  </a:lnTo>
                  <a:lnTo>
                    <a:pt x="1462" y="218"/>
                  </a:lnTo>
                  <a:lnTo>
                    <a:pt x="1225" y="159"/>
                  </a:lnTo>
                  <a:lnTo>
                    <a:pt x="830" y="40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34"/>
            <p:cNvSpPr/>
            <p:nvPr/>
          </p:nvSpPr>
          <p:spPr>
            <a:xfrm>
              <a:off x="4035478" y="-1510263"/>
              <a:ext cx="409167" cy="144797"/>
            </a:xfrm>
            <a:custGeom>
              <a:avLst/>
              <a:gdLst/>
              <a:ahLst/>
              <a:cxnLst/>
              <a:rect l="l" t="t" r="r" b="b"/>
              <a:pathLst>
                <a:path w="10885" h="3852" extrusionOk="0">
                  <a:moveTo>
                    <a:pt x="7665" y="0"/>
                  </a:moveTo>
                  <a:lnTo>
                    <a:pt x="6894" y="20"/>
                  </a:lnTo>
                  <a:lnTo>
                    <a:pt x="6084" y="59"/>
                  </a:lnTo>
                  <a:lnTo>
                    <a:pt x="5275" y="138"/>
                  </a:lnTo>
                  <a:lnTo>
                    <a:pt x="4485" y="217"/>
                  </a:lnTo>
                  <a:lnTo>
                    <a:pt x="3734" y="277"/>
                  </a:lnTo>
                  <a:lnTo>
                    <a:pt x="3043" y="316"/>
                  </a:lnTo>
                  <a:lnTo>
                    <a:pt x="2727" y="336"/>
                  </a:lnTo>
                  <a:lnTo>
                    <a:pt x="2430" y="316"/>
                  </a:lnTo>
                  <a:lnTo>
                    <a:pt x="1937" y="296"/>
                  </a:lnTo>
                  <a:lnTo>
                    <a:pt x="1502" y="277"/>
                  </a:lnTo>
                  <a:lnTo>
                    <a:pt x="1166" y="296"/>
                  </a:lnTo>
                  <a:lnTo>
                    <a:pt x="1008" y="316"/>
                  </a:lnTo>
                  <a:lnTo>
                    <a:pt x="870" y="356"/>
                  </a:lnTo>
                  <a:lnTo>
                    <a:pt x="751" y="395"/>
                  </a:lnTo>
                  <a:lnTo>
                    <a:pt x="633" y="474"/>
                  </a:lnTo>
                  <a:lnTo>
                    <a:pt x="534" y="533"/>
                  </a:lnTo>
                  <a:lnTo>
                    <a:pt x="455" y="632"/>
                  </a:lnTo>
                  <a:lnTo>
                    <a:pt x="356" y="751"/>
                  </a:lnTo>
                  <a:lnTo>
                    <a:pt x="277" y="889"/>
                  </a:lnTo>
                  <a:lnTo>
                    <a:pt x="218" y="1027"/>
                  </a:lnTo>
                  <a:lnTo>
                    <a:pt x="139" y="1205"/>
                  </a:lnTo>
                  <a:lnTo>
                    <a:pt x="80" y="1383"/>
                  </a:lnTo>
                  <a:lnTo>
                    <a:pt x="40" y="1560"/>
                  </a:lnTo>
                  <a:lnTo>
                    <a:pt x="21" y="1718"/>
                  </a:lnTo>
                  <a:lnTo>
                    <a:pt x="1" y="1876"/>
                  </a:lnTo>
                  <a:lnTo>
                    <a:pt x="1" y="2015"/>
                  </a:lnTo>
                  <a:lnTo>
                    <a:pt x="21" y="2153"/>
                  </a:lnTo>
                  <a:lnTo>
                    <a:pt x="60" y="2291"/>
                  </a:lnTo>
                  <a:lnTo>
                    <a:pt x="100" y="2410"/>
                  </a:lnTo>
                  <a:lnTo>
                    <a:pt x="159" y="2528"/>
                  </a:lnTo>
                  <a:lnTo>
                    <a:pt x="238" y="2647"/>
                  </a:lnTo>
                  <a:lnTo>
                    <a:pt x="317" y="2765"/>
                  </a:lnTo>
                  <a:lnTo>
                    <a:pt x="416" y="2864"/>
                  </a:lnTo>
                  <a:lnTo>
                    <a:pt x="613" y="3042"/>
                  </a:lnTo>
                  <a:lnTo>
                    <a:pt x="870" y="3200"/>
                  </a:lnTo>
                  <a:lnTo>
                    <a:pt x="1028" y="3279"/>
                  </a:lnTo>
                  <a:lnTo>
                    <a:pt x="1186" y="3338"/>
                  </a:lnTo>
                  <a:lnTo>
                    <a:pt x="1384" y="3397"/>
                  </a:lnTo>
                  <a:lnTo>
                    <a:pt x="1601" y="3457"/>
                  </a:lnTo>
                  <a:lnTo>
                    <a:pt x="2095" y="3536"/>
                  </a:lnTo>
                  <a:lnTo>
                    <a:pt x="2628" y="3595"/>
                  </a:lnTo>
                  <a:lnTo>
                    <a:pt x="3754" y="3694"/>
                  </a:lnTo>
                  <a:lnTo>
                    <a:pt x="4287" y="3733"/>
                  </a:lnTo>
                  <a:lnTo>
                    <a:pt x="4781" y="3792"/>
                  </a:lnTo>
                  <a:lnTo>
                    <a:pt x="5275" y="3832"/>
                  </a:lnTo>
                  <a:lnTo>
                    <a:pt x="5788" y="3852"/>
                  </a:lnTo>
                  <a:lnTo>
                    <a:pt x="6341" y="3852"/>
                  </a:lnTo>
                  <a:lnTo>
                    <a:pt x="6934" y="3812"/>
                  </a:lnTo>
                  <a:lnTo>
                    <a:pt x="7507" y="3753"/>
                  </a:lnTo>
                  <a:lnTo>
                    <a:pt x="8079" y="3674"/>
                  </a:lnTo>
                  <a:lnTo>
                    <a:pt x="8632" y="3575"/>
                  </a:lnTo>
                  <a:lnTo>
                    <a:pt x="9166" y="3437"/>
                  </a:lnTo>
                  <a:lnTo>
                    <a:pt x="9640" y="3299"/>
                  </a:lnTo>
                  <a:lnTo>
                    <a:pt x="10015" y="3180"/>
                  </a:lnTo>
                  <a:lnTo>
                    <a:pt x="10311" y="3062"/>
                  </a:lnTo>
                  <a:lnTo>
                    <a:pt x="10548" y="2943"/>
                  </a:lnTo>
                  <a:lnTo>
                    <a:pt x="10805" y="2805"/>
                  </a:lnTo>
                  <a:lnTo>
                    <a:pt x="10884" y="2746"/>
                  </a:lnTo>
                  <a:lnTo>
                    <a:pt x="10884" y="2627"/>
                  </a:lnTo>
                  <a:lnTo>
                    <a:pt x="10825" y="2351"/>
                  </a:lnTo>
                  <a:lnTo>
                    <a:pt x="10785" y="2153"/>
                  </a:lnTo>
                  <a:lnTo>
                    <a:pt x="10726" y="1936"/>
                  </a:lnTo>
                  <a:lnTo>
                    <a:pt x="10627" y="1718"/>
                  </a:lnTo>
                  <a:lnTo>
                    <a:pt x="10529" y="1481"/>
                  </a:lnTo>
                  <a:lnTo>
                    <a:pt x="10390" y="1225"/>
                  </a:lnTo>
                  <a:lnTo>
                    <a:pt x="10213" y="988"/>
                  </a:lnTo>
                  <a:lnTo>
                    <a:pt x="10015" y="770"/>
                  </a:lnTo>
                  <a:lnTo>
                    <a:pt x="9778" y="553"/>
                  </a:lnTo>
                  <a:lnTo>
                    <a:pt x="9640" y="454"/>
                  </a:lnTo>
                  <a:lnTo>
                    <a:pt x="9502" y="375"/>
                  </a:lnTo>
                  <a:lnTo>
                    <a:pt x="9344" y="296"/>
                  </a:lnTo>
                  <a:lnTo>
                    <a:pt x="9186" y="217"/>
                  </a:lnTo>
                  <a:lnTo>
                    <a:pt x="9008" y="158"/>
                  </a:lnTo>
                  <a:lnTo>
                    <a:pt x="8830" y="99"/>
                  </a:lnTo>
                  <a:lnTo>
                    <a:pt x="8632" y="59"/>
                  </a:lnTo>
                  <a:lnTo>
                    <a:pt x="8415" y="40"/>
                  </a:lnTo>
                  <a:lnTo>
                    <a:pt x="8040" y="20"/>
                  </a:lnTo>
                  <a:lnTo>
                    <a:pt x="766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34"/>
            <p:cNvSpPr/>
            <p:nvPr/>
          </p:nvSpPr>
          <p:spPr>
            <a:xfrm>
              <a:off x="4061491" y="-1489475"/>
              <a:ext cx="86156" cy="83938"/>
            </a:xfrm>
            <a:custGeom>
              <a:avLst/>
              <a:gdLst/>
              <a:ahLst/>
              <a:cxnLst/>
              <a:rect l="l" t="t" r="r" b="b"/>
              <a:pathLst>
                <a:path w="2292" h="2233" extrusionOk="0">
                  <a:moveTo>
                    <a:pt x="1106" y="119"/>
                  </a:moveTo>
                  <a:lnTo>
                    <a:pt x="1343" y="138"/>
                  </a:lnTo>
                  <a:lnTo>
                    <a:pt x="1580" y="138"/>
                  </a:lnTo>
                  <a:lnTo>
                    <a:pt x="1798" y="178"/>
                  </a:lnTo>
                  <a:lnTo>
                    <a:pt x="1956" y="237"/>
                  </a:lnTo>
                  <a:lnTo>
                    <a:pt x="2015" y="277"/>
                  </a:lnTo>
                  <a:lnTo>
                    <a:pt x="2074" y="356"/>
                  </a:lnTo>
                  <a:lnTo>
                    <a:pt x="2114" y="435"/>
                  </a:lnTo>
                  <a:lnTo>
                    <a:pt x="2153" y="533"/>
                  </a:lnTo>
                  <a:lnTo>
                    <a:pt x="2193" y="770"/>
                  </a:lnTo>
                  <a:lnTo>
                    <a:pt x="2193" y="1047"/>
                  </a:lnTo>
                  <a:lnTo>
                    <a:pt x="2153" y="1323"/>
                  </a:lnTo>
                  <a:lnTo>
                    <a:pt x="2133" y="1442"/>
                  </a:lnTo>
                  <a:lnTo>
                    <a:pt x="2074" y="1580"/>
                  </a:lnTo>
                  <a:lnTo>
                    <a:pt x="2035" y="1679"/>
                  </a:lnTo>
                  <a:lnTo>
                    <a:pt x="1956" y="1778"/>
                  </a:lnTo>
                  <a:lnTo>
                    <a:pt x="1877" y="1877"/>
                  </a:lnTo>
                  <a:lnTo>
                    <a:pt x="1798" y="1936"/>
                  </a:lnTo>
                  <a:lnTo>
                    <a:pt x="1699" y="1975"/>
                  </a:lnTo>
                  <a:lnTo>
                    <a:pt x="1580" y="2015"/>
                  </a:lnTo>
                  <a:lnTo>
                    <a:pt x="1343" y="2074"/>
                  </a:lnTo>
                  <a:lnTo>
                    <a:pt x="1067" y="2094"/>
                  </a:lnTo>
                  <a:lnTo>
                    <a:pt x="810" y="2114"/>
                  </a:lnTo>
                  <a:lnTo>
                    <a:pt x="553" y="2094"/>
                  </a:lnTo>
                  <a:lnTo>
                    <a:pt x="356" y="2054"/>
                  </a:lnTo>
                  <a:lnTo>
                    <a:pt x="217" y="1995"/>
                  </a:lnTo>
                  <a:lnTo>
                    <a:pt x="178" y="1956"/>
                  </a:lnTo>
                  <a:lnTo>
                    <a:pt x="158" y="1936"/>
                  </a:lnTo>
                  <a:lnTo>
                    <a:pt x="158" y="1798"/>
                  </a:lnTo>
                  <a:lnTo>
                    <a:pt x="158" y="1600"/>
                  </a:lnTo>
                  <a:lnTo>
                    <a:pt x="178" y="1343"/>
                  </a:lnTo>
                  <a:lnTo>
                    <a:pt x="217" y="1047"/>
                  </a:lnTo>
                  <a:lnTo>
                    <a:pt x="257" y="751"/>
                  </a:lnTo>
                  <a:lnTo>
                    <a:pt x="336" y="494"/>
                  </a:lnTo>
                  <a:lnTo>
                    <a:pt x="415" y="277"/>
                  </a:lnTo>
                  <a:lnTo>
                    <a:pt x="454" y="198"/>
                  </a:lnTo>
                  <a:lnTo>
                    <a:pt x="494" y="158"/>
                  </a:lnTo>
                  <a:lnTo>
                    <a:pt x="672" y="138"/>
                  </a:lnTo>
                  <a:lnTo>
                    <a:pt x="1106" y="119"/>
                  </a:lnTo>
                  <a:close/>
                  <a:moveTo>
                    <a:pt x="1067" y="0"/>
                  </a:moveTo>
                  <a:lnTo>
                    <a:pt x="593" y="20"/>
                  </a:lnTo>
                  <a:lnTo>
                    <a:pt x="395" y="40"/>
                  </a:lnTo>
                  <a:lnTo>
                    <a:pt x="336" y="99"/>
                  </a:lnTo>
                  <a:lnTo>
                    <a:pt x="277" y="178"/>
                  </a:lnTo>
                  <a:lnTo>
                    <a:pt x="198" y="415"/>
                  </a:lnTo>
                  <a:lnTo>
                    <a:pt x="119" y="711"/>
                  </a:lnTo>
                  <a:lnTo>
                    <a:pt x="59" y="1047"/>
                  </a:lnTo>
                  <a:lnTo>
                    <a:pt x="20" y="1363"/>
                  </a:lnTo>
                  <a:lnTo>
                    <a:pt x="0" y="1659"/>
                  </a:lnTo>
                  <a:lnTo>
                    <a:pt x="0" y="1896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59" y="2114"/>
                  </a:lnTo>
                  <a:lnTo>
                    <a:pt x="237" y="2173"/>
                  </a:lnTo>
                  <a:lnTo>
                    <a:pt x="454" y="2212"/>
                  </a:lnTo>
                  <a:lnTo>
                    <a:pt x="731" y="2232"/>
                  </a:lnTo>
                  <a:lnTo>
                    <a:pt x="1027" y="2232"/>
                  </a:lnTo>
                  <a:lnTo>
                    <a:pt x="1324" y="2193"/>
                  </a:lnTo>
                  <a:lnTo>
                    <a:pt x="1600" y="2133"/>
                  </a:lnTo>
                  <a:lnTo>
                    <a:pt x="1738" y="2094"/>
                  </a:lnTo>
                  <a:lnTo>
                    <a:pt x="1837" y="2035"/>
                  </a:lnTo>
                  <a:lnTo>
                    <a:pt x="1936" y="1975"/>
                  </a:lnTo>
                  <a:lnTo>
                    <a:pt x="2035" y="1877"/>
                  </a:lnTo>
                  <a:lnTo>
                    <a:pt x="2114" y="1758"/>
                  </a:lnTo>
                  <a:lnTo>
                    <a:pt x="2173" y="1640"/>
                  </a:lnTo>
                  <a:lnTo>
                    <a:pt x="2212" y="1501"/>
                  </a:lnTo>
                  <a:lnTo>
                    <a:pt x="2252" y="1343"/>
                  </a:lnTo>
                  <a:lnTo>
                    <a:pt x="2291" y="1047"/>
                  </a:lnTo>
                  <a:lnTo>
                    <a:pt x="2291" y="731"/>
                  </a:lnTo>
                  <a:lnTo>
                    <a:pt x="2272" y="593"/>
                  </a:lnTo>
                  <a:lnTo>
                    <a:pt x="2252" y="474"/>
                  </a:lnTo>
                  <a:lnTo>
                    <a:pt x="2212" y="356"/>
                  </a:lnTo>
                  <a:lnTo>
                    <a:pt x="2153" y="257"/>
                  </a:lnTo>
                  <a:lnTo>
                    <a:pt x="2094" y="178"/>
                  </a:lnTo>
                  <a:lnTo>
                    <a:pt x="2035" y="119"/>
                  </a:lnTo>
                  <a:lnTo>
                    <a:pt x="1857" y="59"/>
                  </a:lnTo>
                  <a:lnTo>
                    <a:pt x="1600" y="20"/>
                  </a:lnTo>
                  <a:lnTo>
                    <a:pt x="1343" y="20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34"/>
            <p:cNvSpPr/>
            <p:nvPr/>
          </p:nvSpPr>
          <p:spPr>
            <a:xfrm>
              <a:off x="4011006" y="-1882265"/>
              <a:ext cx="351955" cy="350489"/>
            </a:xfrm>
            <a:custGeom>
              <a:avLst/>
              <a:gdLst/>
              <a:ahLst/>
              <a:cxnLst/>
              <a:rect l="l" t="t" r="r" b="b"/>
              <a:pathLst>
                <a:path w="9363" h="9324" extrusionOk="0">
                  <a:moveTo>
                    <a:pt x="4859" y="376"/>
                  </a:moveTo>
                  <a:lnTo>
                    <a:pt x="5234" y="395"/>
                  </a:lnTo>
                  <a:lnTo>
                    <a:pt x="5610" y="455"/>
                  </a:lnTo>
                  <a:lnTo>
                    <a:pt x="5965" y="514"/>
                  </a:lnTo>
                  <a:lnTo>
                    <a:pt x="6163" y="573"/>
                  </a:lnTo>
                  <a:lnTo>
                    <a:pt x="6340" y="632"/>
                  </a:lnTo>
                  <a:lnTo>
                    <a:pt x="6696" y="771"/>
                  </a:lnTo>
                  <a:lnTo>
                    <a:pt x="7052" y="968"/>
                  </a:lnTo>
                  <a:lnTo>
                    <a:pt x="7387" y="1205"/>
                  </a:lnTo>
                  <a:lnTo>
                    <a:pt x="7684" y="1482"/>
                  </a:lnTo>
                  <a:lnTo>
                    <a:pt x="7980" y="1798"/>
                  </a:lnTo>
                  <a:lnTo>
                    <a:pt x="8237" y="2133"/>
                  </a:lnTo>
                  <a:lnTo>
                    <a:pt x="8454" y="2489"/>
                  </a:lnTo>
                  <a:lnTo>
                    <a:pt x="8651" y="2884"/>
                  </a:lnTo>
                  <a:lnTo>
                    <a:pt x="8790" y="3299"/>
                  </a:lnTo>
                  <a:lnTo>
                    <a:pt x="8849" y="3496"/>
                  </a:lnTo>
                  <a:lnTo>
                    <a:pt x="8908" y="3714"/>
                  </a:lnTo>
                  <a:lnTo>
                    <a:pt x="8928" y="3931"/>
                  </a:lnTo>
                  <a:lnTo>
                    <a:pt x="8948" y="4168"/>
                  </a:lnTo>
                  <a:lnTo>
                    <a:pt x="8967" y="4385"/>
                  </a:lnTo>
                  <a:lnTo>
                    <a:pt x="8948" y="4622"/>
                  </a:lnTo>
                  <a:lnTo>
                    <a:pt x="8928" y="4839"/>
                  </a:lnTo>
                  <a:lnTo>
                    <a:pt x="8908" y="5077"/>
                  </a:lnTo>
                  <a:lnTo>
                    <a:pt x="8849" y="5294"/>
                  </a:lnTo>
                  <a:lnTo>
                    <a:pt x="8790" y="5531"/>
                  </a:lnTo>
                  <a:lnTo>
                    <a:pt x="8711" y="5768"/>
                  </a:lnTo>
                  <a:lnTo>
                    <a:pt x="8612" y="6005"/>
                  </a:lnTo>
                  <a:lnTo>
                    <a:pt x="8493" y="6242"/>
                  </a:lnTo>
                  <a:lnTo>
                    <a:pt x="8375" y="6459"/>
                  </a:lnTo>
                  <a:lnTo>
                    <a:pt x="8237" y="6676"/>
                  </a:lnTo>
                  <a:lnTo>
                    <a:pt x="8098" y="6894"/>
                  </a:lnTo>
                  <a:lnTo>
                    <a:pt x="7940" y="7111"/>
                  </a:lnTo>
                  <a:lnTo>
                    <a:pt x="7782" y="7308"/>
                  </a:lnTo>
                  <a:lnTo>
                    <a:pt x="7605" y="7486"/>
                  </a:lnTo>
                  <a:lnTo>
                    <a:pt x="7427" y="7664"/>
                  </a:lnTo>
                  <a:lnTo>
                    <a:pt x="7249" y="7842"/>
                  </a:lnTo>
                  <a:lnTo>
                    <a:pt x="7052" y="8000"/>
                  </a:lnTo>
                  <a:lnTo>
                    <a:pt x="6854" y="8158"/>
                  </a:lnTo>
                  <a:lnTo>
                    <a:pt x="6637" y="8296"/>
                  </a:lnTo>
                  <a:lnTo>
                    <a:pt x="6439" y="8415"/>
                  </a:lnTo>
                  <a:lnTo>
                    <a:pt x="6222" y="8533"/>
                  </a:lnTo>
                  <a:lnTo>
                    <a:pt x="6005" y="8632"/>
                  </a:lnTo>
                  <a:lnTo>
                    <a:pt x="5768" y="8711"/>
                  </a:lnTo>
                  <a:lnTo>
                    <a:pt x="5531" y="8790"/>
                  </a:lnTo>
                  <a:lnTo>
                    <a:pt x="5313" y="8849"/>
                  </a:lnTo>
                  <a:lnTo>
                    <a:pt x="5076" y="8908"/>
                  </a:lnTo>
                  <a:lnTo>
                    <a:pt x="4820" y="8928"/>
                  </a:lnTo>
                  <a:lnTo>
                    <a:pt x="4583" y="8948"/>
                  </a:lnTo>
                  <a:lnTo>
                    <a:pt x="4345" y="8948"/>
                  </a:lnTo>
                  <a:lnTo>
                    <a:pt x="4089" y="8928"/>
                  </a:lnTo>
                  <a:lnTo>
                    <a:pt x="3852" y="8889"/>
                  </a:lnTo>
                  <a:lnTo>
                    <a:pt x="3595" y="8829"/>
                  </a:lnTo>
                  <a:lnTo>
                    <a:pt x="3338" y="8750"/>
                  </a:lnTo>
                  <a:lnTo>
                    <a:pt x="3101" y="8671"/>
                  </a:lnTo>
                  <a:lnTo>
                    <a:pt x="2844" y="8553"/>
                  </a:lnTo>
                  <a:lnTo>
                    <a:pt x="2607" y="8434"/>
                  </a:lnTo>
                  <a:lnTo>
                    <a:pt x="2351" y="8276"/>
                  </a:lnTo>
                  <a:lnTo>
                    <a:pt x="2114" y="8099"/>
                  </a:lnTo>
                  <a:lnTo>
                    <a:pt x="1857" y="7921"/>
                  </a:lnTo>
                  <a:lnTo>
                    <a:pt x="1521" y="7605"/>
                  </a:lnTo>
                  <a:lnTo>
                    <a:pt x="1343" y="7427"/>
                  </a:lnTo>
                  <a:lnTo>
                    <a:pt x="1165" y="7229"/>
                  </a:lnTo>
                  <a:lnTo>
                    <a:pt x="988" y="7012"/>
                  </a:lnTo>
                  <a:lnTo>
                    <a:pt x="830" y="6775"/>
                  </a:lnTo>
                  <a:lnTo>
                    <a:pt x="691" y="6518"/>
                  </a:lnTo>
                  <a:lnTo>
                    <a:pt x="573" y="6262"/>
                  </a:lnTo>
                  <a:lnTo>
                    <a:pt x="474" y="5965"/>
                  </a:lnTo>
                  <a:lnTo>
                    <a:pt x="395" y="5669"/>
                  </a:lnTo>
                  <a:lnTo>
                    <a:pt x="356" y="5333"/>
                  </a:lnTo>
                  <a:lnTo>
                    <a:pt x="356" y="4998"/>
                  </a:lnTo>
                  <a:lnTo>
                    <a:pt x="375" y="4622"/>
                  </a:lnTo>
                  <a:lnTo>
                    <a:pt x="454" y="4247"/>
                  </a:lnTo>
                  <a:lnTo>
                    <a:pt x="593" y="3832"/>
                  </a:lnTo>
                  <a:lnTo>
                    <a:pt x="770" y="3398"/>
                  </a:lnTo>
                  <a:lnTo>
                    <a:pt x="1007" y="2904"/>
                  </a:lnTo>
                  <a:lnTo>
                    <a:pt x="1264" y="2469"/>
                  </a:lnTo>
                  <a:lnTo>
                    <a:pt x="1541" y="2074"/>
                  </a:lnTo>
                  <a:lnTo>
                    <a:pt x="1837" y="1719"/>
                  </a:lnTo>
                  <a:lnTo>
                    <a:pt x="2133" y="1422"/>
                  </a:lnTo>
                  <a:lnTo>
                    <a:pt x="2449" y="1166"/>
                  </a:lnTo>
                  <a:lnTo>
                    <a:pt x="2765" y="948"/>
                  </a:lnTo>
                  <a:lnTo>
                    <a:pt x="3101" y="751"/>
                  </a:lnTo>
                  <a:lnTo>
                    <a:pt x="3437" y="613"/>
                  </a:lnTo>
                  <a:lnTo>
                    <a:pt x="3792" y="514"/>
                  </a:lnTo>
                  <a:lnTo>
                    <a:pt x="4148" y="435"/>
                  </a:lnTo>
                  <a:lnTo>
                    <a:pt x="4504" y="395"/>
                  </a:lnTo>
                  <a:lnTo>
                    <a:pt x="4859" y="376"/>
                  </a:lnTo>
                  <a:close/>
                  <a:moveTo>
                    <a:pt x="4899" y="0"/>
                  </a:moveTo>
                  <a:lnTo>
                    <a:pt x="4504" y="20"/>
                  </a:lnTo>
                  <a:lnTo>
                    <a:pt x="4108" y="59"/>
                  </a:lnTo>
                  <a:lnTo>
                    <a:pt x="3733" y="138"/>
                  </a:lnTo>
                  <a:lnTo>
                    <a:pt x="3358" y="257"/>
                  </a:lnTo>
                  <a:lnTo>
                    <a:pt x="2983" y="415"/>
                  </a:lnTo>
                  <a:lnTo>
                    <a:pt x="2627" y="613"/>
                  </a:lnTo>
                  <a:lnTo>
                    <a:pt x="2272" y="850"/>
                  </a:lnTo>
                  <a:lnTo>
                    <a:pt x="1936" y="1146"/>
                  </a:lnTo>
                  <a:lnTo>
                    <a:pt x="1600" y="1462"/>
                  </a:lnTo>
                  <a:lnTo>
                    <a:pt x="1284" y="1857"/>
                  </a:lnTo>
                  <a:lnTo>
                    <a:pt x="988" y="2272"/>
                  </a:lnTo>
                  <a:lnTo>
                    <a:pt x="711" y="2766"/>
                  </a:lnTo>
                  <a:lnTo>
                    <a:pt x="435" y="3299"/>
                  </a:lnTo>
                  <a:lnTo>
                    <a:pt x="257" y="3753"/>
                  </a:lnTo>
                  <a:lnTo>
                    <a:pt x="119" y="4207"/>
                  </a:lnTo>
                  <a:lnTo>
                    <a:pt x="20" y="4622"/>
                  </a:lnTo>
                  <a:lnTo>
                    <a:pt x="0" y="5017"/>
                  </a:lnTo>
                  <a:lnTo>
                    <a:pt x="0" y="5393"/>
                  </a:lnTo>
                  <a:lnTo>
                    <a:pt x="40" y="5748"/>
                  </a:lnTo>
                  <a:lnTo>
                    <a:pt x="119" y="6084"/>
                  </a:lnTo>
                  <a:lnTo>
                    <a:pt x="237" y="6400"/>
                  </a:lnTo>
                  <a:lnTo>
                    <a:pt x="375" y="6696"/>
                  </a:lnTo>
                  <a:lnTo>
                    <a:pt x="514" y="6953"/>
                  </a:lnTo>
                  <a:lnTo>
                    <a:pt x="691" y="7210"/>
                  </a:lnTo>
                  <a:lnTo>
                    <a:pt x="869" y="7447"/>
                  </a:lnTo>
                  <a:lnTo>
                    <a:pt x="1067" y="7664"/>
                  </a:lnTo>
                  <a:lnTo>
                    <a:pt x="1264" y="7862"/>
                  </a:lnTo>
                  <a:lnTo>
                    <a:pt x="1639" y="8197"/>
                  </a:lnTo>
                  <a:lnTo>
                    <a:pt x="1896" y="8415"/>
                  </a:lnTo>
                  <a:lnTo>
                    <a:pt x="2173" y="8592"/>
                  </a:lnTo>
                  <a:lnTo>
                    <a:pt x="2430" y="8750"/>
                  </a:lnTo>
                  <a:lnTo>
                    <a:pt x="2706" y="8908"/>
                  </a:lnTo>
                  <a:lnTo>
                    <a:pt x="2983" y="9027"/>
                  </a:lnTo>
                  <a:lnTo>
                    <a:pt x="3259" y="9126"/>
                  </a:lnTo>
                  <a:lnTo>
                    <a:pt x="3516" y="9205"/>
                  </a:lnTo>
                  <a:lnTo>
                    <a:pt x="3792" y="9264"/>
                  </a:lnTo>
                  <a:lnTo>
                    <a:pt x="4069" y="9303"/>
                  </a:lnTo>
                  <a:lnTo>
                    <a:pt x="4326" y="9323"/>
                  </a:lnTo>
                  <a:lnTo>
                    <a:pt x="4602" y="9323"/>
                  </a:lnTo>
                  <a:lnTo>
                    <a:pt x="4859" y="9303"/>
                  </a:lnTo>
                  <a:lnTo>
                    <a:pt x="5136" y="9264"/>
                  </a:lnTo>
                  <a:lnTo>
                    <a:pt x="5392" y="9224"/>
                  </a:lnTo>
                  <a:lnTo>
                    <a:pt x="5629" y="9165"/>
                  </a:lnTo>
                  <a:lnTo>
                    <a:pt x="5886" y="9086"/>
                  </a:lnTo>
                  <a:lnTo>
                    <a:pt x="6143" y="8987"/>
                  </a:lnTo>
                  <a:lnTo>
                    <a:pt x="6380" y="8869"/>
                  </a:lnTo>
                  <a:lnTo>
                    <a:pt x="6617" y="8750"/>
                  </a:lnTo>
                  <a:lnTo>
                    <a:pt x="6834" y="8612"/>
                  </a:lnTo>
                  <a:lnTo>
                    <a:pt x="7071" y="8454"/>
                  </a:lnTo>
                  <a:lnTo>
                    <a:pt x="7289" y="8296"/>
                  </a:lnTo>
                  <a:lnTo>
                    <a:pt x="7486" y="8118"/>
                  </a:lnTo>
                  <a:lnTo>
                    <a:pt x="7684" y="7941"/>
                  </a:lnTo>
                  <a:lnTo>
                    <a:pt x="7881" y="7743"/>
                  </a:lnTo>
                  <a:lnTo>
                    <a:pt x="8079" y="7546"/>
                  </a:lnTo>
                  <a:lnTo>
                    <a:pt x="8256" y="7328"/>
                  </a:lnTo>
                  <a:lnTo>
                    <a:pt x="8414" y="7091"/>
                  </a:lnTo>
                  <a:lnTo>
                    <a:pt x="8572" y="6854"/>
                  </a:lnTo>
                  <a:lnTo>
                    <a:pt x="8711" y="6617"/>
                  </a:lnTo>
                  <a:lnTo>
                    <a:pt x="8849" y="6380"/>
                  </a:lnTo>
                  <a:lnTo>
                    <a:pt x="8987" y="6123"/>
                  </a:lnTo>
                  <a:lnTo>
                    <a:pt x="9086" y="5867"/>
                  </a:lnTo>
                  <a:lnTo>
                    <a:pt x="9165" y="5610"/>
                  </a:lnTo>
                  <a:lnTo>
                    <a:pt x="9244" y="5353"/>
                  </a:lnTo>
                  <a:lnTo>
                    <a:pt x="9303" y="5116"/>
                  </a:lnTo>
                  <a:lnTo>
                    <a:pt x="9343" y="4859"/>
                  </a:lnTo>
                  <a:lnTo>
                    <a:pt x="9363" y="4602"/>
                  </a:lnTo>
                  <a:lnTo>
                    <a:pt x="9363" y="4365"/>
                  </a:lnTo>
                  <a:lnTo>
                    <a:pt x="9363" y="4109"/>
                  </a:lnTo>
                  <a:lnTo>
                    <a:pt x="9323" y="3872"/>
                  </a:lnTo>
                  <a:lnTo>
                    <a:pt x="9303" y="3635"/>
                  </a:lnTo>
                  <a:lnTo>
                    <a:pt x="9244" y="3398"/>
                  </a:lnTo>
                  <a:lnTo>
                    <a:pt x="9185" y="3180"/>
                  </a:lnTo>
                  <a:lnTo>
                    <a:pt x="9106" y="2943"/>
                  </a:lnTo>
                  <a:lnTo>
                    <a:pt x="9027" y="2726"/>
                  </a:lnTo>
                  <a:lnTo>
                    <a:pt x="8928" y="2509"/>
                  </a:lnTo>
                  <a:lnTo>
                    <a:pt x="8809" y="2311"/>
                  </a:lnTo>
                  <a:lnTo>
                    <a:pt x="8572" y="1916"/>
                  </a:lnTo>
                  <a:lnTo>
                    <a:pt x="8296" y="1541"/>
                  </a:lnTo>
                  <a:lnTo>
                    <a:pt x="7980" y="1205"/>
                  </a:lnTo>
                  <a:lnTo>
                    <a:pt x="7644" y="909"/>
                  </a:lnTo>
                  <a:lnTo>
                    <a:pt x="7289" y="652"/>
                  </a:lnTo>
                  <a:lnTo>
                    <a:pt x="6913" y="435"/>
                  </a:lnTo>
                  <a:lnTo>
                    <a:pt x="6716" y="336"/>
                  </a:lnTo>
                  <a:lnTo>
                    <a:pt x="6518" y="257"/>
                  </a:lnTo>
                  <a:lnTo>
                    <a:pt x="6321" y="198"/>
                  </a:lnTo>
                  <a:lnTo>
                    <a:pt x="6103" y="158"/>
                  </a:lnTo>
                  <a:lnTo>
                    <a:pt x="5708" y="79"/>
                  </a:lnTo>
                  <a:lnTo>
                    <a:pt x="5313" y="20"/>
                  </a:lnTo>
                  <a:lnTo>
                    <a:pt x="48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34"/>
            <p:cNvSpPr/>
            <p:nvPr/>
          </p:nvSpPr>
          <p:spPr>
            <a:xfrm>
              <a:off x="4556002" y="-1142735"/>
              <a:ext cx="752" cy="789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20" y="20"/>
                  </a:move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34"/>
            <p:cNvSpPr/>
            <p:nvPr/>
          </p:nvSpPr>
          <p:spPr>
            <a:xfrm>
              <a:off x="4619831" y="-1325390"/>
              <a:ext cx="38" cy="78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34"/>
            <p:cNvSpPr/>
            <p:nvPr/>
          </p:nvSpPr>
          <p:spPr>
            <a:xfrm>
              <a:off x="4475782" y="-1401136"/>
              <a:ext cx="160434" cy="330454"/>
            </a:xfrm>
            <a:custGeom>
              <a:avLst/>
              <a:gdLst/>
              <a:ahLst/>
              <a:cxnLst/>
              <a:rect l="l" t="t" r="r" b="b"/>
              <a:pathLst>
                <a:path w="4268" h="8791" extrusionOk="0">
                  <a:moveTo>
                    <a:pt x="2450" y="5551"/>
                  </a:moveTo>
                  <a:lnTo>
                    <a:pt x="2470" y="5610"/>
                  </a:lnTo>
                  <a:lnTo>
                    <a:pt x="2490" y="5669"/>
                  </a:lnTo>
                  <a:lnTo>
                    <a:pt x="2509" y="5669"/>
                  </a:lnTo>
                  <a:lnTo>
                    <a:pt x="2529" y="5650"/>
                  </a:lnTo>
                  <a:lnTo>
                    <a:pt x="2529" y="5610"/>
                  </a:lnTo>
                  <a:lnTo>
                    <a:pt x="2569" y="5590"/>
                  </a:lnTo>
                  <a:lnTo>
                    <a:pt x="2529" y="5590"/>
                  </a:lnTo>
                  <a:lnTo>
                    <a:pt x="2509" y="5571"/>
                  </a:lnTo>
                  <a:lnTo>
                    <a:pt x="2470" y="5551"/>
                  </a:lnTo>
                  <a:close/>
                  <a:moveTo>
                    <a:pt x="3062" y="1"/>
                  </a:moveTo>
                  <a:lnTo>
                    <a:pt x="3082" y="40"/>
                  </a:lnTo>
                  <a:lnTo>
                    <a:pt x="3082" y="60"/>
                  </a:lnTo>
                  <a:lnTo>
                    <a:pt x="3043" y="119"/>
                  </a:lnTo>
                  <a:lnTo>
                    <a:pt x="3043" y="139"/>
                  </a:lnTo>
                  <a:lnTo>
                    <a:pt x="3043" y="159"/>
                  </a:lnTo>
                  <a:lnTo>
                    <a:pt x="3023" y="198"/>
                  </a:lnTo>
                  <a:lnTo>
                    <a:pt x="3003" y="238"/>
                  </a:lnTo>
                  <a:lnTo>
                    <a:pt x="2944" y="297"/>
                  </a:lnTo>
                  <a:lnTo>
                    <a:pt x="2924" y="317"/>
                  </a:lnTo>
                  <a:lnTo>
                    <a:pt x="2924" y="336"/>
                  </a:lnTo>
                  <a:lnTo>
                    <a:pt x="2924" y="376"/>
                  </a:lnTo>
                  <a:lnTo>
                    <a:pt x="2964" y="415"/>
                  </a:lnTo>
                  <a:lnTo>
                    <a:pt x="3003" y="396"/>
                  </a:lnTo>
                  <a:lnTo>
                    <a:pt x="3043" y="396"/>
                  </a:lnTo>
                  <a:lnTo>
                    <a:pt x="3062" y="415"/>
                  </a:lnTo>
                  <a:lnTo>
                    <a:pt x="3023" y="435"/>
                  </a:lnTo>
                  <a:lnTo>
                    <a:pt x="3003" y="455"/>
                  </a:lnTo>
                  <a:lnTo>
                    <a:pt x="2983" y="475"/>
                  </a:lnTo>
                  <a:lnTo>
                    <a:pt x="2964" y="475"/>
                  </a:lnTo>
                  <a:lnTo>
                    <a:pt x="2944" y="435"/>
                  </a:lnTo>
                  <a:lnTo>
                    <a:pt x="2904" y="514"/>
                  </a:lnTo>
                  <a:lnTo>
                    <a:pt x="2885" y="554"/>
                  </a:lnTo>
                  <a:lnTo>
                    <a:pt x="2964" y="593"/>
                  </a:lnTo>
                  <a:lnTo>
                    <a:pt x="2983" y="633"/>
                  </a:lnTo>
                  <a:lnTo>
                    <a:pt x="3003" y="652"/>
                  </a:lnTo>
                  <a:lnTo>
                    <a:pt x="2964" y="672"/>
                  </a:lnTo>
                  <a:lnTo>
                    <a:pt x="2944" y="672"/>
                  </a:lnTo>
                  <a:lnTo>
                    <a:pt x="2904" y="652"/>
                  </a:lnTo>
                  <a:lnTo>
                    <a:pt x="2865" y="613"/>
                  </a:lnTo>
                  <a:lnTo>
                    <a:pt x="2845" y="593"/>
                  </a:lnTo>
                  <a:lnTo>
                    <a:pt x="2806" y="613"/>
                  </a:lnTo>
                  <a:lnTo>
                    <a:pt x="2825" y="731"/>
                  </a:lnTo>
                  <a:lnTo>
                    <a:pt x="2766" y="731"/>
                  </a:lnTo>
                  <a:lnTo>
                    <a:pt x="2727" y="771"/>
                  </a:lnTo>
                  <a:lnTo>
                    <a:pt x="2707" y="830"/>
                  </a:lnTo>
                  <a:lnTo>
                    <a:pt x="2707" y="949"/>
                  </a:lnTo>
                  <a:lnTo>
                    <a:pt x="2707" y="1067"/>
                  </a:lnTo>
                  <a:lnTo>
                    <a:pt x="2707" y="1126"/>
                  </a:lnTo>
                  <a:lnTo>
                    <a:pt x="2687" y="1186"/>
                  </a:lnTo>
                  <a:lnTo>
                    <a:pt x="2648" y="1146"/>
                  </a:lnTo>
                  <a:lnTo>
                    <a:pt x="2628" y="1087"/>
                  </a:lnTo>
                  <a:lnTo>
                    <a:pt x="2628" y="1028"/>
                  </a:lnTo>
                  <a:lnTo>
                    <a:pt x="2628" y="988"/>
                  </a:lnTo>
                  <a:lnTo>
                    <a:pt x="2608" y="988"/>
                  </a:lnTo>
                  <a:lnTo>
                    <a:pt x="2588" y="1008"/>
                  </a:lnTo>
                  <a:lnTo>
                    <a:pt x="2569" y="1067"/>
                  </a:lnTo>
                  <a:lnTo>
                    <a:pt x="2569" y="1107"/>
                  </a:lnTo>
                  <a:lnTo>
                    <a:pt x="2549" y="1126"/>
                  </a:lnTo>
                  <a:lnTo>
                    <a:pt x="2529" y="1146"/>
                  </a:lnTo>
                  <a:lnTo>
                    <a:pt x="2509" y="1205"/>
                  </a:lnTo>
                  <a:lnTo>
                    <a:pt x="2529" y="1245"/>
                  </a:lnTo>
                  <a:lnTo>
                    <a:pt x="2549" y="1284"/>
                  </a:lnTo>
                  <a:lnTo>
                    <a:pt x="2588" y="1304"/>
                  </a:lnTo>
                  <a:lnTo>
                    <a:pt x="2588" y="1344"/>
                  </a:lnTo>
                  <a:lnTo>
                    <a:pt x="2549" y="1344"/>
                  </a:lnTo>
                  <a:lnTo>
                    <a:pt x="2509" y="1324"/>
                  </a:lnTo>
                  <a:lnTo>
                    <a:pt x="2529" y="1383"/>
                  </a:lnTo>
                  <a:lnTo>
                    <a:pt x="2529" y="1442"/>
                  </a:lnTo>
                  <a:lnTo>
                    <a:pt x="2509" y="1541"/>
                  </a:lnTo>
                  <a:lnTo>
                    <a:pt x="2450" y="1521"/>
                  </a:lnTo>
                  <a:lnTo>
                    <a:pt x="2470" y="1640"/>
                  </a:lnTo>
                  <a:lnTo>
                    <a:pt x="2509" y="1640"/>
                  </a:lnTo>
                  <a:lnTo>
                    <a:pt x="2569" y="1680"/>
                  </a:lnTo>
                  <a:lnTo>
                    <a:pt x="2549" y="1699"/>
                  </a:lnTo>
                  <a:lnTo>
                    <a:pt x="2608" y="1680"/>
                  </a:lnTo>
                  <a:lnTo>
                    <a:pt x="2628" y="1660"/>
                  </a:lnTo>
                  <a:lnTo>
                    <a:pt x="2628" y="1561"/>
                  </a:lnTo>
                  <a:lnTo>
                    <a:pt x="2648" y="1521"/>
                  </a:lnTo>
                  <a:lnTo>
                    <a:pt x="2648" y="1482"/>
                  </a:lnTo>
                  <a:lnTo>
                    <a:pt x="2687" y="1442"/>
                  </a:lnTo>
                  <a:lnTo>
                    <a:pt x="2746" y="1442"/>
                  </a:lnTo>
                  <a:lnTo>
                    <a:pt x="2766" y="1462"/>
                  </a:lnTo>
                  <a:lnTo>
                    <a:pt x="2786" y="1462"/>
                  </a:lnTo>
                  <a:lnTo>
                    <a:pt x="2806" y="1482"/>
                  </a:lnTo>
                  <a:lnTo>
                    <a:pt x="2786" y="1502"/>
                  </a:lnTo>
                  <a:lnTo>
                    <a:pt x="2746" y="1502"/>
                  </a:lnTo>
                  <a:lnTo>
                    <a:pt x="2806" y="1541"/>
                  </a:lnTo>
                  <a:lnTo>
                    <a:pt x="2825" y="1561"/>
                  </a:lnTo>
                  <a:lnTo>
                    <a:pt x="2825" y="1541"/>
                  </a:lnTo>
                  <a:lnTo>
                    <a:pt x="2865" y="1561"/>
                  </a:lnTo>
                  <a:lnTo>
                    <a:pt x="2885" y="1581"/>
                  </a:lnTo>
                  <a:lnTo>
                    <a:pt x="2904" y="1640"/>
                  </a:lnTo>
                  <a:lnTo>
                    <a:pt x="2885" y="1699"/>
                  </a:lnTo>
                  <a:lnTo>
                    <a:pt x="2885" y="1759"/>
                  </a:lnTo>
                  <a:lnTo>
                    <a:pt x="2825" y="1759"/>
                  </a:lnTo>
                  <a:lnTo>
                    <a:pt x="2806" y="1719"/>
                  </a:lnTo>
                  <a:lnTo>
                    <a:pt x="2786" y="1660"/>
                  </a:lnTo>
                  <a:lnTo>
                    <a:pt x="2766" y="1600"/>
                  </a:lnTo>
                  <a:lnTo>
                    <a:pt x="2766" y="1660"/>
                  </a:lnTo>
                  <a:lnTo>
                    <a:pt x="2766" y="1680"/>
                  </a:lnTo>
                  <a:lnTo>
                    <a:pt x="2746" y="1699"/>
                  </a:lnTo>
                  <a:lnTo>
                    <a:pt x="2667" y="1660"/>
                  </a:lnTo>
                  <a:lnTo>
                    <a:pt x="2687" y="1719"/>
                  </a:lnTo>
                  <a:lnTo>
                    <a:pt x="2707" y="1739"/>
                  </a:lnTo>
                  <a:lnTo>
                    <a:pt x="2746" y="1739"/>
                  </a:lnTo>
                  <a:lnTo>
                    <a:pt x="2806" y="1778"/>
                  </a:lnTo>
                  <a:lnTo>
                    <a:pt x="2825" y="1798"/>
                  </a:lnTo>
                  <a:lnTo>
                    <a:pt x="2845" y="1818"/>
                  </a:lnTo>
                  <a:lnTo>
                    <a:pt x="2825" y="1838"/>
                  </a:lnTo>
                  <a:lnTo>
                    <a:pt x="2786" y="1857"/>
                  </a:lnTo>
                  <a:lnTo>
                    <a:pt x="2746" y="1877"/>
                  </a:lnTo>
                  <a:lnTo>
                    <a:pt x="2746" y="1838"/>
                  </a:lnTo>
                  <a:lnTo>
                    <a:pt x="2727" y="1897"/>
                  </a:lnTo>
                  <a:lnTo>
                    <a:pt x="2727" y="1936"/>
                  </a:lnTo>
                  <a:lnTo>
                    <a:pt x="2727" y="1976"/>
                  </a:lnTo>
                  <a:lnTo>
                    <a:pt x="2727" y="2015"/>
                  </a:lnTo>
                  <a:lnTo>
                    <a:pt x="2667" y="2015"/>
                  </a:lnTo>
                  <a:lnTo>
                    <a:pt x="2687" y="1976"/>
                  </a:lnTo>
                  <a:lnTo>
                    <a:pt x="2667" y="1936"/>
                  </a:lnTo>
                  <a:lnTo>
                    <a:pt x="2628" y="1877"/>
                  </a:lnTo>
                  <a:lnTo>
                    <a:pt x="2628" y="1857"/>
                  </a:lnTo>
                  <a:lnTo>
                    <a:pt x="2549" y="1857"/>
                  </a:lnTo>
                  <a:lnTo>
                    <a:pt x="2529" y="1838"/>
                  </a:lnTo>
                  <a:lnTo>
                    <a:pt x="2490" y="1818"/>
                  </a:lnTo>
                  <a:lnTo>
                    <a:pt x="2411" y="1680"/>
                  </a:lnTo>
                  <a:lnTo>
                    <a:pt x="2411" y="1719"/>
                  </a:lnTo>
                  <a:lnTo>
                    <a:pt x="2391" y="1739"/>
                  </a:lnTo>
                  <a:lnTo>
                    <a:pt x="2371" y="1778"/>
                  </a:lnTo>
                  <a:lnTo>
                    <a:pt x="2332" y="1778"/>
                  </a:lnTo>
                  <a:lnTo>
                    <a:pt x="2351" y="1818"/>
                  </a:lnTo>
                  <a:lnTo>
                    <a:pt x="2332" y="1857"/>
                  </a:lnTo>
                  <a:lnTo>
                    <a:pt x="2312" y="1917"/>
                  </a:lnTo>
                  <a:lnTo>
                    <a:pt x="2272" y="1976"/>
                  </a:lnTo>
                  <a:lnTo>
                    <a:pt x="2292" y="2015"/>
                  </a:lnTo>
                  <a:lnTo>
                    <a:pt x="2312" y="2055"/>
                  </a:lnTo>
                  <a:lnTo>
                    <a:pt x="2292" y="2055"/>
                  </a:lnTo>
                  <a:lnTo>
                    <a:pt x="2272" y="2035"/>
                  </a:lnTo>
                  <a:lnTo>
                    <a:pt x="2253" y="2015"/>
                  </a:lnTo>
                  <a:lnTo>
                    <a:pt x="2253" y="2035"/>
                  </a:lnTo>
                  <a:lnTo>
                    <a:pt x="2193" y="2154"/>
                  </a:lnTo>
                  <a:lnTo>
                    <a:pt x="2193" y="2233"/>
                  </a:lnTo>
                  <a:lnTo>
                    <a:pt x="2193" y="2312"/>
                  </a:lnTo>
                  <a:lnTo>
                    <a:pt x="2174" y="2331"/>
                  </a:lnTo>
                  <a:lnTo>
                    <a:pt x="2154" y="2331"/>
                  </a:lnTo>
                  <a:lnTo>
                    <a:pt x="2095" y="2312"/>
                  </a:lnTo>
                  <a:lnTo>
                    <a:pt x="2055" y="2391"/>
                  </a:lnTo>
                  <a:lnTo>
                    <a:pt x="2035" y="2450"/>
                  </a:lnTo>
                  <a:lnTo>
                    <a:pt x="2035" y="2588"/>
                  </a:lnTo>
                  <a:lnTo>
                    <a:pt x="2035" y="2726"/>
                  </a:lnTo>
                  <a:lnTo>
                    <a:pt x="2016" y="2805"/>
                  </a:lnTo>
                  <a:lnTo>
                    <a:pt x="1976" y="2884"/>
                  </a:lnTo>
                  <a:lnTo>
                    <a:pt x="1956" y="2825"/>
                  </a:lnTo>
                  <a:lnTo>
                    <a:pt x="1917" y="2884"/>
                  </a:lnTo>
                  <a:lnTo>
                    <a:pt x="1917" y="2924"/>
                  </a:lnTo>
                  <a:lnTo>
                    <a:pt x="1937" y="2944"/>
                  </a:lnTo>
                  <a:lnTo>
                    <a:pt x="1877" y="2963"/>
                  </a:lnTo>
                  <a:lnTo>
                    <a:pt x="1858" y="2983"/>
                  </a:lnTo>
                  <a:lnTo>
                    <a:pt x="1858" y="3062"/>
                  </a:lnTo>
                  <a:lnTo>
                    <a:pt x="1838" y="3121"/>
                  </a:lnTo>
                  <a:lnTo>
                    <a:pt x="1838" y="3161"/>
                  </a:lnTo>
                  <a:lnTo>
                    <a:pt x="1798" y="3181"/>
                  </a:lnTo>
                  <a:lnTo>
                    <a:pt x="1759" y="3200"/>
                  </a:lnTo>
                  <a:lnTo>
                    <a:pt x="1739" y="3240"/>
                  </a:lnTo>
                  <a:lnTo>
                    <a:pt x="1719" y="3260"/>
                  </a:lnTo>
                  <a:lnTo>
                    <a:pt x="1739" y="3319"/>
                  </a:lnTo>
                  <a:lnTo>
                    <a:pt x="1778" y="3378"/>
                  </a:lnTo>
                  <a:lnTo>
                    <a:pt x="1798" y="3437"/>
                  </a:lnTo>
                  <a:lnTo>
                    <a:pt x="1739" y="3398"/>
                  </a:lnTo>
                  <a:lnTo>
                    <a:pt x="1680" y="3398"/>
                  </a:lnTo>
                  <a:lnTo>
                    <a:pt x="1620" y="3615"/>
                  </a:lnTo>
                  <a:lnTo>
                    <a:pt x="1581" y="3813"/>
                  </a:lnTo>
                  <a:lnTo>
                    <a:pt x="1443" y="4208"/>
                  </a:lnTo>
                  <a:lnTo>
                    <a:pt x="1423" y="4188"/>
                  </a:lnTo>
                  <a:lnTo>
                    <a:pt x="1403" y="4247"/>
                  </a:lnTo>
                  <a:lnTo>
                    <a:pt x="1383" y="4326"/>
                  </a:lnTo>
                  <a:lnTo>
                    <a:pt x="1364" y="4465"/>
                  </a:lnTo>
                  <a:lnTo>
                    <a:pt x="1344" y="4623"/>
                  </a:lnTo>
                  <a:lnTo>
                    <a:pt x="1324" y="4682"/>
                  </a:lnTo>
                  <a:lnTo>
                    <a:pt x="1285" y="4741"/>
                  </a:lnTo>
                  <a:lnTo>
                    <a:pt x="1304" y="4820"/>
                  </a:lnTo>
                  <a:lnTo>
                    <a:pt x="1324" y="4860"/>
                  </a:lnTo>
                  <a:lnTo>
                    <a:pt x="1423" y="4860"/>
                  </a:lnTo>
                  <a:lnTo>
                    <a:pt x="1502" y="4879"/>
                  </a:lnTo>
                  <a:lnTo>
                    <a:pt x="1502" y="4919"/>
                  </a:lnTo>
                  <a:lnTo>
                    <a:pt x="1482" y="4958"/>
                  </a:lnTo>
                  <a:lnTo>
                    <a:pt x="1383" y="4958"/>
                  </a:lnTo>
                  <a:lnTo>
                    <a:pt x="1364" y="4978"/>
                  </a:lnTo>
                  <a:lnTo>
                    <a:pt x="1364" y="4998"/>
                  </a:lnTo>
                  <a:lnTo>
                    <a:pt x="1304" y="4978"/>
                  </a:lnTo>
                  <a:lnTo>
                    <a:pt x="1265" y="4939"/>
                  </a:lnTo>
                  <a:lnTo>
                    <a:pt x="1245" y="4899"/>
                  </a:lnTo>
                  <a:lnTo>
                    <a:pt x="1206" y="4879"/>
                  </a:lnTo>
                  <a:lnTo>
                    <a:pt x="1225" y="5037"/>
                  </a:lnTo>
                  <a:lnTo>
                    <a:pt x="1186" y="5077"/>
                  </a:lnTo>
                  <a:lnTo>
                    <a:pt x="1166" y="5136"/>
                  </a:lnTo>
                  <a:lnTo>
                    <a:pt x="1146" y="5195"/>
                  </a:lnTo>
                  <a:lnTo>
                    <a:pt x="1107" y="5235"/>
                  </a:lnTo>
                  <a:lnTo>
                    <a:pt x="1107" y="5215"/>
                  </a:lnTo>
                  <a:lnTo>
                    <a:pt x="1087" y="5195"/>
                  </a:lnTo>
                  <a:lnTo>
                    <a:pt x="1067" y="5176"/>
                  </a:lnTo>
                  <a:lnTo>
                    <a:pt x="1087" y="5156"/>
                  </a:lnTo>
                  <a:lnTo>
                    <a:pt x="1107" y="5176"/>
                  </a:lnTo>
                  <a:lnTo>
                    <a:pt x="1127" y="5116"/>
                  </a:lnTo>
                  <a:lnTo>
                    <a:pt x="1127" y="5097"/>
                  </a:lnTo>
                  <a:lnTo>
                    <a:pt x="1107" y="5057"/>
                  </a:lnTo>
                  <a:lnTo>
                    <a:pt x="1087" y="5018"/>
                  </a:lnTo>
                  <a:lnTo>
                    <a:pt x="1067" y="5156"/>
                  </a:lnTo>
                  <a:lnTo>
                    <a:pt x="1048" y="5235"/>
                  </a:lnTo>
                  <a:lnTo>
                    <a:pt x="1008" y="5274"/>
                  </a:lnTo>
                  <a:lnTo>
                    <a:pt x="1048" y="5294"/>
                  </a:lnTo>
                  <a:lnTo>
                    <a:pt x="1048" y="5334"/>
                  </a:lnTo>
                  <a:lnTo>
                    <a:pt x="1048" y="5373"/>
                  </a:lnTo>
                  <a:lnTo>
                    <a:pt x="1067" y="5393"/>
                  </a:lnTo>
                  <a:lnTo>
                    <a:pt x="1048" y="5393"/>
                  </a:lnTo>
                  <a:lnTo>
                    <a:pt x="1067" y="5413"/>
                  </a:lnTo>
                  <a:lnTo>
                    <a:pt x="1087" y="5452"/>
                  </a:lnTo>
                  <a:lnTo>
                    <a:pt x="1087" y="5492"/>
                  </a:lnTo>
                  <a:lnTo>
                    <a:pt x="988" y="5472"/>
                  </a:lnTo>
                  <a:lnTo>
                    <a:pt x="988" y="5492"/>
                  </a:lnTo>
                  <a:lnTo>
                    <a:pt x="1028" y="5492"/>
                  </a:lnTo>
                  <a:lnTo>
                    <a:pt x="1048" y="5511"/>
                  </a:lnTo>
                  <a:lnTo>
                    <a:pt x="1028" y="5571"/>
                  </a:lnTo>
                  <a:lnTo>
                    <a:pt x="1008" y="5650"/>
                  </a:lnTo>
                  <a:lnTo>
                    <a:pt x="949" y="5709"/>
                  </a:lnTo>
                  <a:lnTo>
                    <a:pt x="909" y="5729"/>
                  </a:lnTo>
                  <a:lnTo>
                    <a:pt x="870" y="5729"/>
                  </a:lnTo>
                  <a:lnTo>
                    <a:pt x="870" y="5768"/>
                  </a:lnTo>
                  <a:lnTo>
                    <a:pt x="890" y="5808"/>
                  </a:lnTo>
                  <a:lnTo>
                    <a:pt x="890" y="5827"/>
                  </a:lnTo>
                  <a:lnTo>
                    <a:pt x="870" y="5867"/>
                  </a:lnTo>
                  <a:lnTo>
                    <a:pt x="830" y="5827"/>
                  </a:lnTo>
                  <a:lnTo>
                    <a:pt x="751" y="6025"/>
                  </a:lnTo>
                  <a:lnTo>
                    <a:pt x="692" y="6143"/>
                  </a:lnTo>
                  <a:lnTo>
                    <a:pt x="633" y="6222"/>
                  </a:lnTo>
                  <a:lnTo>
                    <a:pt x="613" y="6361"/>
                  </a:lnTo>
                  <a:lnTo>
                    <a:pt x="613" y="6440"/>
                  </a:lnTo>
                  <a:lnTo>
                    <a:pt x="633" y="6499"/>
                  </a:lnTo>
                  <a:lnTo>
                    <a:pt x="653" y="6479"/>
                  </a:lnTo>
                  <a:lnTo>
                    <a:pt x="672" y="6460"/>
                  </a:lnTo>
                  <a:lnTo>
                    <a:pt x="692" y="6440"/>
                  </a:lnTo>
                  <a:lnTo>
                    <a:pt x="732" y="6479"/>
                  </a:lnTo>
                  <a:lnTo>
                    <a:pt x="751" y="6519"/>
                  </a:lnTo>
                  <a:lnTo>
                    <a:pt x="751" y="6539"/>
                  </a:lnTo>
                  <a:lnTo>
                    <a:pt x="732" y="6598"/>
                  </a:lnTo>
                  <a:lnTo>
                    <a:pt x="692" y="6598"/>
                  </a:lnTo>
                  <a:lnTo>
                    <a:pt x="672" y="6618"/>
                  </a:lnTo>
                  <a:lnTo>
                    <a:pt x="653" y="6637"/>
                  </a:lnTo>
                  <a:lnTo>
                    <a:pt x="633" y="6598"/>
                  </a:lnTo>
                  <a:lnTo>
                    <a:pt x="593" y="6598"/>
                  </a:lnTo>
                  <a:lnTo>
                    <a:pt x="574" y="6618"/>
                  </a:lnTo>
                  <a:lnTo>
                    <a:pt x="554" y="6677"/>
                  </a:lnTo>
                  <a:lnTo>
                    <a:pt x="534" y="6716"/>
                  </a:lnTo>
                  <a:lnTo>
                    <a:pt x="514" y="6736"/>
                  </a:lnTo>
                  <a:lnTo>
                    <a:pt x="475" y="6736"/>
                  </a:lnTo>
                  <a:lnTo>
                    <a:pt x="495" y="6776"/>
                  </a:lnTo>
                  <a:lnTo>
                    <a:pt x="475" y="6815"/>
                  </a:lnTo>
                  <a:lnTo>
                    <a:pt x="475" y="6874"/>
                  </a:lnTo>
                  <a:lnTo>
                    <a:pt x="495" y="6934"/>
                  </a:lnTo>
                  <a:lnTo>
                    <a:pt x="455" y="6914"/>
                  </a:lnTo>
                  <a:lnTo>
                    <a:pt x="455" y="6894"/>
                  </a:lnTo>
                  <a:lnTo>
                    <a:pt x="455" y="6874"/>
                  </a:lnTo>
                  <a:lnTo>
                    <a:pt x="435" y="6855"/>
                  </a:lnTo>
                  <a:lnTo>
                    <a:pt x="435" y="6914"/>
                  </a:lnTo>
                  <a:lnTo>
                    <a:pt x="396" y="6894"/>
                  </a:lnTo>
                  <a:lnTo>
                    <a:pt x="376" y="6934"/>
                  </a:lnTo>
                  <a:lnTo>
                    <a:pt x="376" y="6953"/>
                  </a:lnTo>
                  <a:lnTo>
                    <a:pt x="416" y="7013"/>
                  </a:lnTo>
                  <a:lnTo>
                    <a:pt x="435" y="7072"/>
                  </a:lnTo>
                  <a:lnTo>
                    <a:pt x="455" y="7131"/>
                  </a:lnTo>
                  <a:lnTo>
                    <a:pt x="455" y="7171"/>
                  </a:lnTo>
                  <a:lnTo>
                    <a:pt x="376" y="7092"/>
                  </a:lnTo>
                  <a:lnTo>
                    <a:pt x="376" y="7131"/>
                  </a:lnTo>
                  <a:lnTo>
                    <a:pt x="396" y="7190"/>
                  </a:lnTo>
                  <a:lnTo>
                    <a:pt x="416" y="7250"/>
                  </a:lnTo>
                  <a:lnTo>
                    <a:pt x="416" y="7289"/>
                  </a:lnTo>
                  <a:lnTo>
                    <a:pt x="396" y="7289"/>
                  </a:lnTo>
                  <a:lnTo>
                    <a:pt x="396" y="7348"/>
                  </a:lnTo>
                  <a:lnTo>
                    <a:pt x="376" y="7329"/>
                  </a:lnTo>
                  <a:lnTo>
                    <a:pt x="416" y="7388"/>
                  </a:lnTo>
                  <a:lnTo>
                    <a:pt x="416" y="7447"/>
                  </a:lnTo>
                  <a:lnTo>
                    <a:pt x="416" y="7506"/>
                  </a:lnTo>
                  <a:lnTo>
                    <a:pt x="435" y="7546"/>
                  </a:lnTo>
                  <a:lnTo>
                    <a:pt x="356" y="7566"/>
                  </a:lnTo>
                  <a:lnTo>
                    <a:pt x="337" y="7585"/>
                  </a:lnTo>
                  <a:lnTo>
                    <a:pt x="356" y="7625"/>
                  </a:lnTo>
                  <a:lnTo>
                    <a:pt x="258" y="7585"/>
                  </a:lnTo>
                  <a:lnTo>
                    <a:pt x="277" y="7526"/>
                  </a:lnTo>
                  <a:lnTo>
                    <a:pt x="297" y="7526"/>
                  </a:lnTo>
                  <a:lnTo>
                    <a:pt x="337" y="7506"/>
                  </a:lnTo>
                  <a:lnTo>
                    <a:pt x="337" y="7447"/>
                  </a:lnTo>
                  <a:lnTo>
                    <a:pt x="277" y="7467"/>
                  </a:lnTo>
                  <a:lnTo>
                    <a:pt x="238" y="7506"/>
                  </a:lnTo>
                  <a:lnTo>
                    <a:pt x="159" y="7605"/>
                  </a:lnTo>
                  <a:lnTo>
                    <a:pt x="100" y="7724"/>
                  </a:lnTo>
                  <a:lnTo>
                    <a:pt x="60" y="7842"/>
                  </a:lnTo>
                  <a:lnTo>
                    <a:pt x="60" y="7901"/>
                  </a:lnTo>
                  <a:lnTo>
                    <a:pt x="40" y="7980"/>
                  </a:lnTo>
                  <a:lnTo>
                    <a:pt x="1" y="8040"/>
                  </a:lnTo>
                  <a:lnTo>
                    <a:pt x="1" y="8119"/>
                  </a:lnTo>
                  <a:lnTo>
                    <a:pt x="1265" y="8790"/>
                  </a:lnTo>
                  <a:lnTo>
                    <a:pt x="1383" y="8652"/>
                  </a:lnTo>
                  <a:lnTo>
                    <a:pt x="1423" y="8593"/>
                  </a:lnTo>
                  <a:lnTo>
                    <a:pt x="1423" y="8514"/>
                  </a:lnTo>
                  <a:lnTo>
                    <a:pt x="1304" y="8533"/>
                  </a:lnTo>
                  <a:lnTo>
                    <a:pt x="1383" y="8593"/>
                  </a:lnTo>
                  <a:lnTo>
                    <a:pt x="1324" y="8593"/>
                  </a:lnTo>
                  <a:lnTo>
                    <a:pt x="1265" y="8553"/>
                  </a:lnTo>
                  <a:lnTo>
                    <a:pt x="1166" y="8454"/>
                  </a:lnTo>
                  <a:lnTo>
                    <a:pt x="1186" y="8454"/>
                  </a:lnTo>
                  <a:lnTo>
                    <a:pt x="1206" y="8415"/>
                  </a:lnTo>
                  <a:lnTo>
                    <a:pt x="1245" y="8415"/>
                  </a:lnTo>
                  <a:lnTo>
                    <a:pt x="1245" y="8336"/>
                  </a:lnTo>
                  <a:lnTo>
                    <a:pt x="1206" y="8336"/>
                  </a:lnTo>
                  <a:lnTo>
                    <a:pt x="1206" y="8356"/>
                  </a:lnTo>
                  <a:lnTo>
                    <a:pt x="1186" y="8356"/>
                  </a:lnTo>
                  <a:lnTo>
                    <a:pt x="1166" y="8336"/>
                  </a:lnTo>
                  <a:lnTo>
                    <a:pt x="1225" y="8277"/>
                  </a:lnTo>
                  <a:lnTo>
                    <a:pt x="1265" y="8277"/>
                  </a:lnTo>
                  <a:lnTo>
                    <a:pt x="1285" y="8316"/>
                  </a:lnTo>
                  <a:lnTo>
                    <a:pt x="1285" y="8277"/>
                  </a:lnTo>
                  <a:lnTo>
                    <a:pt x="1285" y="8237"/>
                  </a:lnTo>
                  <a:lnTo>
                    <a:pt x="1285" y="8198"/>
                  </a:lnTo>
                  <a:lnTo>
                    <a:pt x="1245" y="8198"/>
                  </a:lnTo>
                  <a:lnTo>
                    <a:pt x="1265" y="8178"/>
                  </a:lnTo>
                  <a:lnTo>
                    <a:pt x="1304" y="8198"/>
                  </a:lnTo>
                  <a:lnTo>
                    <a:pt x="1364" y="8277"/>
                  </a:lnTo>
                  <a:lnTo>
                    <a:pt x="1403" y="8257"/>
                  </a:lnTo>
                  <a:lnTo>
                    <a:pt x="1423" y="8257"/>
                  </a:lnTo>
                  <a:lnTo>
                    <a:pt x="1482" y="8296"/>
                  </a:lnTo>
                  <a:lnTo>
                    <a:pt x="1502" y="8217"/>
                  </a:lnTo>
                  <a:lnTo>
                    <a:pt x="1541" y="8237"/>
                  </a:lnTo>
                  <a:lnTo>
                    <a:pt x="1561" y="8277"/>
                  </a:lnTo>
                  <a:lnTo>
                    <a:pt x="1581" y="8237"/>
                  </a:lnTo>
                  <a:lnTo>
                    <a:pt x="1581" y="8198"/>
                  </a:lnTo>
                  <a:lnTo>
                    <a:pt x="1581" y="8178"/>
                  </a:lnTo>
                  <a:lnTo>
                    <a:pt x="1620" y="8158"/>
                  </a:lnTo>
                  <a:lnTo>
                    <a:pt x="1561" y="8099"/>
                  </a:lnTo>
                  <a:lnTo>
                    <a:pt x="1680" y="8000"/>
                  </a:lnTo>
                  <a:lnTo>
                    <a:pt x="1739" y="7882"/>
                  </a:lnTo>
                  <a:lnTo>
                    <a:pt x="1680" y="7882"/>
                  </a:lnTo>
                  <a:lnTo>
                    <a:pt x="1660" y="7842"/>
                  </a:lnTo>
                  <a:lnTo>
                    <a:pt x="1680" y="7822"/>
                  </a:lnTo>
                  <a:lnTo>
                    <a:pt x="1719" y="7803"/>
                  </a:lnTo>
                  <a:lnTo>
                    <a:pt x="1778" y="7763"/>
                  </a:lnTo>
                  <a:lnTo>
                    <a:pt x="1798" y="7743"/>
                  </a:lnTo>
                  <a:lnTo>
                    <a:pt x="1798" y="7704"/>
                  </a:lnTo>
                  <a:lnTo>
                    <a:pt x="1798" y="7645"/>
                  </a:lnTo>
                  <a:lnTo>
                    <a:pt x="1798" y="7585"/>
                  </a:lnTo>
                  <a:lnTo>
                    <a:pt x="1759" y="7546"/>
                  </a:lnTo>
                  <a:lnTo>
                    <a:pt x="1719" y="7526"/>
                  </a:lnTo>
                  <a:lnTo>
                    <a:pt x="1719" y="7506"/>
                  </a:lnTo>
                  <a:lnTo>
                    <a:pt x="1739" y="7487"/>
                  </a:lnTo>
                  <a:lnTo>
                    <a:pt x="1798" y="7487"/>
                  </a:lnTo>
                  <a:lnTo>
                    <a:pt x="1739" y="7368"/>
                  </a:lnTo>
                  <a:lnTo>
                    <a:pt x="1739" y="7329"/>
                  </a:lnTo>
                  <a:lnTo>
                    <a:pt x="1759" y="7309"/>
                  </a:lnTo>
                  <a:lnTo>
                    <a:pt x="1778" y="7289"/>
                  </a:lnTo>
                  <a:lnTo>
                    <a:pt x="1798" y="7408"/>
                  </a:lnTo>
                  <a:lnTo>
                    <a:pt x="1838" y="7408"/>
                  </a:lnTo>
                  <a:lnTo>
                    <a:pt x="1858" y="7368"/>
                  </a:lnTo>
                  <a:lnTo>
                    <a:pt x="1877" y="7309"/>
                  </a:lnTo>
                  <a:lnTo>
                    <a:pt x="1917" y="7269"/>
                  </a:lnTo>
                  <a:lnTo>
                    <a:pt x="1858" y="7131"/>
                  </a:lnTo>
                  <a:lnTo>
                    <a:pt x="1798" y="6953"/>
                  </a:lnTo>
                  <a:lnTo>
                    <a:pt x="1739" y="6934"/>
                  </a:lnTo>
                  <a:lnTo>
                    <a:pt x="1680" y="6914"/>
                  </a:lnTo>
                  <a:lnTo>
                    <a:pt x="1620" y="6874"/>
                  </a:lnTo>
                  <a:lnTo>
                    <a:pt x="1581" y="6815"/>
                  </a:lnTo>
                  <a:lnTo>
                    <a:pt x="1620" y="6815"/>
                  </a:lnTo>
                  <a:lnTo>
                    <a:pt x="1640" y="6795"/>
                  </a:lnTo>
                  <a:lnTo>
                    <a:pt x="1680" y="6756"/>
                  </a:lnTo>
                  <a:lnTo>
                    <a:pt x="1719" y="6716"/>
                  </a:lnTo>
                  <a:lnTo>
                    <a:pt x="1759" y="6736"/>
                  </a:lnTo>
                  <a:lnTo>
                    <a:pt x="1818" y="6716"/>
                  </a:lnTo>
                  <a:lnTo>
                    <a:pt x="1858" y="6736"/>
                  </a:lnTo>
                  <a:lnTo>
                    <a:pt x="1858" y="6776"/>
                  </a:lnTo>
                  <a:lnTo>
                    <a:pt x="1798" y="6776"/>
                  </a:lnTo>
                  <a:lnTo>
                    <a:pt x="1759" y="6795"/>
                  </a:lnTo>
                  <a:lnTo>
                    <a:pt x="1759" y="6815"/>
                  </a:lnTo>
                  <a:lnTo>
                    <a:pt x="1858" y="6795"/>
                  </a:lnTo>
                  <a:lnTo>
                    <a:pt x="1976" y="6736"/>
                  </a:lnTo>
                  <a:lnTo>
                    <a:pt x="2016" y="6776"/>
                  </a:lnTo>
                  <a:lnTo>
                    <a:pt x="2016" y="6835"/>
                  </a:lnTo>
                  <a:lnTo>
                    <a:pt x="1976" y="6815"/>
                  </a:lnTo>
                  <a:lnTo>
                    <a:pt x="1956" y="6815"/>
                  </a:lnTo>
                  <a:lnTo>
                    <a:pt x="1956" y="6855"/>
                  </a:lnTo>
                  <a:lnTo>
                    <a:pt x="1976" y="6874"/>
                  </a:lnTo>
                  <a:lnTo>
                    <a:pt x="2035" y="6874"/>
                  </a:lnTo>
                  <a:lnTo>
                    <a:pt x="2095" y="6855"/>
                  </a:lnTo>
                  <a:lnTo>
                    <a:pt x="2134" y="6874"/>
                  </a:lnTo>
                  <a:lnTo>
                    <a:pt x="2134" y="6815"/>
                  </a:lnTo>
                  <a:lnTo>
                    <a:pt x="2134" y="6795"/>
                  </a:lnTo>
                  <a:lnTo>
                    <a:pt x="2114" y="6795"/>
                  </a:lnTo>
                  <a:lnTo>
                    <a:pt x="2154" y="6776"/>
                  </a:lnTo>
                  <a:lnTo>
                    <a:pt x="2174" y="6756"/>
                  </a:lnTo>
                  <a:lnTo>
                    <a:pt x="2174" y="6677"/>
                  </a:lnTo>
                  <a:lnTo>
                    <a:pt x="2174" y="6618"/>
                  </a:lnTo>
                  <a:lnTo>
                    <a:pt x="2193" y="6578"/>
                  </a:lnTo>
                  <a:lnTo>
                    <a:pt x="2233" y="6558"/>
                  </a:lnTo>
                  <a:lnTo>
                    <a:pt x="2174" y="6558"/>
                  </a:lnTo>
                  <a:lnTo>
                    <a:pt x="2154" y="6519"/>
                  </a:lnTo>
                  <a:lnTo>
                    <a:pt x="2174" y="6479"/>
                  </a:lnTo>
                  <a:lnTo>
                    <a:pt x="2193" y="6479"/>
                  </a:lnTo>
                  <a:lnTo>
                    <a:pt x="2253" y="6460"/>
                  </a:lnTo>
                  <a:lnTo>
                    <a:pt x="2253" y="6420"/>
                  </a:lnTo>
                  <a:lnTo>
                    <a:pt x="2233" y="6381"/>
                  </a:lnTo>
                  <a:lnTo>
                    <a:pt x="2253" y="6341"/>
                  </a:lnTo>
                  <a:lnTo>
                    <a:pt x="2253" y="6321"/>
                  </a:lnTo>
                  <a:lnTo>
                    <a:pt x="2233" y="6321"/>
                  </a:lnTo>
                  <a:lnTo>
                    <a:pt x="2174" y="6301"/>
                  </a:lnTo>
                  <a:lnTo>
                    <a:pt x="2114" y="6301"/>
                  </a:lnTo>
                  <a:lnTo>
                    <a:pt x="2095" y="6282"/>
                  </a:lnTo>
                  <a:lnTo>
                    <a:pt x="2095" y="6262"/>
                  </a:lnTo>
                  <a:lnTo>
                    <a:pt x="2055" y="6203"/>
                  </a:lnTo>
                  <a:lnTo>
                    <a:pt x="2075" y="6163"/>
                  </a:lnTo>
                  <a:lnTo>
                    <a:pt x="2095" y="6143"/>
                  </a:lnTo>
                  <a:lnTo>
                    <a:pt x="2114" y="6104"/>
                  </a:lnTo>
                  <a:lnTo>
                    <a:pt x="2154" y="6104"/>
                  </a:lnTo>
                  <a:lnTo>
                    <a:pt x="2154" y="6124"/>
                  </a:lnTo>
                  <a:lnTo>
                    <a:pt x="2134" y="6163"/>
                  </a:lnTo>
                  <a:lnTo>
                    <a:pt x="2154" y="6203"/>
                  </a:lnTo>
                  <a:lnTo>
                    <a:pt x="2174" y="6025"/>
                  </a:lnTo>
                  <a:lnTo>
                    <a:pt x="2213" y="6025"/>
                  </a:lnTo>
                  <a:lnTo>
                    <a:pt x="2233" y="6045"/>
                  </a:lnTo>
                  <a:lnTo>
                    <a:pt x="2233" y="6084"/>
                  </a:lnTo>
                  <a:lnTo>
                    <a:pt x="2213" y="6124"/>
                  </a:lnTo>
                  <a:lnTo>
                    <a:pt x="2253" y="6084"/>
                  </a:lnTo>
                  <a:lnTo>
                    <a:pt x="2272" y="6025"/>
                  </a:lnTo>
                  <a:lnTo>
                    <a:pt x="2253" y="5985"/>
                  </a:lnTo>
                  <a:lnTo>
                    <a:pt x="2213" y="5926"/>
                  </a:lnTo>
                  <a:lnTo>
                    <a:pt x="2253" y="5887"/>
                  </a:lnTo>
                  <a:lnTo>
                    <a:pt x="2292" y="5847"/>
                  </a:lnTo>
                  <a:lnTo>
                    <a:pt x="2312" y="5887"/>
                  </a:lnTo>
                  <a:lnTo>
                    <a:pt x="2371" y="5926"/>
                  </a:lnTo>
                  <a:lnTo>
                    <a:pt x="2411" y="5966"/>
                  </a:lnTo>
                  <a:lnTo>
                    <a:pt x="2430" y="6005"/>
                  </a:lnTo>
                  <a:lnTo>
                    <a:pt x="2411" y="6045"/>
                  </a:lnTo>
                  <a:lnTo>
                    <a:pt x="2391" y="6045"/>
                  </a:lnTo>
                  <a:lnTo>
                    <a:pt x="2371" y="6025"/>
                  </a:lnTo>
                  <a:lnTo>
                    <a:pt x="2332" y="6005"/>
                  </a:lnTo>
                  <a:lnTo>
                    <a:pt x="2312" y="6005"/>
                  </a:lnTo>
                  <a:lnTo>
                    <a:pt x="2292" y="6025"/>
                  </a:lnTo>
                  <a:lnTo>
                    <a:pt x="2371" y="6045"/>
                  </a:lnTo>
                  <a:lnTo>
                    <a:pt x="2351" y="6064"/>
                  </a:lnTo>
                  <a:lnTo>
                    <a:pt x="2332" y="6104"/>
                  </a:lnTo>
                  <a:lnTo>
                    <a:pt x="2351" y="6163"/>
                  </a:lnTo>
                  <a:lnTo>
                    <a:pt x="2312" y="6163"/>
                  </a:lnTo>
                  <a:lnTo>
                    <a:pt x="2312" y="6124"/>
                  </a:lnTo>
                  <a:lnTo>
                    <a:pt x="2272" y="6222"/>
                  </a:lnTo>
                  <a:lnTo>
                    <a:pt x="2272" y="6262"/>
                  </a:lnTo>
                  <a:lnTo>
                    <a:pt x="2292" y="6321"/>
                  </a:lnTo>
                  <a:lnTo>
                    <a:pt x="2332" y="6301"/>
                  </a:lnTo>
                  <a:lnTo>
                    <a:pt x="2351" y="6262"/>
                  </a:lnTo>
                  <a:lnTo>
                    <a:pt x="2371" y="6183"/>
                  </a:lnTo>
                  <a:lnTo>
                    <a:pt x="2411" y="6104"/>
                  </a:lnTo>
                  <a:lnTo>
                    <a:pt x="2430" y="6084"/>
                  </a:lnTo>
                  <a:lnTo>
                    <a:pt x="2470" y="6064"/>
                  </a:lnTo>
                  <a:lnTo>
                    <a:pt x="2430" y="5847"/>
                  </a:lnTo>
                  <a:lnTo>
                    <a:pt x="2332" y="5847"/>
                  </a:lnTo>
                  <a:lnTo>
                    <a:pt x="2292" y="5808"/>
                  </a:lnTo>
                  <a:lnTo>
                    <a:pt x="2351" y="5808"/>
                  </a:lnTo>
                  <a:lnTo>
                    <a:pt x="2411" y="5788"/>
                  </a:lnTo>
                  <a:lnTo>
                    <a:pt x="2450" y="5748"/>
                  </a:lnTo>
                  <a:lnTo>
                    <a:pt x="2490" y="5709"/>
                  </a:lnTo>
                  <a:lnTo>
                    <a:pt x="2470" y="5709"/>
                  </a:lnTo>
                  <a:lnTo>
                    <a:pt x="2450" y="5689"/>
                  </a:lnTo>
                  <a:lnTo>
                    <a:pt x="2430" y="5630"/>
                  </a:lnTo>
                  <a:lnTo>
                    <a:pt x="2411" y="5590"/>
                  </a:lnTo>
                  <a:lnTo>
                    <a:pt x="2391" y="5571"/>
                  </a:lnTo>
                  <a:lnTo>
                    <a:pt x="2371" y="5571"/>
                  </a:lnTo>
                  <a:lnTo>
                    <a:pt x="2371" y="5590"/>
                  </a:lnTo>
                  <a:lnTo>
                    <a:pt x="2351" y="5610"/>
                  </a:lnTo>
                  <a:lnTo>
                    <a:pt x="2312" y="5610"/>
                  </a:lnTo>
                  <a:lnTo>
                    <a:pt x="2312" y="5571"/>
                  </a:lnTo>
                  <a:lnTo>
                    <a:pt x="2272" y="5551"/>
                  </a:lnTo>
                  <a:lnTo>
                    <a:pt x="2253" y="5551"/>
                  </a:lnTo>
                  <a:lnTo>
                    <a:pt x="2233" y="5531"/>
                  </a:lnTo>
                  <a:lnTo>
                    <a:pt x="2272" y="5472"/>
                  </a:lnTo>
                  <a:lnTo>
                    <a:pt x="2312" y="5492"/>
                  </a:lnTo>
                  <a:lnTo>
                    <a:pt x="2332" y="5492"/>
                  </a:lnTo>
                  <a:lnTo>
                    <a:pt x="2371" y="5452"/>
                  </a:lnTo>
                  <a:lnTo>
                    <a:pt x="2450" y="5551"/>
                  </a:lnTo>
                  <a:lnTo>
                    <a:pt x="2430" y="5373"/>
                  </a:lnTo>
                  <a:lnTo>
                    <a:pt x="2430" y="5255"/>
                  </a:lnTo>
                  <a:lnTo>
                    <a:pt x="2450" y="5156"/>
                  </a:lnTo>
                  <a:lnTo>
                    <a:pt x="2470" y="5195"/>
                  </a:lnTo>
                  <a:lnTo>
                    <a:pt x="2509" y="5235"/>
                  </a:lnTo>
                  <a:lnTo>
                    <a:pt x="2529" y="5314"/>
                  </a:lnTo>
                  <a:lnTo>
                    <a:pt x="2529" y="5353"/>
                  </a:lnTo>
                  <a:lnTo>
                    <a:pt x="2549" y="5393"/>
                  </a:lnTo>
                  <a:lnTo>
                    <a:pt x="2588" y="5413"/>
                  </a:lnTo>
                  <a:lnTo>
                    <a:pt x="2628" y="5432"/>
                  </a:lnTo>
                  <a:lnTo>
                    <a:pt x="2628" y="5393"/>
                  </a:lnTo>
                  <a:lnTo>
                    <a:pt x="2608" y="5353"/>
                  </a:lnTo>
                  <a:lnTo>
                    <a:pt x="2588" y="5334"/>
                  </a:lnTo>
                  <a:lnTo>
                    <a:pt x="2608" y="5294"/>
                  </a:lnTo>
                  <a:lnTo>
                    <a:pt x="2628" y="5294"/>
                  </a:lnTo>
                  <a:lnTo>
                    <a:pt x="2648" y="5274"/>
                  </a:lnTo>
                  <a:lnTo>
                    <a:pt x="2687" y="5215"/>
                  </a:lnTo>
                  <a:lnTo>
                    <a:pt x="2687" y="5136"/>
                  </a:lnTo>
                  <a:lnTo>
                    <a:pt x="2707" y="5077"/>
                  </a:lnTo>
                  <a:lnTo>
                    <a:pt x="2648" y="5097"/>
                  </a:lnTo>
                  <a:lnTo>
                    <a:pt x="2648" y="5057"/>
                  </a:lnTo>
                  <a:lnTo>
                    <a:pt x="2648" y="5037"/>
                  </a:lnTo>
                  <a:lnTo>
                    <a:pt x="2687" y="4978"/>
                  </a:lnTo>
                  <a:lnTo>
                    <a:pt x="2707" y="4998"/>
                  </a:lnTo>
                  <a:lnTo>
                    <a:pt x="2707" y="4939"/>
                  </a:lnTo>
                  <a:lnTo>
                    <a:pt x="2707" y="4899"/>
                  </a:lnTo>
                  <a:lnTo>
                    <a:pt x="2727" y="4840"/>
                  </a:lnTo>
                  <a:lnTo>
                    <a:pt x="2766" y="4781"/>
                  </a:lnTo>
                  <a:lnTo>
                    <a:pt x="2766" y="4721"/>
                  </a:lnTo>
                  <a:lnTo>
                    <a:pt x="2746" y="4721"/>
                  </a:lnTo>
                  <a:lnTo>
                    <a:pt x="2727" y="4741"/>
                  </a:lnTo>
                  <a:lnTo>
                    <a:pt x="2727" y="4781"/>
                  </a:lnTo>
                  <a:lnTo>
                    <a:pt x="2727" y="4820"/>
                  </a:lnTo>
                  <a:lnTo>
                    <a:pt x="2667" y="4840"/>
                  </a:lnTo>
                  <a:lnTo>
                    <a:pt x="2648" y="4860"/>
                  </a:lnTo>
                  <a:lnTo>
                    <a:pt x="2608" y="4840"/>
                  </a:lnTo>
                  <a:lnTo>
                    <a:pt x="2628" y="4761"/>
                  </a:lnTo>
                  <a:lnTo>
                    <a:pt x="2628" y="4682"/>
                  </a:lnTo>
                  <a:lnTo>
                    <a:pt x="2628" y="4623"/>
                  </a:lnTo>
                  <a:lnTo>
                    <a:pt x="2648" y="4544"/>
                  </a:lnTo>
                  <a:lnTo>
                    <a:pt x="2608" y="4563"/>
                  </a:lnTo>
                  <a:lnTo>
                    <a:pt x="2588" y="4524"/>
                  </a:lnTo>
                  <a:lnTo>
                    <a:pt x="2608" y="4504"/>
                  </a:lnTo>
                  <a:lnTo>
                    <a:pt x="2628" y="4425"/>
                  </a:lnTo>
                  <a:lnTo>
                    <a:pt x="2667" y="4405"/>
                  </a:lnTo>
                  <a:lnTo>
                    <a:pt x="2687" y="4405"/>
                  </a:lnTo>
                  <a:lnTo>
                    <a:pt x="2707" y="4445"/>
                  </a:lnTo>
                  <a:lnTo>
                    <a:pt x="2727" y="4484"/>
                  </a:lnTo>
                  <a:lnTo>
                    <a:pt x="2746" y="4504"/>
                  </a:lnTo>
                  <a:lnTo>
                    <a:pt x="2766" y="4484"/>
                  </a:lnTo>
                  <a:lnTo>
                    <a:pt x="2766" y="4524"/>
                  </a:lnTo>
                  <a:lnTo>
                    <a:pt x="2766" y="4563"/>
                  </a:lnTo>
                  <a:lnTo>
                    <a:pt x="2766" y="4603"/>
                  </a:lnTo>
                  <a:lnTo>
                    <a:pt x="2786" y="4623"/>
                  </a:lnTo>
                  <a:lnTo>
                    <a:pt x="2904" y="4603"/>
                  </a:lnTo>
                  <a:lnTo>
                    <a:pt x="2904" y="4563"/>
                  </a:lnTo>
                  <a:lnTo>
                    <a:pt x="2924" y="4544"/>
                  </a:lnTo>
                  <a:lnTo>
                    <a:pt x="2964" y="4504"/>
                  </a:lnTo>
                  <a:lnTo>
                    <a:pt x="2983" y="4484"/>
                  </a:lnTo>
                  <a:lnTo>
                    <a:pt x="2924" y="4504"/>
                  </a:lnTo>
                  <a:lnTo>
                    <a:pt x="2904" y="4484"/>
                  </a:lnTo>
                  <a:lnTo>
                    <a:pt x="2904" y="4465"/>
                  </a:lnTo>
                  <a:lnTo>
                    <a:pt x="2944" y="4445"/>
                  </a:lnTo>
                  <a:lnTo>
                    <a:pt x="2825" y="4425"/>
                  </a:lnTo>
                  <a:lnTo>
                    <a:pt x="2806" y="4465"/>
                  </a:lnTo>
                  <a:lnTo>
                    <a:pt x="2825" y="4504"/>
                  </a:lnTo>
                  <a:lnTo>
                    <a:pt x="2825" y="4544"/>
                  </a:lnTo>
                  <a:lnTo>
                    <a:pt x="2786" y="4563"/>
                  </a:lnTo>
                  <a:lnTo>
                    <a:pt x="2786" y="4484"/>
                  </a:lnTo>
                  <a:lnTo>
                    <a:pt x="2746" y="4445"/>
                  </a:lnTo>
                  <a:lnTo>
                    <a:pt x="2727" y="4386"/>
                  </a:lnTo>
                  <a:lnTo>
                    <a:pt x="2746" y="4326"/>
                  </a:lnTo>
                  <a:lnTo>
                    <a:pt x="2766" y="4326"/>
                  </a:lnTo>
                  <a:lnTo>
                    <a:pt x="2766" y="4346"/>
                  </a:lnTo>
                  <a:lnTo>
                    <a:pt x="2766" y="4366"/>
                  </a:lnTo>
                  <a:lnTo>
                    <a:pt x="2786" y="4346"/>
                  </a:lnTo>
                  <a:lnTo>
                    <a:pt x="2786" y="4307"/>
                  </a:lnTo>
                  <a:lnTo>
                    <a:pt x="2786" y="4267"/>
                  </a:lnTo>
                  <a:lnTo>
                    <a:pt x="2806" y="4228"/>
                  </a:lnTo>
                  <a:lnTo>
                    <a:pt x="2845" y="4307"/>
                  </a:lnTo>
                  <a:lnTo>
                    <a:pt x="2865" y="4326"/>
                  </a:lnTo>
                  <a:lnTo>
                    <a:pt x="2904" y="4326"/>
                  </a:lnTo>
                  <a:lnTo>
                    <a:pt x="2845" y="4267"/>
                  </a:lnTo>
                  <a:lnTo>
                    <a:pt x="2885" y="4247"/>
                  </a:lnTo>
                  <a:lnTo>
                    <a:pt x="2904" y="4247"/>
                  </a:lnTo>
                  <a:lnTo>
                    <a:pt x="2904" y="4228"/>
                  </a:lnTo>
                  <a:lnTo>
                    <a:pt x="2885" y="4228"/>
                  </a:lnTo>
                  <a:lnTo>
                    <a:pt x="2865" y="4208"/>
                  </a:lnTo>
                  <a:lnTo>
                    <a:pt x="2865" y="4168"/>
                  </a:lnTo>
                  <a:lnTo>
                    <a:pt x="2924" y="4168"/>
                  </a:lnTo>
                  <a:lnTo>
                    <a:pt x="2944" y="4129"/>
                  </a:lnTo>
                  <a:lnTo>
                    <a:pt x="2924" y="4109"/>
                  </a:lnTo>
                  <a:lnTo>
                    <a:pt x="2924" y="4089"/>
                  </a:lnTo>
                  <a:lnTo>
                    <a:pt x="2904" y="4030"/>
                  </a:lnTo>
                  <a:lnTo>
                    <a:pt x="2885" y="4050"/>
                  </a:lnTo>
                  <a:lnTo>
                    <a:pt x="2865" y="4070"/>
                  </a:lnTo>
                  <a:lnTo>
                    <a:pt x="2825" y="4070"/>
                  </a:lnTo>
                  <a:lnTo>
                    <a:pt x="2786" y="4030"/>
                  </a:lnTo>
                  <a:lnTo>
                    <a:pt x="2766" y="3991"/>
                  </a:lnTo>
                  <a:lnTo>
                    <a:pt x="2806" y="3911"/>
                  </a:lnTo>
                  <a:lnTo>
                    <a:pt x="2806" y="3852"/>
                  </a:lnTo>
                  <a:lnTo>
                    <a:pt x="2845" y="3813"/>
                  </a:lnTo>
                  <a:lnTo>
                    <a:pt x="2904" y="3793"/>
                  </a:lnTo>
                  <a:lnTo>
                    <a:pt x="2865" y="3734"/>
                  </a:lnTo>
                  <a:lnTo>
                    <a:pt x="2904" y="3753"/>
                  </a:lnTo>
                  <a:lnTo>
                    <a:pt x="2924" y="3714"/>
                  </a:lnTo>
                  <a:lnTo>
                    <a:pt x="2944" y="3655"/>
                  </a:lnTo>
                  <a:lnTo>
                    <a:pt x="2964" y="3674"/>
                  </a:lnTo>
                  <a:lnTo>
                    <a:pt x="2983" y="3694"/>
                  </a:lnTo>
                  <a:lnTo>
                    <a:pt x="2964" y="3734"/>
                  </a:lnTo>
                  <a:lnTo>
                    <a:pt x="2964" y="3793"/>
                  </a:lnTo>
                  <a:lnTo>
                    <a:pt x="2983" y="3832"/>
                  </a:lnTo>
                  <a:lnTo>
                    <a:pt x="3023" y="3852"/>
                  </a:lnTo>
                  <a:lnTo>
                    <a:pt x="3043" y="3832"/>
                  </a:lnTo>
                  <a:lnTo>
                    <a:pt x="3062" y="3832"/>
                  </a:lnTo>
                  <a:lnTo>
                    <a:pt x="3122" y="3872"/>
                  </a:lnTo>
                  <a:lnTo>
                    <a:pt x="3102" y="3832"/>
                  </a:lnTo>
                  <a:lnTo>
                    <a:pt x="3082" y="3813"/>
                  </a:lnTo>
                  <a:lnTo>
                    <a:pt x="3023" y="3793"/>
                  </a:lnTo>
                  <a:lnTo>
                    <a:pt x="2983" y="3753"/>
                  </a:lnTo>
                  <a:lnTo>
                    <a:pt x="3023" y="3753"/>
                  </a:lnTo>
                  <a:lnTo>
                    <a:pt x="3043" y="3714"/>
                  </a:lnTo>
                  <a:lnTo>
                    <a:pt x="3062" y="3694"/>
                  </a:lnTo>
                  <a:lnTo>
                    <a:pt x="3102" y="3714"/>
                  </a:lnTo>
                  <a:lnTo>
                    <a:pt x="3102" y="3674"/>
                  </a:lnTo>
                  <a:lnTo>
                    <a:pt x="3082" y="3655"/>
                  </a:lnTo>
                  <a:lnTo>
                    <a:pt x="3082" y="3615"/>
                  </a:lnTo>
                  <a:lnTo>
                    <a:pt x="3082" y="3595"/>
                  </a:lnTo>
                  <a:lnTo>
                    <a:pt x="3201" y="3655"/>
                  </a:lnTo>
                  <a:lnTo>
                    <a:pt x="3181" y="3635"/>
                  </a:lnTo>
                  <a:lnTo>
                    <a:pt x="3201" y="3615"/>
                  </a:lnTo>
                  <a:lnTo>
                    <a:pt x="3240" y="3595"/>
                  </a:lnTo>
                  <a:lnTo>
                    <a:pt x="3201" y="3576"/>
                  </a:lnTo>
                  <a:lnTo>
                    <a:pt x="3181" y="3576"/>
                  </a:lnTo>
                  <a:lnTo>
                    <a:pt x="3181" y="3595"/>
                  </a:lnTo>
                  <a:lnTo>
                    <a:pt x="3161" y="3576"/>
                  </a:lnTo>
                  <a:lnTo>
                    <a:pt x="3161" y="3556"/>
                  </a:lnTo>
                  <a:lnTo>
                    <a:pt x="3161" y="3516"/>
                  </a:lnTo>
                  <a:lnTo>
                    <a:pt x="3181" y="3497"/>
                  </a:lnTo>
                  <a:lnTo>
                    <a:pt x="3181" y="3477"/>
                  </a:lnTo>
                  <a:lnTo>
                    <a:pt x="3201" y="3457"/>
                  </a:lnTo>
                  <a:lnTo>
                    <a:pt x="3220" y="3418"/>
                  </a:lnTo>
                  <a:lnTo>
                    <a:pt x="3240" y="3378"/>
                  </a:lnTo>
                  <a:lnTo>
                    <a:pt x="3280" y="3339"/>
                  </a:lnTo>
                  <a:lnTo>
                    <a:pt x="3220" y="3319"/>
                  </a:lnTo>
                  <a:lnTo>
                    <a:pt x="3201" y="3319"/>
                  </a:lnTo>
                  <a:lnTo>
                    <a:pt x="3201" y="3339"/>
                  </a:lnTo>
                  <a:lnTo>
                    <a:pt x="3201" y="3358"/>
                  </a:lnTo>
                  <a:lnTo>
                    <a:pt x="3201" y="3398"/>
                  </a:lnTo>
                  <a:lnTo>
                    <a:pt x="3201" y="3418"/>
                  </a:lnTo>
                  <a:lnTo>
                    <a:pt x="3141" y="3418"/>
                  </a:lnTo>
                  <a:lnTo>
                    <a:pt x="3141" y="3339"/>
                  </a:lnTo>
                  <a:lnTo>
                    <a:pt x="3181" y="3240"/>
                  </a:lnTo>
                  <a:lnTo>
                    <a:pt x="3201" y="3141"/>
                  </a:lnTo>
                  <a:lnTo>
                    <a:pt x="3220" y="3102"/>
                  </a:lnTo>
                  <a:lnTo>
                    <a:pt x="3201" y="3042"/>
                  </a:lnTo>
                  <a:lnTo>
                    <a:pt x="3260" y="3023"/>
                  </a:lnTo>
                  <a:lnTo>
                    <a:pt x="3280" y="3023"/>
                  </a:lnTo>
                  <a:lnTo>
                    <a:pt x="3299" y="3062"/>
                  </a:lnTo>
                  <a:lnTo>
                    <a:pt x="3339" y="3082"/>
                  </a:lnTo>
                  <a:lnTo>
                    <a:pt x="3339" y="3141"/>
                  </a:lnTo>
                  <a:lnTo>
                    <a:pt x="3319" y="3181"/>
                  </a:lnTo>
                  <a:lnTo>
                    <a:pt x="3280" y="3220"/>
                  </a:lnTo>
                  <a:lnTo>
                    <a:pt x="3280" y="3260"/>
                  </a:lnTo>
                  <a:lnTo>
                    <a:pt x="3319" y="3200"/>
                  </a:lnTo>
                  <a:lnTo>
                    <a:pt x="3359" y="3121"/>
                  </a:lnTo>
                  <a:lnTo>
                    <a:pt x="3359" y="3042"/>
                  </a:lnTo>
                  <a:lnTo>
                    <a:pt x="3359" y="2983"/>
                  </a:lnTo>
                  <a:lnTo>
                    <a:pt x="3378" y="2944"/>
                  </a:lnTo>
                  <a:lnTo>
                    <a:pt x="3398" y="2944"/>
                  </a:lnTo>
                  <a:lnTo>
                    <a:pt x="3477" y="2924"/>
                  </a:lnTo>
                  <a:lnTo>
                    <a:pt x="3536" y="2884"/>
                  </a:lnTo>
                  <a:lnTo>
                    <a:pt x="3556" y="2865"/>
                  </a:lnTo>
                  <a:lnTo>
                    <a:pt x="3576" y="2825"/>
                  </a:lnTo>
                  <a:lnTo>
                    <a:pt x="3497" y="2825"/>
                  </a:lnTo>
                  <a:lnTo>
                    <a:pt x="3457" y="2845"/>
                  </a:lnTo>
                  <a:lnTo>
                    <a:pt x="3457" y="2805"/>
                  </a:lnTo>
                  <a:lnTo>
                    <a:pt x="3477" y="2786"/>
                  </a:lnTo>
                  <a:lnTo>
                    <a:pt x="3497" y="2746"/>
                  </a:lnTo>
                  <a:lnTo>
                    <a:pt x="3477" y="2726"/>
                  </a:lnTo>
                  <a:lnTo>
                    <a:pt x="3457" y="2746"/>
                  </a:lnTo>
                  <a:lnTo>
                    <a:pt x="3438" y="2746"/>
                  </a:lnTo>
                  <a:lnTo>
                    <a:pt x="3418" y="2726"/>
                  </a:lnTo>
                  <a:lnTo>
                    <a:pt x="3457" y="2687"/>
                  </a:lnTo>
                  <a:lnTo>
                    <a:pt x="3477" y="2687"/>
                  </a:lnTo>
                  <a:lnTo>
                    <a:pt x="3497" y="2707"/>
                  </a:lnTo>
                  <a:lnTo>
                    <a:pt x="3517" y="2667"/>
                  </a:lnTo>
                  <a:lnTo>
                    <a:pt x="3517" y="2647"/>
                  </a:lnTo>
                  <a:lnTo>
                    <a:pt x="3576" y="2647"/>
                  </a:lnTo>
                  <a:lnTo>
                    <a:pt x="3615" y="2628"/>
                  </a:lnTo>
                  <a:lnTo>
                    <a:pt x="3615" y="2608"/>
                  </a:lnTo>
                  <a:lnTo>
                    <a:pt x="3596" y="2568"/>
                  </a:lnTo>
                  <a:lnTo>
                    <a:pt x="3576" y="2568"/>
                  </a:lnTo>
                  <a:lnTo>
                    <a:pt x="3576" y="2588"/>
                  </a:lnTo>
                  <a:lnTo>
                    <a:pt x="3576" y="2608"/>
                  </a:lnTo>
                  <a:lnTo>
                    <a:pt x="3536" y="2588"/>
                  </a:lnTo>
                  <a:lnTo>
                    <a:pt x="3497" y="2549"/>
                  </a:lnTo>
                  <a:lnTo>
                    <a:pt x="3477" y="2470"/>
                  </a:lnTo>
                  <a:lnTo>
                    <a:pt x="3517" y="2470"/>
                  </a:lnTo>
                  <a:lnTo>
                    <a:pt x="3536" y="2410"/>
                  </a:lnTo>
                  <a:lnTo>
                    <a:pt x="3556" y="2430"/>
                  </a:lnTo>
                  <a:lnTo>
                    <a:pt x="3556" y="2470"/>
                  </a:lnTo>
                  <a:lnTo>
                    <a:pt x="3536" y="2489"/>
                  </a:lnTo>
                  <a:lnTo>
                    <a:pt x="3556" y="2529"/>
                  </a:lnTo>
                  <a:lnTo>
                    <a:pt x="3596" y="2450"/>
                  </a:lnTo>
                  <a:lnTo>
                    <a:pt x="3576" y="2470"/>
                  </a:lnTo>
                  <a:lnTo>
                    <a:pt x="3556" y="2351"/>
                  </a:lnTo>
                  <a:lnTo>
                    <a:pt x="3536" y="2391"/>
                  </a:lnTo>
                  <a:lnTo>
                    <a:pt x="3517" y="2371"/>
                  </a:lnTo>
                  <a:lnTo>
                    <a:pt x="3477" y="2351"/>
                  </a:lnTo>
                  <a:lnTo>
                    <a:pt x="3477" y="2331"/>
                  </a:lnTo>
                  <a:lnTo>
                    <a:pt x="3536" y="2252"/>
                  </a:lnTo>
                  <a:lnTo>
                    <a:pt x="3576" y="2233"/>
                  </a:lnTo>
                  <a:lnTo>
                    <a:pt x="3615" y="2252"/>
                  </a:lnTo>
                  <a:lnTo>
                    <a:pt x="3576" y="2213"/>
                  </a:lnTo>
                  <a:lnTo>
                    <a:pt x="3576" y="2173"/>
                  </a:lnTo>
                  <a:lnTo>
                    <a:pt x="3596" y="2094"/>
                  </a:lnTo>
                  <a:lnTo>
                    <a:pt x="3536" y="2094"/>
                  </a:lnTo>
                  <a:lnTo>
                    <a:pt x="3517" y="2035"/>
                  </a:lnTo>
                  <a:lnTo>
                    <a:pt x="3615" y="1996"/>
                  </a:lnTo>
                  <a:lnTo>
                    <a:pt x="3615" y="2035"/>
                  </a:lnTo>
                  <a:lnTo>
                    <a:pt x="3734" y="2035"/>
                  </a:lnTo>
                  <a:lnTo>
                    <a:pt x="3754" y="2075"/>
                  </a:lnTo>
                  <a:lnTo>
                    <a:pt x="3754" y="2114"/>
                  </a:lnTo>
                  <a:lnTo>
                    <a:pt x="3694" y="2173"/>
                  </a:lnTo>
                  <a:lnTo>
                    <a:pt x="3754" y="2154"/>
                  </a:lnTo>
                  <a:lnTo>
                    <a:pt x="3773" y="2134"/>
                  </a:lnTo>
                  <a:lnTo>
                    <a:pt x="3773" y="2114"/>
                  </a:lnTo>
                  <a:lnTo>
                    <a:pt x="3773" y="2075"/>
                  </a:lnTo>
                  <a:lnTo>
                    <a:pt x="3754" y="2015"/>
                  </a:lnTo>
                  <a:lnTo>
                    <a:pt x="3754" y="1996"/>
                  </a:lnTo>
                  <a:lnTo>
                    <a:pt x="3773" y="1956"/>
                  </a:lnTo>
                  <a:lnTo>
                    <a:pt x="3813" y="1976"/>
                  </a:lnTo>
                  <a:lnTo>
                    <a:pt x="3833" y="2015"/>
                  </a:lnTo>
                  <a:lnTo>
                    <a:pt x="3833" y="1956"/>
                  </a:lnTo>
                  <a:lnTo>
                    <a:pt x="3833" y="1917"/>
                  </a:lnTo>
                  <a:lnTo>
                    <a:pt x="3852" y="1897"/>
                  </a:lnTo>
                  <a:lnTo>
                    <a:pt x="3793" y="1897"/>
                  </a:lnTo>
                  <a:lnTo>
                    <a:pt x="3754" y="1877"/>
                  </a:lnTo>
                  <a:lnTo>
                    <a:pt x="3734" y="1838"/>
                  </a:lnTo>
                  <a:lnTo>
                    <a:pt x="3852" y="1798"/>
                  </a:lnTo>
                  <a:lnTo>
                    <a:pt x="3872" y="1778"/>
                  </a:lnTo>
                  <a:lnTo>
                    <a:pt x="3872" y="1759"/>
                  </a:lnTo>
                  <a:lnTo>
                    <a:pt x="3833" y="1739"/>
                  </a:lnTo>
                  <a:lnTo>
                    <a:pt x="3793" y="1699"/>
                  </a:lnTo>
                  <a:lnTo>
                    <a:pt x="3773" y="1660"/>
                  </a:lnTo>
                  <a:lnTo>
                    <a:pt x="3694" y="1660"/>
                  </a:lnTo>
                  <a:lnTo>
                    <a:pt x="3675" y="1640"/>
                  </a:lnTo>
                  <a:lnTo>
                    <a:pt x="3675" y="1600"/>
                  </a:lnTo>
                  <a:lnTo>
                    <a:pt x="3694" y="1581"/>
                  </a:lnTo>
                  <a:lnTo>
                    <a:pt x="3655" y="1541"/>
                  </a:lnTo>
                  <a:lnTo>
                    <a:pt x="3655" y="1581"/>
                  </a:lnTo>
                  <a:lnTo>
                    <a:pt x="3655" y="1600"/>
                  </a:lnTo>
                  <a:lnTo>
                    <a:pt x="3655" y="1640"/>
                  </a:lnTo>
                  <a:lnTo>
                    <a:pt x="3655" y="1660"/>
                  </a:lnTo>
                  <a:lnTo>
                    <a:pt x="3615" y="1640"/>
                  </a:lnTo>
                  <a:lnTo>
                    <a:pt x="3596" y="1620"/>
                  </a:lnTo>
                  <a:lnTo>
                    <a:pt x="3615" y="1581"/>
                  </a:lnTo>
                  <a:lnTo>
                    <a:pt x="3596" y="1541"/>
                  </a:lnTo>
                  <a:lnTo>
                    <a:pt x="3675" y="1482"/>
                  </a:lnTo>
                  <a:lnTo>
                    <a:pt x="3754" y="1442"/>
                  </a:lnTo>
                  <a:lnTo>
                    <a:pt x="3833" y="1502"/>
                  </a:lnTo>
                  <a:lnTo>
                    <a:pt x="3872" y="1561"/>
                  </a:lnTo>
                  <a:lnTo>
                    <a:pt x="3931" y="1640"/>
                  </a:lnTo>
                  <a:lnTo>
                    <a:pt x="3971" y="1660"/>
                  </a:lnTo>
                  <a:lnTo>
                    <a:pt x="4010" y="1680"/>
                  </a:lnTo>
                  <a:lnTo>
                    <a:pt x="4050" y="1521"/>
                  </a:lnTo>
                  <a:lnTo>
                    <a:pt x="4089" y="1442"/>
                  </a:lnTo>
                  <a:lnTo>
                    <a:pt x="4129" y="1403"/>
                  </a:lnTo>
                  <a:lnTo>
                    <a:pt x="4109" y="1344"/>
                  </a:lnTo>
                  <a:lnTo>
                    <a:pt x="4070" y="1304"/>
                  </a:lnTo>
                  <a:lnTo>
                    <a:pt x="4030" y="1284"/>
                  </a:lnTo>
                  <a:lnTo>
                    <a:pt x="3971" y="1265"/>
                  </a:lnTo>
                  <a:lnTo>
                    <a:pt x="3971" y="1205"/>
                  </a:lnTo>
                  <a:lnTo>
                    <a:pt x="4010" y="1186"/>
                  </a:lnTo>
                  <a:lnTo>
                    <a:pt x="4030" y="1245"/>
                  </a:lnTo>
                  <a:lnTo>
                    <a:pt x="4030" y="1107"/>
                  </a:lnTo>
                  <a:lnTo>
                    <a:pt x="4050" y="1028"/>
                  </a:lnTo>
                  <a:lnTo>
                    <a:pt x="4070" y="949"/>
                  </a:lnTo>
                  <a:lnTo>
                    <a:pt x="4070" y="909"/>
                  </a:lnTo>
                  <a:lnTo>
                    <a:pt x="4030" y="889"/>
                  </a:lnTo>
                  <a:lnTo>
                    <a:pt x="3931" y="870"/>
                  </a:lnTo>
                  <a:lnTo>
                    <a:pt x="3951" y="791"/>
                  </a:lnTo>
                  <a:lnTo>
                    <a:pt x="3931" y="810"/>
                  </a:lnTo>
                  <a:lnTo>
                    <a:pt x="3892" y="771"/>
                  </a:lnTo>
                  <a:lnTo>
                    <a:pt x="3892" y="731"/>
                  </a:lnTo>
                  <a:lnTo>
                    <a:pt x="3931" y="672"/>
                  </a:lnTo>
                  <a:lnTo>
                    <a:pt x="3971" y="692"/>
                  </a:lnTo>
                  <a:lnTo>
                    <a:pt x="3991" y="712"/>
                  </a:lnTo>
                  <a:lnTo>
                    <a:pt x="4010" y="692"/>
                  </a:lnTo>
                  <a:lnTo>
                    <a:pt x="4030" y="672"/>
                  </a:lnTo>
                  <a:lnTo>
                    <a:pt x="4030" y="633"/>
                  </a:lnTo>
                  <a:lnTo>
                    <a:pt x="4030" y="593"/>
                  </a:lnTo>
                  <a:lnTo>
                    <a:pt x="4089" y="633"/>
                  </a:lnTo>
                  <a:lnTo>
                    <a:pt x="4089" y="672"/>
                  </a:lnTo>
                  <a:lnTo>
                    <a:pt x="4070" y="692"/>
                  </a:lnTo>
                  <a:lnTo>
                    <a:pt x="4050" y="692"/>
                  </a:lnTo>
                  <a:lnTo>
                    <a:pt x="4050" y="791"/>
                  </a:lnTo>
                  <a:lnTo>
                    <a:pt x="4070" y="731"/>
                  </a:lnTo>
                  <a:lnTo>
                    <a:pt x="4129" y="692"/>
                  </a:lnTo>
                  <a:lnTo>
                    <a:pt x="4188" y="692"/>
                  </a:lnTo>
                  <a:lnTo>
                    <a:pt x="4247" y="712"/>
                  </a:lnTo>
                  <a:lnTo>
                    <a:pt x="4228" y="672"/>
                  </a:lnTo>
                  <a:lnTo>
                    <a:pt x="4149" y="672"/>
                  </a:lnTo>
                  <a:lnTo>
                    <a:pt x="4149" y="652"/>
                  </a:lnTo>
                  <a:lnTo>
                    <a:pt x="4149" y="633"/>
                  </a:lnTo>
                  <a:lnTo>
                    <a:pt x="4228" y="573"/>
                  </a:lnTo>
                  <a:lnTo>
                    <a:pt x="4267" y="514"/>
                  </a:lnTo>
                  <a:lnTo>
                    <a:pt x="3141" y="139"/>
                  </a:lnTo>
                  <a:lnTo>
                    <a:pt x="3102" y="178"/>
                  </a:lnTo>
                  <a:lnTo>
                    <a:pt x="3082" y="119"/>
                  </a:lnTo>
                  <a:lnTo>
                    <a:pt x="3082" y="99"/>
                  </a:lnTo>
                  <a:lnTo>
                    <a:pt x="3102" y="119"/>
                  </a:lnTo>
                  <a:lnTo>
                    <a:pt x="3082" y="80"/>
                  </a:lnTo>
                  <a:lnTo>
                    <a:pt x="3102" y="60"/>
                  </a:lnTo>
                  <a:lnTo>
                    <a:pt x="3082" y="2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34"/>
            <p:cNvSpPr/>
            <p:nvPr/>
          </p:nvSpPr>
          <p:spPr>
            <a:xfrm>
              <a:off x="4577504" y="-1215512"/>
              <a:ext cx="789" cy="789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1"/>
                  </a:moveTo>
                  <a:lnTo>
                    <a:pt x="1" y="1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34"/>
            <p:cNvSpPr/>
            <p:nvPr/>
          </p:nvSpPr>
          <p:spPr>
            <a:xfrm>
              <a:off x="4712644" y="-2018156"/>
              <a:ext cx="789" cy="38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1" y="1"/>
                  </a:move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34"/>
            <p:cNvSpPr/>
            <p:nvPr/>
          </p:nvSpPr>
          <p:spPr>
            <a:xfrm>
              <a:off x="4622049" y="-2251296"/>
              <a:ext cx="96569" cy="297788"/>
            </a:xfrm>
            <a:custGeom>
              <a:avLst/>
              <a:gdLst/>
              <a:ahLst/>
              <a:cxnLst/>
              <a:rect l="l" t="t" r="r" b="b"/>
              <a:pathLst>
                <a:path w="2569" h="7922" extrusionOk="0">
                  <a:moveTo>
                    <a:pt x="1206" y="60"/>
                  </a:moveTo>
                  <a:lnTo>
                    <a:pt x="1186" y="79"/>
                  </a:lnTo>
                  <a:lnTo>
                    <a:pt x="1186" y="119"/>
                  </a:lnTo>
                  <a:lnTo>
                    <a:pt x="1226" y="178"/>
                  </a:lnTo>
                  <a:lnTo>
                    <a:pt x="1245" y="237"/>
                  </a:lnTo>
                  <a:lnTo>
                    <a:pt x="1245" y="257"/>
                  </a:lnTo>
                  <a:lnTo>
                    <a:pt x="1206" y="277"/>
                  </a:lnTo>
                  <a:lnTo>
                    <a:pt x="1245" y="297"/>
                  </a:lnTo>
                  <a:lnTo>
                    <a:pt x="1265" y="316"/>
                  </a:lnTo>
                  <a:lnTo>
                    <a:pt x="1344" y="336"/>
                  </a:lnTo>
                  <a:lnTo>
                    <a:pt x="1344" y="376"/>
                  </a:lnTo>
                  <a:lnTo>
                    <a:pt x="1384" y="356"/>
                  </a:lnTo>
                  <a:lnTo>
                    <a:pt x="1463" y="316"/>
                  </a:lnTo>
                  <a:lnTo>
                    <a:pt x="1364" y="218"/>
                  </a:lnTo>
                  <a:lnTo>
                    <a:pt x="1344" y="178"/>
                  </a:lnTo>
                  <a:lnTo>
                    <a:pt x="1324" y="99"/>
                  </a:lnTo>
                  <a:lnTo>
                    <a:pt x="1285" y="99"/>
                  </a:lnTo>
                  <a:lnTo>
                    <a:pt x="1265" y="79"/>
                  </a:lnTo>
                  <a:lnTo>
                    <a:pt x="1245" y="60"/>
                  </a:lnTo>
                  <a:close/>
                  <a:moveTo>
                    <a:pt x="21" y="593"/>
                  </a:moveTo>
                  <a:lnTo>
                    <a:pt x="60" y="613"/>
                  </a:lnTo>
                  <a:lnTo>
                    <a:pt x="60" y="593"/>
                  </a:lnTo>
                  <a:close/>
                  <a:moveTo>
                    <a:pt x="1265" y="1521"/>
                  </a:moveTo>
                  <a:lnTo>
                    <a:pt x="1265" y="1561"/>
                  </a:lnTo>
                  <a:lnTo>
                    <a:pt x="1285" y="1581"/>
                  </a:lnTo>
                  <a:lnTo>
                    <a:pt x="1305" y="1600"/>
                  </a:lnTo>
                  <a:lnTo>
                    <a:pt x="1305" y="1561"/>
                  </a:lnTo>
                  <a:lnTo>
                    <a:pt x="1305" y="1541"/>
                  </a:lnTo>
                  <a:lnTo>
                    <a:pt x="1265" y="1521"/>
                  </a:lnTo>
                  <a:close/>
                  <a:moveTo>
                    <a:pt x="2068" y="5065"/>
                  </a:moveTo>
                  <a:lnTo>
                    <a:pt x="2075" y="5077"/>
                  </a:lnTo>
                  <a:lnTo>
                    <a:pt x="2079" y="5073"/>
                  </a:lnTo>
                  <a:lnTo>
                    <a:pt x="2079" y="5073"/>
                  </a:lnTo>
                  <a:lnTo>
                    <a:pt x="2068" y="5065"/>
                  </a:lnTo>
                  <a:close/>
                  <a:moveTo>
                    <a:pt x="2095" y="5057"/>
                  </a:moveTo>
                  <a:lnTo>
                    <a:pt x="2079" y="5073"/>
                  </a:lnTo>
                  <a:lnTo>
                    <a:pt x="2079" y="5073"/>
                  </a:lnTo>
                  <a:lnTo>
                    <a:pt x="2114" y="5096"/>
                  </a:lnTo>
                  <a:lnTo>
                    <a:pt x="2154" y="5136"/>
                  </a:lnTo>
                  <a:lnTo>
                    <a:pt x="2174" y="5136"/>
                  </a:lnTo>
                  <a:lnTo>
                    <a:pt x="2174" y="5096"/>
                  </a:lnTo>
                  <a:lnTo>
                    <a:pt x="2174" y="5077"/>
                  </a:lnTo>
                  <a:lnTo>
                    <a:pt x="2193" y="5057"/>
                  </a:lnTo>
                  <a:close/>
                  <a:moveTo>
                    <a:pt x="613" y="5254"/>
                  </a:moveTo>
                  <a:lnTo>
                    <a:pt x="673" y="5373"/>
                  </a:lnTo>
                  <a:lnTo>
                    <a:pt x="673" y="5393"/>
                  </a:lnTo>
                  <a:lnTo>
                    <a:pt x="692" y="5373"/>
                  </a:lnTo>
                  <a:lnTo>
                    <a:pt x="712" y="5373"/>
                  </a:lnTo>
                  <a:lnTo>
                    <a:pt x="692" y="5314"/>
                  </a:lnTo>
                  <a:lnTo>
                    <a:pt x="673" y="5294"/>
                  </a:lnTo>
                  <a:lnTo>
                    <a:pt x="653" y="5294"/>
                  </a:lnTo>
                  <a:lnTo>
                    <a:pt x="613" y="5254"/>
                  </a:lnTo>
                  <a:close/>
                  <a:moveTo>
                    <a:pt x="890" y="0"/>
                  </a:moveTo>
                  <a:lnTo>
                    <a:pt x="850" y="60"/>
                  </a:lnTo>
                  <a:lnTo>
                    <a:pt x="850" y="13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811" y="79"/>
                  </a:lnTo>
                  <a:lnTo>
                    <a:pt x="21" y="119"/>
                  </a:lnTo>
                  <a:lnTo>
                    <a:pt x="1" y="158"/>
                  </a:lnTo>
                  <a:lnTo>
                    <a:pt x="40" y="139"/>
                  </a:lnTo>
                  <a:lnTo>
                    <a:pt x="80" y="158"/>
                  </a:lnTo>
                  <a:lnTo>
                    <a:pt x="179" y="158"/>
                  </a:lnTo>
                  <a:lnTo>
                    <a:pt x="218" y="198"/>
                  </a:lnTo>
                  <a:lnTo>
                    <a:pt x="218" y="237"/>
                  </a:lnTo>
                  <a:lnTo>
                    <a:pt x="218" y="297"/>
                  </a:lnTo>
                  <a:lnTo>
                    <a:pt x="179" y="297"/>
                  </a:lnTo>
                  <a:lnTo>
                    <a:pt x="159" y="277"/>
                  </a:lnTo>
                  <a:lnTo>
                    <a:pt x="119" y="237"/>
                  </a:lnTo>
                  <a:lnTo>
                    <a:pt x="80" y="198"/>
                  </a:lnTo>
                  <a:lnTo>
                    <a:pt x="60" y="198"/>
                  </a:lnTo>
                  <a:lnTo>
                    <a:pt x="21" y="218"/>
                  </a:lnTo>
                  <a:lnTo>
                    <a:pt x="21" y="237"/>
                  </a:lnTo>
                  <a:lnTo>
                    <a:pt x="40" y="257"/>
                  </a:lnTo>
                  <a:lnTo>
                    <a:pt x="80" y="257"/>
                  </a:lnTo>
                  <a:lnTo>
                    <a:pt x="100" y="237"/>
                  </a:lnTo>
                  <a:lnTo>
                    <a:pt x="80" y="336"/>
                  </a:lnTo>
                  <a:lnTo>
                    <a:pt x="40" y="395"/>
                  </a:lnTo>
                  <a:lnTo>
                    <a:pt x="1" y="435"/>
                  </a:lnTo>
                  <a:lnTo>
                    <a:pt x="40" y="474"/>
                  </a:lnTo>
                  <a:lnTo>
                    <a:pt x="80" y="514"/>
                  </a:lnTo>
                  <a:lnTo>
                    <a:pt x="100" y="534"/>
                  </a:lnTo>
                  <a:lnTo>
                    <a:pt x="159" y="573"/>
                  </a:lnTo>
                  <a:lnTo>
                    <a:pt x="139" y="553"/>
                  </a:lnTo>
                  <a:lnTo>
                    <a:pt x="119" y="534"/>
                  </a:lnTo>
                  <a:lnTo>
                    <a:pt x="100" y="514"/>
                  </a:lnTo>
                  <a:lnTo>
                    <a:pt x="119" y="494"/>
                  </a:lnTo>
                  <a:lnTo>
                    <a:pt x="218" y="534"/>
                  </a:lnTo>
                  <a:lnTo>
                    <a:pt x="198" y="593"/>
                  </a:lnTo>
                  <a:lnTo>
                    <a:pt x="179" y="632"/>
                  </a:lnTo>
                  <a:lnTo>
                    <a:pt x="139" y="712"/>
                  </a:lnTo>
                  <a:lnTo>
                    <a:pt x="80" y="652"/>
                  </a:lnTo>
                  <a:lnTo>
                    <a:pt x="100" y="652"/>
                  </a:lnTo>
                  <a:lnTo>
                    <a:pt x="80" y="632"/>
                  </a:lnTo>
                  <a:lnTo>
                    <a:pt x="60" y="613"/>
                  </a:lnTo>
                  <a:lnTo>
                    <a:pt x="60" y="652"/>
                  </a:lnTo>
                  <a:lnTo>
                    <a:pt x="60" y="692"/>
                  </a:lnTo>
                  <a:lnTo>
                    <a:pt x="80" y="712"/>
                  </a:lnTo>
                  <a:lnTo>
                    <a:pt x="60" y="712"/>
                  </a:lnTo>
                  <a:lnTo>
                    <a:pt x="80" y="751"/>
                  </a:lnTo>
                  <a:lnTo>
                    <a:pt x="80" y="791"/>
                  </a:lnTo>
                  <a:lnTo>
                    <a:pt x="60" y="850"/>
                  </a:lnTo>
                  <a:lnTo>
                    <a:pt x="40" y="889"/>
                  </a:lnTo>
                  <a:lnTo>
                    <a:pt x="40" y="909"/>
                  </a:lnTo>
                  <a:lnTo>
                    <a:pt x="60" y="929"/>
                  </a:lnTo>
                  <a:lnTo>
                    <a:pt x="119" y="949"/>
                  </a:lnTo>
                  <a:lnTo>
                    <a:pt x="159" y="929"/>
                  </a:lnTo>
                  <a:lnTo>
                    <a:pt x="179" y="909"/>
                  </a:lnTo>
                  <a:lnTo>
                    <a:pt x="218" y="909"/>
                  </a:lnTo>
                  <a:lnTo>
                    <a:pt x="198" y="929"/>
                  </a:lnTo>
                  <a:lnTo>
                    <a:pt x="179" y="968"/>
                  </a:lnTo>
                  <a:lnTo>
                    <a:pt x="159" y="988"/>
                  </a:lnTo>
                  <a:lnTo>
                    <a:pt x="139" y="988"/>
                  </a:lnTo>
                  <a:lnTo>
                    <a:pt x="119" y="968"/>
                  </a:lnTo>
                  <a:lnTo>
                    <a:pt x="100" y="1047"/>
                  </a:lnTo>
                  <a:lnTo>
                    <a:pt x="119" y="1087"/>
                  </a:lnTo>
                  <a:lnTo>
                    <a:pt x="198" y="1087"/>
                  </a:lnTo>
                  <a:lnTo>
                    <a:pt x="238" y="1107"/>
                  </a:lnTo>
                  <a:lnTo>
                    <a:pt x="258" y="1126"/>
                  </a:lnTo>
                  <a:lnTo>
                    <a:pt x="238" y="1146"/>
                  </a:lnTo>
                  <a:lnTo>
                    <a:pt x="218" y="1166"/>
                  </a:lnTo>
                  <a:lnTo>
                    <a:pt x="179" y="1146"/>
                  </a:lnTo>
                  <a:lnTo>
                    <a:pt x="100" y="1146"/>
                  </a:lnTo>
                  <a:lnTo>
                    <a:pt x="60" y="1166"/>
                  </a:lnTo>
                  <a:lnTo>
                    <a:pt x="139" y="1245"/>
                  </a:lnTo>
                  <a:lnTo>
                    <a:pt x="80" y="1284"/>
                  </a:lnTo>
                  <a:lnTo>
                    <a:pt x="80" y="1324"/>
                  </a:lnTo>
                  <a:lnTo>
                    <a:pt x="80" y="1383"/>
                  </a:lnTo>
                  <a:lnTo>
                    <a:pt x="139" y="1462"/>
                  </a:lnTo>
                  <a:lnTo>
                    <a:pt x="198" y="1561"/>
                  </a:lnTo>
                  <a:lnTo>
                    <a:pt x="218" y="1600"/>
                  </a:lnTo>
                  <a:lnTo>
                    <a:pt x="238" y="1660"/>
                  </a:lnTo>
                  <a:lnTo>
                    <a:pt x="179" y="1660"/>
                  </a:lnTo>
                  <a:lnTo>
                    <a:pt x="119" y="1620"/>
                  </a:lnTo>
                  <a:lnTo>
                    <a:pt x="100" y="1561"/>
                  </a:lnTo>
                  <a:lnTo>
                    <a:pt x="80" y="1521"/>
                  </a:lnTo>
                  <a:lnTo>
                    <a:pt x="60" y="1541"/>
                  </a:lnTo>
                  <a:lnTo>
                    <a:pt x="60" y="1561"/>
                  </a:lnTo>
                  <a:lnTo>
                    <a:pt x="60" y="1620"/>
                  </a:lnTo>
                  <a:lnTo>
                    <a:pt x="80" y="1660"/>
                  </a:lnTo>
                  <a:lnTo>
                    <a:pt x="80" y="1679"/>
                  </a:lnTo>
                  <a:lnTo>
                    <a:pt x="80" y="1699"/>
                  </a:lnTo>
                  <a:lnTo>
                    <a:pt x="80" y="1739"/>
                  </a:lnTo>
                  <a:lnTo>
                    <a:pt x="119" y="1778"/>
                  </a:lnTo>
                  <a:lnTo>
                    <a:pt x="159" y="1798"/>
                  </a:lnTo>
                  <a:lnTo>
                    <a:pt x="198" y="1798"/>
                  </a:lnTo>
                  <a:lnTo>
                    <a:pt x="198" y="1818"/>
                  </a:lnTo>
                  <a:lnTo>
                    <a:pt x="179" y="1837"/>
                  </a:lnTo>
                  <a:lnTo>
                    <a:pt x="139" y="1857"/>
                  </a:lnTo>
                  <a:lnTo>
                    <a:pt x="179" y="1877"/>
                  </a:lnTo>
                  <a:lnTo>
                    <a:pt x="218" y="1916"/>
                  </a:lnTo>
                  <a:lnTo>
                    <a:pt x="238" y="2015"/>
                  </a:lnTo>
                  <a:lnTo>
                    <a:pt x="179" y="2015"/>
                  </a:lnTo>
                  <a:lnTo>
                    <a:pt x="258" y="2114"/>
                  </a:lnTo>
                  <a:lnTo>
                    <a:pt x="258" y="2094"/>
                  </a:lnTo>
                  <a:lnTo>
                    <a:pt x="337" y="2094"/>
                  </a:lnTo>
                  <a:lnTo>
                    <a:pt x="337" y="2114"/>
                  </a:lnTo>
                  <a:lnTo>
                    <a:pt x="376" y="2074"/>
                  </a:lnTo>
                  <a:lnTo>
                    <a:pt x="396" y="2055"/>
                  </a:lnTo>
                  <a:lnTo>
                    <a:pt x="356" y="1976"/>
                  </a:lnTo>
                  <a:lnTo>
                    <a:pt x="337" y="1936"/>
                  </a:lnTo>
                  <a:lnTo>
                    <a:pt x="337" y="1897"/>
                  </a:lnTo>
                  <a:lnTo>
                    <a:pt x="337" y="1857"/>
                  </a:lnTo>
                  <a:lnTo>
                    <a:pt x="396" y="1837"/>
                  </a:lnTo>
                  <a:lnTo>
                    <a:pt x="475" y="1837"/>
                  </a:lnTo>
                  <a:lnTo>
                    <a:pt x="455" y="1857"/>
                  </a:lnTo>
                  <a:lnTo>
                    <a:pt x="436" y="1877"/>
                  </a:lnTo>
                  <a:lnTo>
                    <a:pt x="495" y="1897"/>
                  </a:lnTo>
                  <a:lnTo>
                    <a:pt x="515" y="1897"/>
                  </a:lnTo>
                  <a:lnTo>
                    <a:pt x="515" y="1877"/>
                  </a:lnTo>
                  <a:lnTo>
                    <a:pt x="594" y="1877"/>
                  </a:lnTo>
                  <a:lnTo>
                    <a:pt x="613" y="1916"/>
                  </a:lnTo>
                  <a:lnTo>
                    <a:pt x="633" y="1976"/>
                  </a:lnTo>
                  <a:lnTo>
                    <a:pt x="673" y="2015"/>
                  </a:lnTo>
                  <a:lnTo>
                    <a:pt x="613" y="2035"/>
                  </a:lnTo>
                  <a:lnTo>
                    <a:pt x="574" y="2015"/>
                  </a:lnTo>
                  <a:lnTo>
                    <a:pt x="534" y="1976"/>
                  </a:lnTo>
                  <a:lnTo>
                    <a:pt x="475" y="1956"/>
                  </a:lnTo>
                  <a:lnTo>
                    <a:pt x="515" y="1995"/>
                  </a:lnTo>
                  <a:lnTo>
                    <a:pt x="534" y="2015"/>
                  </a:lnTo>
                  <a:lnTo>
                    <a:pt x="515" y="2035"/>
                  </a:lnTo>
                  <a:lnTo>
                    <a:pt x="436" y="2035"/>
                  </a:lnTo>
                  <a:lnTo>
                    <a:pt x="475" y="2074"/>
                  </a:lnTo>
                  <a:lnTo>
                    <a:pt x="534" y="2074"/>
                  </a:lnTo>
                  <a:lnTo>
                    <a:pt x="594" y="2055"/>
                  </a:lnTo>
                  <a:lnTo>
                    <a:pt x="653" y="2074"/>
                  </a:lnTo>
                  <a:lnTo>
                    <a:pt x="653" y="2114"/>
                  </a:lnTo>
                  <a:lnTo>
                    <a:pt x="613" y="2153"/>
                  </a:lnTo>
                  <a:lnTo>
                    <a:pt x="613" y="2173"/>
                  </a:lnTo>
                  <a:lnTo>
                    <a:pt x="594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52"/>
                  </a:lnTo>
                  <a:lnTo>
                    <a:pt x="653" y="2292"/>
                  </a:lnTo>
                  <a:lnTo>
                    <a:pt x="574" y="2331"/>
                  </a:lnTo>
                  <a:lnTo>
                    <a:pt x="594" y="2292"/>
                  </a:lnTo>
                  <a:lnTo>
                    <a:pt x="594" y="2272"/>
                  </a:lnTo>
                  <a:lnTo>
                    <a:pt x="554" y="2232"/>
                  </a:lnTo>
                  <a:lnTo>
                    <a:pt x="495" y="2213"/>
                  </a:lnTo>
                  <a:lnTo>
                    <a:pt x="475" y="2213"/>
                  </a:lnTo>
                  <a:lnTo>
                    <a:pt x="495" y="2193"/>
                  </a:lnTo>
                  <a:lnTo>
                    <a:pt x="455" y="2213"/>
                  </a:lnTo>
                  <a:lnTo>
                    <a:pt x="416" y="2232"/>
                  </a:lnTo>
                  <a:lnTo>
                    <a:pt x="356" y="2232"/>
                  </a:lnTo>
                  <a:lnTo>
                    <a:pt x="218" y="2153"/>
                  </a:lnTo>
                  <a:lnTo>
                    <a:pt x="218" y="2213"/>
                  </a:lnTo>
                  <a:lnTo>
                    <a:pt x="218" y="2252"/>
                  </a:lnTo>
                  <a:lnTo>
                    <a:pt x="179" y="2272"/>
                  </a:lnTo>
                  <a:lnTo>
                    <a:pt x="218" y="2292"/>
                  </a:lnTo>
                  <a:lnTo>
                    <a:pt x="238" y="2331"/>
                  </a:lnTo>
                  <a:lnTo>
                    <a:pt x="238" y="2390"/>
                  </a:lnTo>
                  <a:lnTo>
                    <a:pt x="238" y="2430"/>
                  </a:lnTo>
                  <a:lnTo>
                    <a:pt x="258" y="2469"/>
                  </a:lnTo>
                  <a:lnTo>
                    <a:pt x="297" y="2489"/>
                  </a:lnTo>
                  <a:lnTo>
                    <a:pt x="277" y="2509"/>
                  </a:lnTo>
                  <a:lnTo>
                    <a:pt x="258" y="2489"/>
                  </a:lnTo>
                  <a:lnTo>
                    <a:pt x="238" y="2489"/>
                  </a:lnTo>
                  <a:lnTo>
                    <a:pt x="238" y="2509"/>
                  </a:lnTo>
                  <a:lnTo>
                    <a:pt x="258" y="2608"/>
                  </a:lnTo>
                  <a:lnTo>
                    <a:pt x="277" y="2667"/>
                  </a:lnTo>
                  <a:lnTo>
                    <a:pt x="317" y="2726"/>
                  </a:lnTo>
                  <a:lnTo>
                    <a:pt x="297" y="2746"/>
                  </a:lnTo>
                  <a:lnTo>
                    <a:pt x="277" y="2766"/>
                  </a:lnTo>
                  <a:lnTo>
                    <a:pt x="238" y="2785"/>
                  </a:lnTo>
                  <a:lnTo>
                    <a:pt x="238" y="2845"/>
                  </a:lnTo>
                  <a:lnTo>
                    <a:pt x="238" y="2904"/>
                  </a:lnTo>
                  <a:lnTo>
                    <a:pt x="317" y="3003"/>
                  </a:lnTo>
                  <a:lnTo>
                    <a:pt x="376" y="3121"/>
                  </a:lnTo>
                  <a:lnTo>
                    <a:pt x="396" y="3181"/>
                  </a:lnTo>
                  <a:lnTo>
                    <a:pt x="396" y="3260"/>
                  </a:lnTo>
                  <a:lnTo>
                    <a:pt x="337" y="3220"/>
                  </a:lnTo>
                  <a:lnTo>
                    <a:pt x="337" y="3299"/>
                  </a:lnTo>
                  <a:lnTo>
                    <a:pt x="356" y="3319"/>
                  </a:lnTo>
                  <a:lnTo>
                    <a:pt x="396" y="3339"/>
                  </a:lnTo>
                  <a:lnTo>
                    <a:pt x="356" y="3358"/>
                  </a:lnTo>
                  <a:lnTo>
                    <a:pt x="337" y="3398"/>
                  </a:lnTo>
                  <a:lnTo>
                    <a:pt x="376" y="3457"/>
                  </a:lnTo>
                  <a:lnTo>
                    <a:pt x="396" y="3497"/>
                  </a:lnTo>
                  <a:lnTo>
                    <a:pt x="396" y="3536"/>
                  </a:lnTo>
                  <a:lnTo>
                    <a:pt x="376" y="3576"/>
                  </a:lnTo>
                  <a:lnTo>
                    <a:pt x="337" y="3595"/>
                  </a:lnTo>
                  <a:lnTo>
                    <a:pt x="337" y="3635"/>
                  </a:lnTo>
                  <a:lnTo>
                    <a:pt x="356" y="3655"/>
                  </a:lnTo>
                  <a:lnTo>
                    <a:pt x="396" y="3694"/>
                  </a:lnTo>
                  <a:lnTo>
                    <a:pt x="455" y="3714"/>
                  </a:lnTo>
                  <a:lnTo>
                    <a:pt x="495" y="3753"/>
                  </a:lnTo>
                  <a:lnTo>
                    <a:pt x="416" y="3753"/>
                  </a:lnTo>
                  <a:lnTo>
                    <a:pt x="396" y="3773"/>
                  </a:lnTo>
                  <a:lnTo>
                    <a:pt x="376" y="3793"/>
                  </a:lnTo>
                  <a:lnTo>
                    <a:pt x="475" y="4129"/>
                  </a:lnTo>
                  <a:lnTo>
                    <a:pt x="554" y="4504"/>
                  </a:lnTo>
                  <a:lnTo>
                    <a:pt x="515" y="4484"/>
                  </a:lnTo>
                  <a:lnTo>
                    <a:pt x="534" y="4543"/>
                  </a:lnTo>
                  <a:lnTo>
                    <a:pt x="554" y="4603"/>
                  </a:lnTo>
                  <a:lnTo>
                    <a:pt x="613" y="4721"/>
                  </a:lnTo>
                  <a:lnTo>
                    <a:pt x="653" y="4840"/>
                  </a:lnTo>
                  <a:lnTo>
                    <a:pt x="673" y="4899"/>
                  </a:lnTo>
                  <a:lnTo>
                    <a:pt x="653" y="4958"/>
                  </a:lnTo>
                  <a:lnTo>
                    <a:pt x="712" y="5017"/>
                  </a:lnTo>
                  <a:lnTo>
                    <a:pt x="752" y="5037"/>
                  </a:lnTo>
                  <a:lnTo>
                    <a:pt x="791" y="5017"/>
                  </a:lnTo>
                  <a:lnTo>
                    <a:pt x="811" y="4998"/>
                  </a:lnTo>
                  <a:lnTo>
                    <a:pt x="831" y="4978"/>
                  </a:lnTo>
                  <a:lnTo>
                    <a:pt x="929" y="4978"/>
                  </a:lnTo>
                  <a:lnTo>
                    <a:pt x="949" y="5017"/>
                  </a:lnTo>
                  <a:lnTo>
                    <a:pt x="949" y="5037"/>
                  </a:lnTo>
                  <a:lnTo>
                    <a:pt x="910" y="5057"/>
                  </a:lnTo>
                  <a:lnTo>
                    <a:pt x="850" y="5077"/>
                  </a:lnTo>
                  <a:lnTo>
                    <a:pt x="850" y="5096"/>
                  </a:lnTo>
                  <a:lnTo>
                    <a:pt x="850" y="5136"/>
                  </a:lnTo>
                  <a:lnTo>
                    <a:pt x="771" y="5136"/>
                  </a:lnTo>
                  <a:lnTo>
                    <a:pt x="752" y="5116"/>
                  </a:lnTo>
                  <a:lnTo>
                    <a:pt x="712" y="5096"/>
                  </a:lnTo>
                  <a:lnTo>
                    <a:pt x="653" y="5096"/>
                  </a:lnTo>
                  <a:lnTo>
                    <a:pt x="752" y="5215"/>
                  </a:lnTo>
                  <a:lnTo>
                    <a:pt x="732" y="5254"/>
                  </a:lnTo>
                  <a:lnTo>
                    <a:pt x="752" y="5314"/>
                  </a:lnTo>
                  <a:lnTo>
                    <a:pt x="752" y="5353"/>
                  </a:lnTo>
                  <a:lnTo>
                    <a:pt x="732" y="5413"/>
                  </a:lnTo>
                  <a:lnTo>
                    <a:pt x="732" y="5393"/>
                  </a:lnTo>
                  <a:lnTo>
                    <a:pt x="673" y="5393"/>
                  </a:lnTo>
                  <a:lnTo>
                    <a:pt x="673" y="5432"/>
                  </a:lnTo>
                  <a:lnTo>
                    <a:pt x="673" y="5492"/>
                  </a:lnTo>
                  <a:lnTo>
                    <a:pt x="712" y="5492"/>
                  </a:lnTo>
                  <a:lnTo>
                    <a:pt x="732" y="5511"/>
                  </a:lnTo>
                  <a:lnTo>
                    <a:pt x="752" y="5531"/>
                  </a:lnTo>
                  <a:lnTo>
                    <a:pt x="771" y="5551"/>
                  </a:lnTo>
                  <a:lnTo>
                    <a:pt x="771" y="5571"/>
                  </a:lnTo>
                  <a:lnTo>
                    <a:pt x="811" y="5571"/>
                  </a:lnTo>
                  <a:lnTo>
                    <a:pt x="850" y="5610"/>
                  </a:lnTo>
                  <a:lnTo>
                    <a:pt x="732" y="5650"/>
                  </a:lnTo>
                  <a:lnTo>
                    <a:pt x="811" y="5650"/>
                  </a:lnTo>
                  <a:lnTo>
                    <a:pt x="831" y="5709"/>
                  </a:lnTo>
                  <a:lnTo>
                    <a:pt x="831" y="5768"/>
                  </a:lnTo>
                  <a:lnTo>
                    <a:pt x="811" y="5847"/>
                  </a:lnTo>
                  <a:lnTo>
                    <a:pt x="791" y="5867"/>
                  </a:lnTo>
                  <a:lnTo>
                    <a:pt x="771" y="5887"/>
                  </a:lnTo>
                  <a:lnTo>
                    <a:pt x="771" y="5906"/>
                  </a:lnTo>
                  <a:lnTo>
                    <a:pt x="811" y="5926"/>
                  </a:lnTo>
                  <a:lnTo>
                    <a:pt x="831" y="5966"/>
                  </a:lnTo>
                  <a:lnTo>
                    <a:pt x="831" y="5985"/>
                  </a:lnTo>
                  <a:lnTo>
                    <a:pt x="771" y="5985"/>
                  </a:lnTo>
                  <a:lnTo>
                    <a:pt x="771" y="6064"/>
                  </a:lnTo>
                  <a:lnTo>
                    <a:pt x="791" y="6163"/>
                  </a:lnTo>
                  <a:lnTo>
                    <a:pt x="791" y="6262"/>
                  </a:lnTo>
                  <a:lnTo>
                    <a:pt x="771" y="6361"/>
                  </a:lnTo>
                  <a:lnTo>
                    <a:pt x="831" y="6479"/>
                  </a:lnTo>
                  <a:lnTo>
                    <a:pt x="870" y="6519"/>
                  </a:lnTo>
                  <a:lnTo>
                    <a:pt x="910" y="6578"/>
                  </a:lnTo>
                  <a:lnTo>
                    <a:pt x="910" y="6538"/>
                  </a:lnTo>
                  <a:lnTo>
                    <a:pt x="929" y="6519"/>
                  </a:lnTo>
                  <a:lnTo>
                    <a:pt x="949" y="6499"/>
                  </a:lnTo>
                  <a:lnTo>
                    <a:pt x="989" y="6519"/>
                  </a:lnTo>
                  <a:lnTo>
                    <a:pt x="1008" y="6519"/>
                  </a:lnTo>
                  <a:lnTo>
                    <a:pt x="1028" y="6558"/>
                  </a:lnTo>
                  <a:lnTo>
                    <a:pt x="1048" y="6598"/>
                  </a:lnTo>
                  <a:lnTo>
                    <a:pt x="1008" y="6617"/>
                  </a:lnTo>
                  <a:lnTo>
                    <a:pt x="1008" y="6637"/>
                  </a:lnTo>
                  <a:lnTo>
                    <a:pt x="989" y="6657"/>
                  </a:lnTo>
                  <a:lnTo>
                    <a:pt x="969" y="6637"/>
                  </a:lnTo>
                  <a:lnTo>
                    <a:pt x="929" y="6657"/>
                  </a:lnTo>
                  <a:lnTo>
                    <a:pt x="910" y="6677"/>
                  </a:lnTo>
                  <a:lnTo>
                    <a:pt x="929" y="6736"/>
                  </a:lnTo>
                  <a:lnTo>
                    <a:pt x="929" y="6775"/>
                  </a:lnTo>
                  <a:lnTo>
                    <a:pt x="910" y="6795"/>
                  </a:lnTo>
                  <a:lnTo>
                    <a:pt x="890" y="6815"/>
                  </a:lnTo>
                  <a:lnTo>
                    <a:pt x="910" y="6835"/>
                  </a:lnTo>
                  <a:lnTo>
                    <a:pt x="929" y="6874"/>
                  </a:lnTo>
                  <a:lnTo>
                    <a:pt x="949" y="6933"/>
                  </a:lnTo>
                  <a:lnTo>
                    <a:pt x="989" y="6953"/>
                  </a:lnTo>
                  <a:lnTo>
                    <a:pt x="949" y="6953"/>
                  </a:lnTo>
                  <a:lnTo>
                    <a:pt x="929" y="6933"/>
                  </a:lnTo>
                  <a:lnTo>
                    <a:pt x="929" y="6914"/>
                  </a:lnTo>
                  <a:lnTo>
                    <a:pt x="910" y="6914"/>
                  </a:lnTo>
                  <a:lnTo>
                    <a:pt x="929" y="6953"/>
                  </a:lnTo>
                  <a:lnTo>
                    <a:pt x="890" y="6953"/>
                  </a:lnTo>
                  <a:lnTo>
                    <a:pt x="890" y="6993"/>
                  </a:lnTo>
                  <a:lnTo>
                    <a:pt x="910" y="7012"/>
                  </a:lnTo>
                  <a:lnTo>
                    <a:pt x="949" y="7052"/>
                  </a:lnTo>
                  <a:lnTo>
                    <a:pt x="1008" y="7072"/>
                  </a:lnTo>
                  <a:lnTo>
                    <a:pt x="1048" y="7111"/>
                  </a:lnTo>
                  <a:lnTo>
                    <a:pt x="1028" y="7111"/>
                  </a:lnTo>
                  <a:lnTo>
                    <a:pt x="1068" y="7151"/>
                  </a:lnTo>
                  <a:lnTo>
                    <a:pt x="949" y="7111"/>
                  </a:lnTo>
                  <a:lnTo>
                    <a:pt x="989" y="7151"/>
                  </a:lnTo>
                  <a:lnTo>
                    <a:pt x="1028" y="7190"/>
                  </a:lnTo>
                  <a:lnTo>
                    <a:pt x="1068" y="7210"/>
                  </a:lnTo>
                  <a:lnTo>
                    <a:pt x="1087" y="7249"/>
                  </a:lnTo>
                  <a:lnTo>
                    <a:pt x="1068" y="7269"/>
                  </a:lnTo>
                  <a:lnTo>
                    <a:pt x="1107" y="7309"/>
                  </a:lnTo>
                  <a:lnTo>
                    <a:pt x="1068" y="7309"/>
                  </a:lnTo>
                  <a:lnTo>
                    <a:pt x="1127" y="7328"/>
                  </a:lnTo>
                  <a:lnTo>
                    <a:pt x="1147" y="7368"/>
                  </a:lnTo>
                  <a:lnTo>
                    <a:pt x="1186" y="7407"/>
                  </a:lnTo>
                  <a:lnTo>
                    <a:pt x="1226" y="7447"/>
                  </a:lnTo>
                  <a:lnTo>
                    <a:pt x="1166" y="7486"/>
                  </a:lnTo>
                  <a:lnTo>
                    <a:pt x="1147" y="7506"/>
                  </a:lnTo>
                  <a:lnTo>
                    <a:pt x="1186" y="7526"/>
                  </a:lnTo>
                  <a:lnTo>
                    <a:pt x="1068" y="7546"/>
                  </a:lnTo>
                  <a:lnTo>
                    <a:pt x="1068" y="7486"/>
                  </a:lnTo>
                  <a:lnTo>
                    <a:pt x="1087" y="7467"/>
                  </a:lnTo>
                  <a:lnTo>
                    <a:pt x="1107" y="7447"/>
                  </a:lnTo>
                  <a:lnTo>
                    <a:pt x="1087" y="7407"/>
                  </a:lnTo>
                  <a:lnTo>
                    <a:pt x="1048" y="7447"/>
                  </a:lnTo>
                  <a:lnTo>
                    <a:pt x="1028" y="7486"/>
                  </a:lnTo>
                  <a:lnTo>
                    <a:pt x="989" y="7605"/>
                  </a:lnTo>
                  <a:lnTo>
                    <a:pt x="1008" y="7704"/>
                  </a:lnTo>
                  <a:lnTo>
                    <a:pt x="1028" y="7803"/>
                  </a:lnTo>
                  <a:lnTo>
                    <a:pt x="1048" y="7842"/>
                  </a:lnTo>
                  <a:lnTo>
                    <a:pt x="1048" y="7882"/>
                  </a:lnTo>
                  <a:lnTo>
                    <a:pt x="2549" y="7921"/>
                  </a:lnTo>
                  <a:lnTo>
                    <a:pt x="2569" y="7842"/>
                  </a:lnTo>
                  <a:lnTo>
                    <a:pt x="2549" y="7783"/>
                  </a:lnTo>
                  <a:lnTo>
                    <a:pt x="2529" y="7743"/>
                  </a:lnTo>
                  <a:lnTo>
                    <a:pt x="2450" y="7822"/>
                  </a:lnTo>
                  <a:lnTo>
                    <a:pt x="2549" y="7822"/>
                  </a:lnTo>
                  <a:lnTo>
                    <a:pt x="2490" y="7862"/>
                  </a:lnTo>
                  <a:lnTo>
                    <a:pt x="2411" y="7862"/>
                  </a:lnTo>
                  <a:lnTo>
                    <a:pt x="2272" y="7822"/>
                  </a:lnTo>
                  <a:lnTo>
                    <a:pt x="2292" y="7803"/>
                  </a:lnTo>
                  <a:lnTo>
                    <a:pt x="2292" y="7783"/>
                  </a:lnTo>
                  <a:lnTo>
                    <a:pt x="2312" y="7763"/>
                  </a:lnTo>
                  <a:lnTo>
                    <a:pt x="2332" y="7763"/>
                  </a:lnTo>
                  <a:lnTo>
                    <a:pt x="2292" y="7684"/>
                  </a:lnTo>
                  <a:lnTo>
                    <a:pt x="2272" y="7704"/>
                  </a:lnTo>
                  <a:lnTo>
                    <a:pt x="2253" y="7723"/>
                  </a:lnTo>
                  <a:lnTo>
                    <a:pt x="2233" y="7723"/>
                  </a:lnTo>
                  <a:lnTo>
                    <a:pt x="2272" y="7664"/>
                  </a:lnTo>
                  <a:lnTo>
                    <a:pt x="2292" y="7644"/>
                  </a:lnTo>
                  <a:lnTo>
                    <a:pt x="2312" y="7664"/>
                  </a:lnTo>
                  <a:lnTo>
                    <a:pt x="2292" y="7605"/>
                  </a:lnTo>
                  <a:lnTo>
                    <a:pt x="2272" y="7585"/>
                  </a:lnTo>
                  <a:lnTo>
                    <a:pt x="2233" y="7585"/>
                  </a:lnTo>
                  <a:lnTo>
                    <a:pt x="2233" y="7565"/>
                  </a:lnTo>
                  <a:lnTo>
                    <a:pt x="2292" y="7565"/>
                  </a:lnTo>
                  <a:lnTo>
                    <a:pt x="2391" y="7605"/>
                  </a:lnTo>
                  <a:lnTo>
                    <a:pt x="2391" y="7565"/>
                  </a:lnTo>
                  <a:lnTo>
                    <a:pt x="2490" y="7565"/>
                  </a:lnTo>
                  <a:lnTo>
                    <a:pt x="2470" y="7486"/>
                  </a:lnTo>
                  <a:lnTo>
                    <a:pt x="2569" y="7506"/>
                  </a:lnTo>
                  <a:lnTo>
                    <a:pt x="2569" y="7486"/>
                  </a:lnTo>
                  <a:lnTo>
                    <a:pt x="2549" y="7447"/>
                  </a:lnTo>
                  <a:lnTo>
                    <a:pt x="2529" y="7427"/>
                  </a:lnTo>
                  <a:lnTo>
                    <a:pt x="2549" y="7388"/>
                  </a:lnTo>
                  <a:lnTo>
                    <a:pt x="2470" y="7388"/>
                  </a:lnTo>
                  <a:lnTo>
                    <a:pt x="2529" y="7249"/>
                  </a:lnTo>
                  <a:lnTo>
                    <a:pt x="2529" y="7131"/>
                  </a:lnTo>
                  <a:lnTo>
                    <a:pt x="2470" y="7170"/>
                  </a:lnTo>
                  <a:lnTo>
                    <a:pt x="2450" y="7131"/>
                  </a:lnTo>
                  <a:lnTo>
                    <a:pt x="2450" y="7111"/>
                  </a:lnTo>
                  <a:lnTo>
                    <a:pt x="2470" y="7072"/>
                  </a:lnTo>
                  <a:lnTo>
                    <a:pt x="2509" y="7032"/>
                  </a:lnTo>
                  <a:lnTo>
                    <a:pt x="2509" y="7012"/>
                  </a:lnTo>
                  <a:lnTo>
                    <a:pt x="2509" y="6973"/>
                  </a:lnTo>
                  <a:lnTo>
                    <a:pt x="2470" y="6933"/>
                  </a:lnTo>
                  <a:lnTo>
                    <a:pt x="2430" y="6894"/>
                  </a:lnTo>
                  <a:lnTo>
                    <a:pt x="2391" y="6874"/>
                  </a:lnTo>
                  <a:lnTo>
                    <a:pt x="2332" y="6874"/>
                  </a:lnTo>
                  <a:lnTo>
                    <a:pt x="2332" y="6854"/>
                  </a:lnTo>
                  <a:lnTo>
                    <a:pt x="2332" y="6835"/>
                  </a:lnTo>
                  <a:lnTo>
                    <a:pt x="2391" y="6815"/>
                  </a:lnTo>
                  <a:lnTo>
                    <a:pt x="2292" y="6756"/>
                  </a:lnTo>
                  <a:lnTo>
                    <a:pt x="2272" y="6716"/>
                  </a:lnTo>
                  <a:lnTo>
                    <a:pt x="2272" y="6696"/>
                  </a:lnTo>
                  <a:lnTo>
                    <a:pt x="2272" y="6677"/>
                  </a:lnTo>
                  <a:lnTo>
                    <a:pt x="2351" y="6756"/>
                  </a:lnTo>
                  <a:lnTo>
                    <a:pt x="2391" y="6736"/>
                  </a:lnTo>
                  <a:lnTo>
                    <a:pt x="2391" y="6677"/>
                  </a:lnTo>
                  <a:lnTo>
                    <a:pt x="2391" y="6637"/>
                  </a:lnTo>
                  <a:lnTo>
                    <a:pt x="2391" y="6598"/>
                  </a:lnTo>
                  <a:lnTo>
                    <a:pt x="2154" y="6400"/>
                  </a:lnTo>
                  <a:lnTo>
                    <a:pt x="2095" y="6420"/>
                  </a:lnTo>
                  <a:lnTo>
                    <a:pt x="2016" y="6440"/>
                  </a:lnTo>
                  <a:lnTo>
                    <a:pt x="1956" y="6420"/>
                  </a:lnTo>
                  <a:lnTo>
                    <a:pt x="1897" y="6400"/>
                  </a:lnTo>
                  <a:lnTo>
                    <a:pt x="1917" y="6380"/>
                  </a:lnTo>
                  <a:lnTo>
                    <a:pt x="1937" y="6341"/>
                  </a:lnTo>
                  <a:lnTo>
                    <a:pt x="1976" y="6262"/>
                  </a:lnTo>
                  <a:lnTo>
                    <a:pt x="2016" y="6262"/>
                  </a:lnTo>
                  <a:lnTo>
                    <a:pt x="2055" y="6222"/>
                  </a:lnTo>
                  <a:lnTo>
                    <a:pt x="2095" y="6203"/>
                  </a:lnTo>
                  <a:lnTo>
                    <a:pt x="2114" y="6222"/>
                  </a:lnTo>
                  <a:lnTo>
                    <a:pt x="2114" y="6242"/>
                  </a:lnTo>
                  <a:lnTo>
                    <a:pt x="2075" y="6282"/>
                  </a:lnTo>
                  <a:lnTo>
                    <a:pt x="2055" y="6301"/>
                  </a:lnTo>
                  <a:lnTo>
                    <a:pt x="2055" y="6321"/>
                  </a:lnTo>
                  <a:lnTo>
                    <a:pt x="2134" y="6262"/>
                  </a:lnTo>
                  <a:lnTo>
                    <a:pt x="2213" y="6163"/>
                  </a:lnTo>
                  <a:lnTo>
                    <a:pt x="2253" y="6183"/>
                  </a:lnTo>
                  <a:lnTo>
                    <a:pt x="2272" y="6222"/>
                  </a:lnTo>
                  <a:lnTo>
                    <a:pt x="2213" y="6222"/>
                  </a:lnTo>
                  <a:lnTo>
                    <a:pt x="2253" y="6262"/>
                  </a:lnTo>
                  <a:lnTo>
                    <a:pt x="2272" y="6262"/>
                  </a:lnTo>
                  <a:lnTo>
                    <a:pt x="2312" y="6242"/>
                  </a:lnTo>
                  <a:lnTo>
                    <a:pt x="2351" y="6203"/>
                  </a:lnTo>
                  <a:lnTo>
                    <a:pt x="2411" y="6203"/>
                  </a:lnTo>
                  <a:lnTo>
                    <a:pt x="2391" y="6143"/>
                  </a:lnTo>
                  <a:lnTo>
                    <a:pt x="2351" y="6143"/>
                  </a:lnTo>
                  <a:lnTo>
                    <a:pt x="2371" y="6124"/>
                  </a:lnTo>
                  <a:lnTo>
                    <a:pt x="2391" y="6084"/>
                  </a:lnTo>
                  <a:lnTo>
                    <a:pt x="2351" y="6045"/>
                  </a:lnTo>
                  <a:lnTo>
                    <a:pt x="2332" y="5985"/>
                  </a:lnTo>
                  <a:lnTo>
                    <a:pt x="2332" y="5946"/>
                  </a:lnTo>
                  <a:lnTo>
                    <a:pt x="2351" y="5926"/>
                  </a:lnTo>
                  <a:lnTo>
                    <a:pt x="2312" y="5946"/>
                  </a:lnTo>
                  <a:lnTo>
                    <a:pt x="2292" y="5946"/>
                  </a:lnTo>
                  <a:lnTo>
                    <a:pt x="2253" y="5926"/>
                  </a:lnTo>
                  <a:lnTo>
                    <a:pt x="2253" y="5887"/>
                  </a:lnTo>
                  <a:lnTo>
                    <a:pt x="2272" y="5867"/>
                  </a:lnTo>
                  <a:lnTo>
                    <a:pt x="2332" y="5827"/>
                  </a:lnTo>
                  <a:lnTo>
                    <a:pt x="2292" y="5808"/>
                  </a:lnTo>
                  <a:lnTo>
                    <a:pt x="2272" y="5788"/>
                  </a:lnTo>
                  <a:lnTo>
                    <a:pt x="2272" y="5748"/>
                  </a:lnTo>
                  <a:lnTo>
                    <a:pt x="2233" y="5729"/>
                  </a:lnTo>
                  <a:lnTo>
                    <a:pt x="2174" y="5748"/>
                  </a:lnTo>
                  <a:lnTo>
                    <a:pt x="2134" y="5768"/>
                  </a:lnTo>
                  <a:lnTo>
                    <a:pt x="2075" y="5748"/>
                  </a:lnTo>
                  <a:lnTo>
                    <a:pt x="2035" y="5729"/>
                  </a:lnTo>
                  <a:lnTo>
                    <a:pt x="2016" y="5689"/>
                  </a:lnTo>
                  <a:lnTo>
                    <a:pt x="2035" y="5650"/>
                  </a:lnTo>
                  <a:lnTo>
                    <a:pt x="2016" y="5630"/>
                  </a:lnTo>
                  <a:lnTo>
                    <a:pt x="2055" y="5610"/>
                  </a:lnTo>
                  <a:lnTo>
                    <a:pt x="2075" y="5630"/>
                  </a:lnTo>
                  <a:lnTo>
                    <a:pt x="2095" y="5669"/>
                  </a:lnTo>
                  <a:lnTo>
                    <a:pt x="2114" y="5689"/>
                  </a:lnTo>
                  <a:lnTo>
                    <a:pt x="2035" y="5551"/>
                  </a:lnTo>
                  <a:lnTo>
                    <a:pt x="2075" y="5531"/>
                  </a:lnTo>
                  <a:lnTo>
                    <a:pt x="2114" y="5531"/>
                  </a:lnTo>
                  <a:lnTo>
                    <a:pt x="2134" y="5571"/>
                  </a:lnTo>
                  <a:lnTo>
                    <a:pt x="2134" y="5610"/>
                  </a:lnTo>
                  <a:lnTo>
                    <a:pt x="2154" y="5551"/>
                  </a:lnTo>
                  <a:lnTo>
                    <a:pt x="2134" y="5511"/>
                  </a:lnTo>
                  <a:lnTo>
                    <a:pt x="2095" y="5472"/>
                  </a:lnTo>
                  <a:lnTo>
                    <a:pt x="2035" y="5452"/>
                  </a:lnTo>
                  <a:lnTo>
                    <a:pt x="2055" y="5413"/>
                  </a:lnTo>
                  <a:lnTo>
                    <a:pt x="2055" y="5353"/>
                  </a:lnTo>
                  <a:lnTo>
                    <a:pt x="2114" y="5373"/>
                  </a:lnTo>
                  <a:lnTo>
                    <a:pt x="2174" y="5373"/>
                  </a:lnTo>
                  <a:lnTo>
                    <a:pt x="2233" y="5393"/>
                  </a:lnTo>
                  <a:lnTo>
                    <a:pt x="2272" y="5413"/>
                  </a:lnTo>
                  <a:lnTo>
                    <a:pt x="2253" y="5452"/>
                  </a:lnTo>
                  <a:lnTo>
                    <a:pt x="2154" y="5452"/>
                  </a:lnTo>
                  <a:lnTo>
                    <a:pt x="2154" y="5472"/>
                  </a:lnTo>
                  <a:lnTo>
                    <a:pt x="2233" y="5472"/>
                  </a:lnTo>
                  <a:lnTo>
                    <a:pt x="2213" y="5511"/>
                  </a:lnTo>
                  <a:lnTo>
                    <a:pt x="2233" y="5531"/>
                  </a:lnTo>
                  <a:lnTo>
                    <a:pt x="2253" y="5571"/>
                  </a:lnTo>
                  <a:lnTo>
                    <a:pt x="2233" y="5571"/>
                  </a:lnTo>
                  <a:lnTo>
                    <a:pt x="2213" y="5551"/>
                  </a:lnTo>
                  <a:lnTo>
                    <a:pt x="2233" y="5650"/>
                  </a:lnTo>
                  <a:lnTo>
                    <a:pt x="2253" y="5689"/>
                  </a:lnTo>
                  <a:lnTo>
                    <a:pt x="2292" y="5709"/>
                  </a:lnTo>
                  <a:lnTo>
                    <a:pt x="2312" y="5669"/>
                  </a:lnTo>
                  <a:lnTo>
                    <a:pt x="2312" y="5650"/>
                  </a:lnTo>
                  <a:lnTo>
                    <a:pt x="2292" y="5571"/>
                  </a:lnTo>
                  <a:lnTo>
                    <a:pt x="2292" y="5492"/>
                  </a:lnTo>
                  <a:lnTo>
                    <a:pt x="2292" y="5472"/>
                  </a:lnTo>
                  <a:lnTo>
                    <a:pt x="2332" y="5452"/>
                  </a:lnTo>
                  <a:lnTo>
                    <a:pt x="2193" y="5294"/>
                  </a:lnTo>
                  <a:lnTo>
                    <a:pt x="2134" y="5333"/>
                  </a:lnTo>
                  <a:lnTo>
                    <a:pt x="2095" y="5333"/>
                  </a:lnTo>
                  <a:lnTo>
                    <a:pt x="2055" y="5314"/>
                  </a:lnTo>
                  <a:lnTo>
                    <a:pt x="2114" y="5294"/>
                  </a:lnTo>
                  <a:lnTo>
                    <a:pt x="2154" y="5254"/>
                  </a:lnTo>
                  <a:lnTo>
                    <a:pt x="2174" y="5215"/>
                  </a:lnTo>
                  <a:lnTo>
                    <a:pt x="2174" y="5175"/>
                  </a:lnTo>
                  <a:lnTo>
                    <a:pt x="2134" y="5175"/>
                  </a:lnTo>
                  <a:lnTo>
                    <a:pt x="2095" y="5136"/>
                  </a:lnTo>
                  <a:lnTo>
                    <a:pt x="2055" y="5116"/>
                  </a:lnTo>
                  <a:lnTo>
                    <a:pt x="1996" y="5116"/>
                  </a:lnTo>
                  <a:lnTo>
                    <a:pt x="2016" y="5136"/>
                  </a:lnTo>
                  <a:lnTo>
                    <a:pt x="2016" y="5156"/>
                  </a:lnTo>
                  <a:lnTo>
                    <a:pt x="1976" y="5175"/>
                  </a:lnTo>
                  <a:lnTo>
                    <a:pt x="1956" y="5136"/>
                  </a:lnTo>
                  <a:lnTo>
                    <a:pt x="1917" y="5136"/>
                  </a:lnTo>
                  <a:lnTo>
                    <a:pt x="1877" y="5156"/>
                  </a:lnTo>
                  <a:lnTo>
                    <a:pt x="1877" y="5136"/>
                  </a:lnTo>
                  <a:lnTo>
                    <a:pt x="1877" y="5077"/>
                  </a:lnTo>
                  <a:lnTo>
                    <a:pt x="1937" y="5077"/>
                  </a:lnTo>
                  <a:lnTo>
                    <a:pt x="1956" y="5017"/>
                  </a:lnTo>
                  <a:lnTo>
                    <a:pt x="2055" y="5057"/>
                  </a:lnTo>
                  <a:lnTo>
                    <a:pt x="2068" y="5065"/>
                  </a:lnTo>
                  <a:lnTo>
                    <a:pt x="1976" y="4919"/>
                  </a:lnTo>
                  <a:lnTo>
                    <a:pt x="1917" y="4859"/>
                  </a:lnTo>
                  <a:lnTo>
                    <a:pt x="1877" y="4780"/>
                  </a:lnTo>
                  <a:lnTo>
                    <a:pt x="1917" y="4780"/>
                  </a:lnTo>
                  <a:lnTo>
                    <a:pt x="1956" y="4800"/>
                  </a:lnTo>
                  <a:lnTo>
                    <a:pt x="2016" y="4859"/>
                  </a:lnTo>
                  <a:lnTo>
                    <a:pt x="2075" y="4899"/>
                  </a:lnTo>
                  <a:lnTo>
                    <a:pt x="2174" y="4899"/>
                  </a:lnTo>
                  <a:lnTo>
                    <a:pt x="2154" y="4859"/>
                  </a:lnTo>
                  <a:lnTo>
                    <a:pt x="2114" y="4840"/>
                  </a:lnTo>
                  <a:lnTo>
                    <a:pt x="2095" y="4840"/>
                  </a:lnTo>
                  <a:lnTo>
                    <a:pt x="2075" y="4800"/>
                  </a:lnTo>
                  <a:lnTo>
                    <a:pt x="2095" y="4780"/>
                  </a:lnTo>
                  <a:lnTo>
                    <a:pt x="2114" y="4761"/>
                  </a:lnTo>
                  <a:lnTo>
                    <a:pt x="2114" y="4721"/>
                  </a:lnTo>
                  <a:lnTo>
                    <a:pt x="2075" y="4662"/>
                  </a:lnTo>
                  <a:lnTo>
                    <a:pt x="2055" y="4603"/>
                  </a:lnTo>
                  <a:lnTo>
                    <a:pt x="2016" y="4642"/>
                  </a:lnTo>
                  <a:lnTo>
                    <a:pt x="1996" y="4622"/>
                  </a:lnTo>
                  <a:lnTo>
                    <a:pt x="1996" y="4583"/>
                  </a:lnTo>
                  <a:lnTo>
                    <a:pt x="2016" y="4524"/>
                  </a:lnTo>
                  <a:lnTo>
                    <a:pt x="2035" y="4524"/>
                  </a:lnTo>
                  <a:lnTo>
                    <a:pt x="1996" y="4504"/>
                  </a:lnTo>
                  <a:lnTo>
                    <a:pt x="2016" y="4484"/>
                  </a:lnTo>
                  <a:lnTo>
                    <a:pt x="1996" y="4464"/>
                  </a:lnTo>
                  <a:lnTo>
                    <a:pt x="1976" y="4405"/>
                  </a:lnTo>
                  <a:lnTo>
                    <a:pt x="1976" y="4346"/>
                  </a:lnTo>
                  <a:lnTo>
                    <a:pt x="1956" y="4306"/>
                  </a:lnTo>
                  <a:lnTo>
                    <a:pt x="1937" y="4306"/>
                  </a:lnTo>
                  <a:lnTo>
                    <a:pt x="1937" y="4346"/>
                  </a:lnTo>
                  <a:lnTo>
                    <a:pt x="1956" y="4366"/>
                  </a:lnTo>
                  <a:lnTo>
                    <a:pt x="1956" y="4405"/>
                  </a:lnTo>
                  <a:lnTo>
                    <a:pt x="1937" y="4445"/>
                  </a:lnTo>
                  <a:lnTo>
                    <a:pt x="1897" y="4464"/>
                  </a:lnTo>
                  <a:lnTo>
                    <a:pt x="1877" y="4445"/>
                  </a:lnTo>
                  <a:lnTo>
                    <a:pt x="1858" y="4385"/>
                  </a:lnTo>
                  <a:lnTo>
                    <a:pt x="1818" y="4346"/>
                  </a:lnTo>
                  <a:lnTo>
                    <a:pt x="1779" y="4287"/>
                  </a:lnTo>
                  <a:lnTo>
                    <a:pt x="1759" y="4227"/>
                  </a:lnTo>
                  <a:lnTo>
                    <a:pt x="1739" y="4247"/>
                  </a:lnTo>
                  <a:lnTo>
                    <a:pt x="1719" y="4227"/>
                  </a:lnTo>
                  <a:lnTo>
                    <a:pt x="1700" y="4208"/>
                  </a:lnTo>
                  <a:lnTo>
                    <a:pt x="1700" y="4148"/>
                  </a:lnTo>
                  <a:lnTo>
                    <a:pt x="1719" y="4109"/>
                  </a:lnTo>
                  <a:lnTo>
                    <a:pt x="1739" y="4109"/>
                  </a:lnTo>
                  <a:lnTo>
                    <a:pt x="1779" y="4129"/>
                  </a:lnTo>
                  <a:lnTo>
                    <a:pt x="1818" y="4148"/>
                  </a:lnTo>
                  <a:lnTo>
                    <a:pt x="1838" y="4129"/>
                  </a:lnTo>
                  <a:lnTo>
                    <a:pt x="1877" y="4168"/>
                  </a:lnTo>
                  <a:lnTo>
                    <a:pt x="1877" y="4188"/>
                  </a:lnTo>
                  <a:lnTo>
                    <a:pt x="1897" y="4208"/>
                  </a:lnTo>
                  <a:lnTo>
                    <a:pt x="1937" y="4227"/>
                  </a:lnTo>
                  <a:lnTo>
                    <a:pt x="2035" y="4168"/>
                  </a:lnTo>
                  <a:lnTo>
                    <a:pt x="1996" y="4129"/>
                  </a:lnTo>
                  <a:lnTo>
                    <a:pt x="2016" y="4089"/>
                  </a:lnTo>
                  <a:lnTo>
                    <a:pt x="2035" y="4069"/>
                  </a:lnTo>
                  <a:lnTo>
                    <a:pt x="2035" y="4030"/>
                  </a:lnTo>
                  <a:lnTo>
                    <a:pt x="1996" y="4069"/>
                  </a:lnTo>
                  <a:lnTo>
                    <a:pt x="1956" y="4069"/>
                  </a:lnTo>
                  <a:lnTo>
                    <a:pt x="1956" y="4050"/>
                  </a:lnTo>
                  <a:lnTo>
                    <a:pt x="1976" y="4030"/>
                  </a:lnTo>
                  <a:lnTo>
                    <a:pt x="1858" y="4050"/>
                  </a:lnTo>
                  <a:lnTo>
                    <a:pt x="1877" y="4089"/>
                  </a:lnTo>
                  <a:lnTo>
                    <a:pt x="1897" y="4109"/>
                  </a:lnTo>
                  <a:lnTo>
                    <a:pt x="1917" y="4148"/>
                  </a:lnTo>
                  <a:lnTo>
                    <a:pt x="1897" y="4168"/>
                  </a:lnTo>
                  <a:lnTo>
                    <a:pt x="1858" y="4129"/>
                  </a:lnTo>
                  <a:lnTo>
                    <a:pt x="1798" y="4109"/>
                  </a:lnTo>
                  <a:lnTo>
                    <a:pt x="1759" y="4069"/>
                  </a:lnTo>
                  <a:lnTo>
                    <a:pt x="1739" y="4010"/>
                  </a:lnTo>
                  <a:lnTo>
                    <a:pt x="1759" y="4010"/>
                  </a:lnTo>
                  <a:lnTo>
                    <a:pt x="1779" y="4030"/>
                  </a:lnTo>
                  <a:lnTo>
                    <a:pt x="1798" y="4050"/>
                  </a:lnTo>
                  <a:lnTo>
                    <a:pt x="1798" y="4010"/>
                  </a:lnTo>
                  <a:lnTo>
                    <a:pt x="1779" y="3990"/>
                  </a:lnTo>
                  <a:lnTo>
                    <a:pt x="1759" y="3951"/>
                  </a:lnTo>
                  <a:lnTo>
                    <a:pt x="1759" y="3911"/>
                  </a:lnTo>
                  <a:lnTo>
                    <a:pt x="1818" y="3951"/>
                  </a:lnTo>
                  <a:lnTo>
                    <a:pt x="1858" y="3971"/>
                  </a:lnTo>
                  <a:lnTo>
                    <a:pt x="1897" y="3951"/>
                  </a:lnTo>
                  <a:lnTo>
                    <a:pt x="1798" y="3931"/>
                  </a:lnTo>
                  <a:lnTo>
                    <a:pt x="1838" y="3892"/>
                  </a:lnTo>
                  <a:lnTo>
                    <a:pt x="1858" y="3892"/>
                  </a:lnTo>
                  <a:lnTo>
                    <a:pt x="1838" y="3872"/>
                  </a:lnTo>
                  <a:lnTo>
                    <a:pt x="1779" y="3872"/>
                  </a:lnTo>
                  <a:lnTo>
                    <a:pt x="1779" y="3852"/>
                  </a:lnTo>
                  <a:lnTo>
                    <a:pt x="1798" y="3832"/>
                  </a:lnTo>
                  <a:lnTo>
                    <a:pt x="1838" y="3813"/>
                  </a:lnTo>
                  <a:lnTo>
                    <a:pt x="1818" y="3793"/>
                  </a:lnTo>
                  <a:lnTo>
                    <a:pt x="1818" y="3773"/>
                  </a:lnTo>
                  <a:lnTo>
                    <a:pt x="1779" y="3753"/>
                  </a:lnTo>
                  <a:lnTo>
                    <a:pt x="1759" y="3734"/>
                  </a:lnTo>
                  <a:lnTo>
                    <a:pt x="1739" y="3773"/>
                  </a:lnTo>
                  <a:lnTo>
                    <a:pt x="1640" y="3773"/>
                  </a:lnTo>
                  <a:lnTo>
                    <a:pt x="1601" y="3753"/>
                  </a:lnTo>
                  <a:lnTo>
                    <a:pt x="1601" y="3694"/>
                  </a:lnTo>
                  <a:lnTo>
                    <a:pt x="1581" y="3635"/>
                  </a:lnTo>
                  <a:lnTo>
                    <a:pt x="1601" y="3595"/>
                  </a:lnTo>
                  <a:lnTo>
                    <a:pt x="1640" y="3536"/>
                  </a:lnTo>
                  <a:lnTo>
                    <a:pt x="1581" y="3516"/>
                  </a:lnTo>
                  <a:lnTo>
                    <a:pt x="1621" y="3516"/>
                  </a:lnTo>
                  <a:lnTo>
                    <a:pt x="1621" y="3477"/>
                  </a:lnTo>
                  <a:lnTo>
                    <a:pt x="1621" y="3437"/>
                  </a:lnTo>
                  <a:lnTo>
                    <a:pt x="1660" y="3437"/>
                  </a:lnTo>
                  <a:lnTo>
                    <a:pt x="1660" y="3477"/>
                  </a:lnTo>
                  <a:lnTo>
                    <a:pt x="1700" y="3516"/>
                  </a:lnTo>
                  <a:lnTo>
                    <a:pt x="1719" y="3536"/>
                  </a:lnTo>
                  <a:lnTo>
                    <a:pt x="1759" y="3536"/>
                  </a:lnTo>
                  <a:lnTo>
                    <a:pt x="1779" y="3516"/>
                  </a:lnTo>
                  <a:lnTo>
                    <a:pt x="1798" y="3497"/>
                  </a:lnTo>
                  <a:lnTo>
                    <a:pt x="1858" y="3516"/>
                  </a:lnTo>
                  <a:lnTo>
                    <a:pt x="1858" y="3516"/>
                  </a:lnTo>
                  <a:lnTo>
                    <a:pt x="1838" y="3497"/>
                  </a:lnTo>
                  <a:lnTo>
                    <a:pt x="1798" y="3477"/>
                  </a:lnTo>
                  <a:lnTo>
                    <a:pt x="1739" y="3497"/>
                  </a:lnTo>
                  <a:lnTo>
                    <a:pt x="1700" y="3477"/>
                  </a:lnTo>
                  <a:lnTo>
                    <a:pt x="1719" y="3457"/>
                  </a:lnTo>
                  <a:lnTo>
                    <a:pt x="1719" y="3437"/>
                  </a:lnTo>
                  <a:lnTo>
                    <a:pt x="1739" y="3418"/>
                  </a:lnTo>
                  <a:lnTo>
                    <a:pt x="1779" y="3418"/>
                  </a:lnTo>
                  <a:lnTo>
                    <a:pt x="1759" y="3378"/>
                  </a:lnTo>
                  <a:lnTo>
                    <a:pt x="1739" y="3358"/>
                  </a:lnTo>
                  <a:lnTo>
                    <a:pt x="1700" y="3339"/>
                  </a:lnTo>
                  <a:lnTo>
                    <a:pt x="1700" y="3319"/>
                  </a:lnTo>
                  <a:lnTo>
                    <a:pt x="1818" y="3319"/>
                  </a:lnTo>
                  <a:lnTo>
                    <a:pt x="1818" y="3299"/>
                  </a:lnTo>
                  <a:lnTo>
                    <a:pt x="1818" y="3279"/>
                  </a:lnTo>
                  <a:lnTo>
                    <a:pt x="1838" y="3260"/>
                  </a:lnTo>
                  <a:lnTo>
                    <a:pt x="1779" y="3260"/>
                  </a:lnTo>
                  <a:lnTo>
                    <a:pt x="1779" y="3279"/>
                  </a:lnTo>
                  <a:lnTo>
                    <a:pt x="1759" y="3260"/>
                  </a:lnTo>
                  <a:lnTo>
                    <a:pt x="1739" y="3240"/>
                  </a:lnTo>
                  <a:lnTo>
                    <a:pt x="1739" y="3200"/>
                  </a:lnTo>
                  <a:lnTo>
                    <a:pt x="1719" y="3181"/>
                  </a:lnTo>
                  <a:lnTo>
                    <a:pt x="1739" y="3161"/>
                  </a:lnTo>
                  <a:lnTo>
                    <a:pt x="1739" y="3121"/>
                  </a:lnTo>
                  <a:lnTo>
                    <a:pt x="1739" y="3082"/>
                  </a:lnTo>
                  <a:lnTo>
                    <a:pt x="1739" y="3042"/>
                  </a:lnTo>
                  <a:lnTo>
                    <a:pt x="1700" y="3062"/>
                  </a:lnTo>
                  <a:lnTo>
                    <a:pt x="1680" y="3062"/>
                  </a:lnTo>
                  <a:lnTo>
                    <a:pt x="1680" y="3082"/>
                  </a:lnTo>
                  <a:lnTo>
                    <a:pt x="1700" y="3102"/>
                  </a:lnTo>
                  <a:lnTo>
                    <a:pt x="1719" y="3121"/>
                  </a:lnTo>
                  <a:lnTo>
                    <a:pt x="1719" y="3141"/>
                  </a:lnTo>
                  <a:lnTo>
                    <a:pt x="1680" y="3161"/>
                  </a:lnTo>
                  <a:lnTo>
                    <a:pt x="1640" y="3102"/>
                  </a:lnTo>
                  <a:lnTo>
                    <a:pt x="1621" y="3022"/>
                  </a:lnTo>
                  <a:lnTo>
                    <a:pt x="1601" y="2924"/>
                  </a:lnTo>
                  <a:lnTo>
                    <a:pt x="1561" y="2864"/>
                  </a:lnTo>
                  <a:lnTo>
                    <a:pt x="1581" y="2825"/>
                  </a:lnTo>
                  <a:lnTo>
                    <a:pt x="1700" y="2825"/>
                  </a:lnTo>
                  <a:lnTo>
                    <a:pt x="1700" y="2864"/>
                  </a:lnTo>
                  <a:lnTo>
                    <a:pt x="1700" y="2904"/>
                  </a:lnTo>
                  <a:lnTo>
                    <a:pt x="1700" y="2943"/>
                  </a:lnTo>
                  <a:lnTo>
                    <a:pt x="1719" y="2983"/>
                  </a:lnTo>
                  <a:lnTo>
                    <a:pt x="1719" y="2924"/>
                  </a:lnTo>
                  <a:lnTo>
                    <a:pt x="1719" y="2864"/>
                  </a:lnTo>
                  <a:lnTo>
                    <a:pt x="1700" y="2785"/>
                  </a:lnTo>
                  <a:lnTo>
                    <a:pt x="1640" y="2746"/>
                  </a:lnTo>
                  <a:lnTo>
                    <a:pt x="1660" y="2706"/>
                  </a:lnTo>
                  <a:lnTo>
                    <a:pt x="1680" y="2687"/>
                  </a:lnTo>
                  <a:lnTo>
                    <a:pt x="1719" y="2647"/>
                  </a:lnTo>
                  <a:lnTo>
                    <a:pt x="1779" y="2608"/>
                  </a:lnTo>
                  <a:lnTo>
                    <a:pt x="1779" y="2568"/>
                  </a:lnTo>
                  <a:lnTo>
                    <a:pt x="1779" y="2548"/>
                  </a:lnTo>
                  <a:lnTo>
                    <a:pt x="1719" y="2568"/>
                  </a:lnTo>
                  <a:lnTo>
                    <a:pt x="1680" y="2588"/>
                  </a:lnTo>
                  <a:lnTo>
                    <a:pt x="1660" y="2568"/>
                  </a:lnTo>
                  <a:lnTo>
                    <a:pt x="1660" y="2548"/>
                  </a:lnTo>
                  <a:lnTo>
                    <a:pt x="1680" y="2509"/>
                  </a:lnTo>
                  <a:lnTo>
                    <a:pt x="1640" y="2509"/>
                  </a:lnTo>
                  <a:lnTo>
                    <a:pt x="1640" y="2529"/>
                  </a:lnTo>
                  <a:lnTo>
                    <a:pt x="1621" y="2529"/>
                  </a:lnTo>
                  <a:lnTo>
                    <a:pt x="1601" y="2509"/>
                  </a:lnTo>
                  <a:lnTo>
                    <a:pt x="1601" y="2489"/>
                  </a:lnTo>
                  <a:lnTo>
                    <a:pt x="1621" y="2469"/>
                  </a:lnTo>
                  <a:lnTo>
                    <a:pt x="1660" y="2469"/>
                  </a:lnTo>
                  <a:lnTo>
                    <a:pt x="1640" y="2450"/>
                  </a:lnTo>
                  <a:lnTo>
                    <a:pt x="1640" y="2430"/>
                  </a:lnTo>
                  <a:lnTo>
                    <a:pt x="1680" y="2390"/>
                  </a:lnTo>
                  <a:lnTo>
                    <a:pt x="1719" y="2371"/>
                  </a:lnTo>
                  <a:lnTo>
                    <a:pt x="1700" y="2351"/>
                  </a:lnTo>
                  <a:lnTo>
                    <a:pt x="1680" y="2331"/>
                  </a:lnTo>
                  <a:lnTo>
                    <a:pt x="1660" y="2331"/>
                  </a:lnTo>
                  <a:lnTo>
                    <a:pt x="1660" y="2351"/>
                  </a:lnTo>
                  <a:lnTo>
                    <a:pt x="1660" y="2371"/>
                  </a:lnTo>
                  <a:lnTo>
                    <a:pt x="1621" y="2371"/>
                  </a:lnTo>
                  <a:lnTo>
                    <a:pt x="1581" y="2351"/>
                  </a:lnTo>
                  <a:lnTo>
                    <a:pt x="1522" y="2311"/>
                  </a:lnTo>
                  <a:lnTo>
                    <a:pt x="1542" y="2311"/>
                  </a:lnTo>
                  <a:lnTo>
                    <a:pt x="1542" y="2292"/>
                  </a:lnTo>
                  <a:lnTo>
                    <a:pt x="1542" y="2252"/>
                  </a:lnTo>
                  <a:lnTo>
                    <a:pt x="1581" y="2252"/>
                  </a:lnTo>
                  <a:lnTo>
                    <a:pt x="1581" y="2272"/>
                  </a:lnTo>
                  <a:lnTo>
                    <a:pt x="1601" y="2311"/>
                  </a:lnTo>
                  <a:lnTo>
                    <a:pt x="1621" y="2311"/>
                  </a:lnTo>
                  <a:lnTo>
                    <a:pt x="1621" y="2252"/>
                  </a:lnTo>
                  <a:lnTo>
                    <a:pt x="1601" y="2272"/>
                  </a:lnTo>
                  <a:lnTo>
                    <a:pt x="1542" y="2193"/>
                  </a:lnTo>
                  <a:lnTo>
                    <a:pt x="1542" y="2213"/>
                  </a:lnTo>
                  <a:lnTo>
                    <a:pt x="1502" y="2232"/>
                  </a:lnTo>
                  <a:lnTo>
                    <a:pt x="1463" y="2213"/>
                  </a:lnTo>
                  <a:lnTo>
                    <a:pt x="1443" y="2193"/>
                  </a:lnTo>
                  <a:lnTo>
                    <a:pt x="1463" y="2114"/>
                  </a:lnTo>
                  <a:lnTo>
                    <a:pt x="1502" y="2094"/>
                  </a:lnTo>
                  <a:lnTo>
                    <a:pt x="1542" y="2094"/>
                  </a:lnTo>
                  <a:lnTo>
                    <a:pt x="1502" y="2074"/>
                  </a:lnTo>
                  <a:lnTo>
                    <a:pt x="1463" y="2055"/>
                  </a:lnTo>
                  <a:lnTo>
                    <a:pt x="1443" y="1976"/>
                  </a:lnTo>
                  <a:lnTo>
                    <a:pt x="1423" y="1995"/>
                  </a:lnTo>
                  <a:lnTo>
                    <a:pt x="1403" y="1995"/>
                  </a:lnTo>
                  <a:lnTo>
                    <a:pt x="1344" y="1976"/>
                  </a:lnTo>
                  <a:lnTo>
                    <a:pt x="1423" y="1877"/>
                  </a:lnTo>
                  <a:lnTo>
                    <a:pt x="1443" y="1916"/>
                  </a:lnTo>
                  <a:lnTo>
                    <a:pt x="1463" y="1916"/>
                  </a:lnTo>
                  <a:lnTo>
                    <a:pt x="1502" y="1877"/>
                  </a:lnTo>
                  <a:lnTo>
                    <a:pt x="1542" y="1877"/>
                  </a:lnTo>
                  <a:lnTo>
                    <a:pt x="1581" y="1897"/>
                  </a:lnTo>
                  <a:lnTo>
                    <a:pt x="1601" y="1936"/>
                  </a:lnTo>
                  <a:lnTo>
                    <a:pt x="1581" y="1995"/>
                  </a:lnTo>
                  <a:lnTo>
                    <a:pt x="1621" y="1956"/>
                  </a:lnTo>
                  <a:lnTo>
                    <a:pt x="1621" y="1936"/>
                  </a:lnTo>
                  <a:lnTo>
                    <a:pt x="1621" y="1916"/>
                  </a:lnTo>
                  <a:lnTo>
                    <a:pt x="1601" y="1897"/>
                  </a:lnTo>
                  <a:lnTo>
                    <a:pt x="1561" y="1857"/>
                  </a:lnTo>
                  <a:lnTo>
                    <a:pt x="1542" y="1837"/>
                  </a:lnTo>
                  <a:lnTo>
                    <a:pt x="1561" y="1798"/>
                  </a:lnTo>
                  <a:lnTo>
                    <a:pt x="1601" y="1798"/>
                  </a:lnTo>
                  <a:lnTo>
                    <a:pt x="1621" y="1818"/>
                  </a:lnTo>
                  <a:lnTo>
                    <a:pt x="1601" y="1778"/>
                  </a:lnTo>
                  <a:lnTo>
                    <a:pt x="1581" y="1739"/>
                  </a:lnTo>
                  <a:lnTo>
                    <a:pt x="1601" y="1719"/>
                  </a:lnTo>
                  <a:lnTo>
                    <a:pt x="1542" y="1739"/>
                  </a:lnTo>
                  <a:lnTo>
                    <a:pt x="1502" y="1739"/>
                  </a:lnTo>
                  <a:lnTo>
                    <a:pt x="1463" y="1719"/>
                  </a:lnTo>
                  <a:lnTo>
                    <a:pt x="1542" y="1640"/>
                  </a:lnTo>
                  <a:lnTo>
                    <a:pt x="1542" y="1620"/>
                  </a:lnTo>
                  <a:lnTo>
                    <a:pt x="1542" y="1600"/>
                  </a:lnTo>
                  <a:lnTo>
                    <a:pt x="1443" y="1600"/>
                  </a:lnTo>
                  <a:lnTo>
                    <a:pt x="1403" y="1561"/>
                  </a:lnTo>
                  <a:lnTo>
                    <a:pt x="1344" y="1620"/>
                  </a:lnTo>
                  <a:lnTo>
                    <a:pt x="1305" y="1600"/>
                  </a:lnTo>
                  <a:lnTo>
                    <a:pt x="1305" y="1640"/>
                  </a:lnTo>
                  <a:lnTo>
                    <a:pt x="1265" y="1640"/>
                  </a:lnTo>
                  <a:lnTo>
                    <a:pt x="1245" y="1620"/>
                  </a:lnTo>
                  <a:lnTo>
                    <a:pt x="1226" y="1581"/>
                  </a:lnTo>
                  <a:lnTo>
                    <a:pt x="1206" y="1561"/>
                  </a:lnTo>
                  <a:lnTo>
                    <a:pt x="1245" y="1482"/>
                  </a:lnTo>
                  <a:lnTo>
                    <a:pt x="1305" y="1423"/>
                  </a:lnTo>
                  <a:lnTo>
                    <a:pt x="1384" y="1423"/>
                  </a:lnTo>
                  <a:lnTo>
                    <a:pt x="1463" y="1462"/>
                  </a:lnTo>
                  <a:lnTo>
                    <a:pt x="1542" y="1482"/>
                  </a:lnTo>
                  <a:lnTo>
                    <a:pt x="1640" y="1482"/>
                  </a:lnTo>
                  <a:lnTo>
                    <a:pt x="1601" y="1363"/>
                  </a:lnTo>
                  <a:lnTo>
                    <a:pt x="1581" y="1284"/>
                  </a:lnTo>
                  <a:lnTo>
                    <a:pt x="1601" y="1245"/>
                  </a:lnTo>
                  <a:lnTo>
                    <a:pt x="1561" y="1205"/>
                  </a:lnTo>
                  <a:lnTo>
                    <a:pt x="1522" y="1186"/>
                  </a:lnTo>
                  <a:lnTo>
                    <a:pt x="1384" y="1186"/>
                  </a:lnTo>
                  <a:lnTo>
                    <a:pt x="1384" y="1146"/>
                  </a:lnTo>
                  <a:lnTo>
                    <a:pt x="1403" y="1126"/>
                  </a:lnTo>
                  <a:lnTo>
                    <a:pt x="1443" y="1166"/>
                  </a:lnTo>
                  <a:lnTo>
                    <a:pt x="1384" y="1047"/>
                  </a:lnTo>
                  <a:lnTo>
                    <a:pt x="1364" y="988"/>
                  </a:lnTo>
                  <a:lnTo>
                    <a:pt x="1364" y="929"/>
                  </a:lnTo>
                  <a:lnTo>
                    <a:pt x="1324" y="889"/>
                  </a:lnTo>
                  <a:lnTo>
                    <a:pt x="1285" y="889"/>
                  </a:lnTo>
                  <a:lnTo>
                    <a:pt x="1186" y="909"/>
                  </a:lnTo>
                  <a:lnTo>
                    <a:pt x="1166" y="850"/>
                  </a:lnTo>
                  <a:lnTo>
                    <a:pt x="1107" y="850"/>
                  </a:lnTo>
                  <a:lnTo>
                    <a:pt x="1107" y="810"/>
                  </a:lnTo>
                  <a:lnTo>
                    <a:pt x="1107" y="751"/>
                  </a:lnTo>
                  <a:lnTo>
                    <a:pt x="1147" y="771"/>
                  </a:lnTo>
                  <a:lnTo>
                    <a:pt x="1166" y="771"/>
                  </a:lnTo>
                  <a:lnTo>
                    <a:pt x="1186" y="751"/>
                  </a:lnTo>
                  <a:lnTo>
                    <a:pt x="1186" y="712"/>
                  </a:lnTo>
                  <a:lnTo>
                    <a:pt x="1166" y="672"/>
                  </a:lnTo>
                  <a:lnTo>
                    <a:pt x="1147" y="652"/>
                  </a:lnTo>
                  <a:lnTo>
                    <a:pt x="1226" y="672"/>
                  </a:lnTo>
                  <a:lnTo>
                    <a:pt x="1245" y="692"/>
                  </a:lnTo>
                  <a:lnTo>
                    <a:pt x="1245" y="712"/>
                  </a:lnTo>
                  <a:lnTo>
                    <a:pt x="1206" y="731"/>
                  </a:lnTo>
                  <a:lnTo>
                    <a:pt x="1265" y="791"/>
                  </a:lnTo>
                  <a:lnTo>
                    <a:pt x="1245" y="731"/>
                  </a:lnTo>
                  <a:lnTo>
                    <a:pt x="1285" y="692"/>
                  </a:lnTo>
                  <a:lnTo>
                    <a:pt x="1324" y="672"/>
                  </a:lnTo>
                  <a:lnTo>
                    <a:pt x="1403" y="672"/>
                  </a:lnTo>
                  <a:lnTo>
                    <a:pt x="1384" y="652"/>
                  </a:lnTo>
                  <a:lnTo>
                    <a:pt x="1364" y="632"/>
                  </a:lnTo>
                  <a:lnTo>
                    <a:pt x="1324" y="652"/>
                  </a:lnTo>
                  <a:lnTo>
                    <a:pt x="1305" y="672"/>
                  </a:lnTo>
                  <a:lnTo>
                    <a:pt x="1285" y="652"/>
                  </a:lnTo>
                  <a:lnTo>
                    <a:pt x="1265" y="632"/>
                  </a:lnTo>
                  <a:lnTo>
                    <a:pt x="1324" y="593"/>
                  </a:lnTo>
                  <a:lnTo>
                    <a:pt x="1344" y="534"/>
                  </a:lnTo>
                  <a:lnTo>
                    <a:pt x="1344" y="455"/>
                  </a:lnTo>
                  <a:lnTo>
                    <a:pt x="1344" y="415"/>
                  </a:lnTo>
                  <a:lnTo>
                    <a:pt x="1344" y="376"/>
                  </a:lnTo>
                  <a:lnTo>
                    <a:pt x="1324" y="395"/>
                  </a:lnTo>
                  <a:lnTo>
                    <a:pt x="1305" y="395"/>
                  </a:lnTo>
                  <a:lnTo>
                    <a:pt x="1285" y="376"/>
                  </a:lnTo>
                  <a:lnTo>
                    <a:pt x="1245" y="356"/>
                  </a:lnTo>
                  <a:lnTo>
                    <a:pt x="1186" y="356"/>
                  </a:lnTo>
                  <a:lnTo>
                    <a:pt x="1147" y="336"/>
                  </a:lnTo>
                  <a:lnTo>
                    <a:pt x="1127" y="316"/>
                  </a:lnTo>
                  <a:lnTo>
                    <a:pt x="1127" y="277"/>
                  </a:lnTo>
                  <a:lnTo>
                    <a:pt x="1087" y="297"/>
                  </a:lnTo>
                  <a:lnTo>
                    <a:pt x="1068" y="336"/>
                  </a:lnTo>
                  <a:lnTo>
                    <a:pt x="1068" y="415"/>
                  </a:lnTo>
                  <a:lnTo>
                    <a:pt x="1008" y="415"/>
                  </a:lnTo>
                  <a:lnTo>
                    <a:pt x="969" y="435"/>
                  </a:lnTo>
                  <a:lnTo>
                    <a:pt x="890" y="376"/>
                  </a:lnTo>
                  <a:lnTo>
                    <a:pt x="811" y="316"/>
                  </a:lnTo>
                  <a:lnTo>
                    <a:pt x="870" y="316"/>
                  </a:lnTo>
                  <a:lnTo>
                    <a:pt x="771" y="218"/>
                  </a:lnTo>
                  <a:lnTo>
                    <a:pt x="850" y="178"/>
                  </a:lnTo>
                  <a:lnTo>
                    <a:pt x="910" y="198"/>
                  </a:lnTo>
                  <a:lnTo>
                    <a:pt x="910" y="119"/>
                  </a:lnTo>
                  <a:lnTo>
                    <a:pt x="890" y="60"/>
                  </a:lnTo>
                  <a:lnTo>
                    <a:pt x="890" y="40"/>
                  </a:lnTo>
                  <a:lnTo>
                    <a:pt x="949" y="20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34"/>
            <p:cNvSpPr/>
            <p:nvPr/>
          </p:nvSpPr>
          <p:spPr>
            <a:xfrm>
              <a:off x="4697795" y="-2082738"/>
              <a:ext cx="789" cy="752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34"/>
            <p:cNvSpPr/>
            <p:nvPr/>
          </p:nvSpPr>
          <p:spPr>
            <a:xfrm>
              <a:off x="4509953" y="-1421173"/>
              <a:ext cx="679402" cy="664554"/>
            </a:xfrm>
            <a:custGeom>
              <a:avLst/>
              <a:gdLst/>
              <a:ahLst/>
              <a:cxnLst/>
              <a:rect l="l" t="t" r="r" b="b"/>
              <a:pathLst>
                <a:path w="18074" h="17679" extrusionOk="0">
                  <a:moveTo>
                    <a:pt x="3892" y="0"/>
                  </a:moveTo>
                  <a:lnTo>
                    <a:pt x="3832" y="40"/>
                  </a:lnTo>
                  <a:lnTo>
                    <a:pt x="3734" y="139"/>
                  </a:lnTo>
                  <a:lnTo>
                    <a:pt x="3635" y="277"/>
                  </a:lnTo>
                  <a:lnTo>
                    <a:pt x="3516" y="455"/>
                  </a:lnTo>
                  <a:lnTo>
                    <a:pt x="3240" y="948"/>
                  </a:lnTo>
                  <a:lnTo>
                    <a:pt x="2924" y="1580"/>
                  </a:lnTo>
                  <a:lnTo>
                    <a:pt x="2588" y="2311"/>
                  </a:lnTo>
                  <a:lnTo>
                    <a:pt x="2232" y="3141"/>
                  </a:lnTo>
                  <a:lnTo>
                    <a:pt x="1877" y="4010"/>
                  </a:lnTo>
                  <a:lnTo>
                    <a:pt x="1521" y="4938"/>
                  </a:lnTo>
                  <a:lnTo>
                    <a:pt x="1166" y="5847"/>
                  </a:lnTo>
                  <a:lnTo>
                    <a:pt x="850" y="6736"/>
                  </a:lnTo>
                  <a:lnTo>
                    <a:pt x="573" y="7565"/>
                  </a:lnTo>
                  <a:lnTo>
                    <a:pt x="336" y="8316"/>
                  </a:lnTo>
                  <a:lnTo>
                    <a:pt x="158" y="8968"/>
                  </a:lnTo>
                  <a:lnTo>
                    <a:pt x="40" y="9481"/>
                  </a:lnTo>
                  <a:lnTo>
                    <a:pt x="20" y="9679"/>
                  </a:lnTo>
                  <a:lnTo>
                    <a:pt x="0" y="9837"/>
                  </a:lnTo>
                  <a:lnTo>
                    <a:pt x="20" y="9936"/>
                  </a:lnTo>
                  <a:lnTo>
                    <a:pt x="40" y="9975"/>
                  </a:lnTo>
                  <a:lnTo>
                    <a:pt x="60" y="9995"/>
                  </a:lnTo>
                  <a:lnTo>
                    <a:pt x="2272" y="11318"/>
                  </a:lnTo>
                  <a:lnTo>
                    <a:pt x="6578" y="13945"/>
                  </a:lnTo>
                  <a:lnTo>
                    <a:pt x="12701" y="17678"/>
                  </a:lnTo>
                  <a:lnTo>
                    <a:pt x="18074" y="4148"/>
                  </a:lnTo>
                  <a:lnTo>
                    <a:pt x="15960" y="3477"/>
                  </a:lnTo>
                  <a:lnTo>
                    <a:pt x="11239" y="2035"/>
                  </a:lnTo>
                  <a:lnTo>
                    <a:pt x="8691" y="1264"/>
                  </a:lnTo>
                  <a:lnTo>
                    <a:pt x="6400" y="613"/>
                  </a:lnTo>
                  <a:lnTo>
                    <a:pt x="5472" y="356"/>
                  </a:lnTo>
                  <a:lnTo>
                    <a:pt x="4701" y="158"/>
                  </a:lnTo>
                  <a:lnTo>
                    <a:pt x="4168" y="40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34"/>
            <p:cNvSpPr/>
            <p:nvPr/>
          </p:nvSpPr>
          <p:spPr>
            <a:xfrm>
              <a:off x="4648062" y="-2474775"/>
              <a:ext cx="642263" cy="596967"/>
            </a:xfrm>
            <a:custGeom>
              <a:avLst/>
              <a:gdLst/>
              <a:ahLst/>
              <a:cxnLst/>
              <a:rect l="l" t="t" r="r" b="b"/>
              <a:pathLst>
                <a:path w="17086" h="15881" extrusionOk="0">
                  <a:moveTo>
                    <a:pt x="12345" y="0"/>
                  </a:moveTo>
                  <a:lnTo>
                    <a:pt x="0" y="4444"/>
                  </a:lnTo>
                  <a:lnTo>
                    <a:pt x="1699" y="15802"/>
                  </a:lnTo>
                  <a:lnTo>
                    <a:pt x="1778" y="15821"/>
                  </a:lnTo>
                  <a:lnTo>
                    <a:pt x="1936" y="15861"/>
                  </a:lnTo>
                  <a:lnTo>
                    <a:pt x="2173" y="15861"/>
                  </a:lnTo>
                  <a:lnTo>
                    <a:pt x="2469" y="15881"/>
                  </a:lnTo>
                  <a:lnTo>
                    <a:pt x="3259" y="15861"/>
                  </a:lnTo>
                  <a:lnTo>
                    <a:pt x="4267" y="15802"/>
                  </a:lnTo>
                  <a:lnTo>
                    <a:pt x="5452" y="15723"/>
                  </a:lnTo>
                  <a:lnTo>
                    <a:pt x="6736" y="15644"/>
                  </a:lnTo>
                  <a:lnTo>
                    <a:pt x="9541" y="15407"/>
                  </a:lnTo>
                  <a:lnTo>
                    <a:pt x="12326" y="15170"/>
                  </a:lnTo>
                  <a:lnTo>
                    <a:pt x="14735" y="14933"/>
                  </a:lnTo>
                  <a:lnTo>
                    <a:pt x="17086" y="14696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61" name="Google Shape;8961;p34"/>
          <p:cNvGrpSpPr/>
          <p:nvPr/>
        </p:nvGrpSpPr>
        <p:grpSpPr>
          <a:xfrm rot="998323" flipH="1">
            <a:off x="-364210" y="1988007"/>
            <a:ext cx="1294642" cy="1350930"/>
            <a:chOff x="8465725" y="2863051"/>
            <a:chExt cx="1956212" cy="2041561"/>
          </a:xfrm>
        </p:grpSpPr>
        <p:sp>
          <p:nvSpPr>
            <p:cNvPr id="8962" name="Google Shape;8962;p34"/>
            <p:cNvSpPr/>
            <p:nvPr/>
          </p:nvSpPr>
          <p:spPr>
            <a:xfrm>
              <a:off x="8465725" y="2863051"/>
              <a:ext cx="489356" cy="498619"/>
            </a:xfrm>
            <a:custGeom>
              <a:avLst/>
              <a:gdLst/>
              <a:ahLst/>
              <a:cxnLst/>
              <a:rect l="l" t="t" r="r" b="b"/>
              <a:pathLst>
                <a:path w="9403" h="9581" extrusionOk="0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34"/>
            <p:cNvSpPr/>
            <p:nvPr/>
          </p:nvSpPr>
          <p:spPr>
            <a:xfrm>
              <a:off x="8500697" y="2894953"/>
              <a:ext cx="420503" cy="428674"/>
            </a:xfrm>
            <a:custGeom>
              <a:avLst/>
              <a:gdLst/>
              <a:ahLst/>
              <a:cxnLst/>
              <a:rect l="l" t="t" r="r" b="b"/>
              <a:pathLst>
                <a:path w="8080" h="8237" extrusionOk="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34"/>
            <p:cNvSpPr/>
            <p:nvPr/>
          </p:nvSpPr>
          <p:spPr>
            <a:xfrm>
              <a:off x="9589256" y="3455183"/>
              <a:ext cx="89513" cy="97684"/>
            </a:xfrm>
            <a:custGeom>
              <a:avLst/>
              <a:gdLst/>
              <a:ahLst/>
              <a:cxnLst/>
              <a:rect l="l" t="t" r="r" b="b"/>
              <a:pathLst>
                <a:path w="1720" h="1877" extrusionOk="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34"/>
            <p:cNvSpPr/>
            <p:nvPr/>
          </p:nvSpPr>
          <p:spPr>
            <a:xfrm>
              <a:off x="9131860" y="3347249"/>
              <a:ext cx="663073" cy="480092"/>
            </a:xfrm>
            <a:custGeom>
              <a:avLst/>
              <a:gdLst/>
              <a:ahLst/>
              <a:cxnLst/>
              <a:rect l="l" t="t" r="r" b="b"/>
              <a:pathLst>
                <a:path w="12741" h="9225" extrusionOk="0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34"/>
            <p:cNvSpPr/>
            <p:nvPr/>
          </p:nvSpPr>
          <p:spPr>
            <a:xfrm>
              <a:off x="8679565" y="3081003"/>
              <a:ext cx="990993" cy="1292163"/>
            </a:xfrm>
            <a:custGeom>
              <a:avLst/>
              <a:gdLst/>
              <a:ahLst/>
              <a:cxnLst/>
              <a:rect l="l" t="t" r="r" b="b"/>
              <a:pathLst>
                <a:path w="19042" h="24829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34"/>
            <p:cNvSpPr/>
            <p:nvPr/>
          </p:nvSpPr>
          <p:spPr>
            <a:xfrm>
              <a:off x="9065039" y="3536368"/>
              <a:ext cx="522246" cy="598333"/>
            </a:xfrm>
            <a:custGeom>
              <a:avLst/>
              <a:gdLst/>
              <a:ahLst/>
              <a:cxnLst/>
              <a:rect l="l" t="t" r="r" b="b"/>
              <a:pathLst>
                <a:path w="10035" h="11497" extrusionOk="0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34"/>
            <p:cNvSpPr/>
            <p:nvPr/>
          </p:nvSpPr>
          <p:spPr>
            <a:xfrm>
              <a:off x="8982813" y="3540480"/>
              <a:ext cx="798748" cy="539733"/>
            </a:xfrm>
            <a:custGeom>
              <a:avLst/>
              <a:gdLst/>
              <a:ahLst/>
              <a:cxnLst/>
              <a:rect l="l" t="t" r="r" b="b"/>
              <a:pathLst>
                <a:path w="15348" h="10371" extrusionOk="0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34"/>
            <p:cNvSpPr/>
            <p:nvPr/>
          </p:nvSpPr>
          <p:spPr>
            <a:xfrm>
              <a:off x="9290172" y="3374987"/>
              <a:ext cx="244652" cy="248815"/>
            </a:xfrm>
            <a:custGeom>
              <a:avLst/>
              <a:gdLst/>
              <a:ahLst/>
              <a:cxnLst/>
              <a:rect l="l" t="t" r="r" b="b"/>
              <a:pathLst>
                <a:path w="4701" h="4781" extrusionOk="0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34"/>
            <p:cNvSpPr/>
            <p:nvPr/>
          </p:nvSpPr>
          <p:spPr>
            <a:xfrm>
              <a:off x="9450512" y="3402725"/>
              <a:ext cx="151131" cy="166588"/>
            </a:xfrm>
            <a:custGeom>
              <a:avLst/>
              <a:gdLst/>
              <a:ahLst/>
              <a:cxnLst/>
              <a:rect l="l" t="t" r="r" b="b"/>
              <a:pathLst>
                <a:path w="2904" h="3201" extrusionOk="0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34"/>
            <p:cNvSpPr/>
            <p:nvPr/>
          </p:nvSpPr>
          <p:spPr>
            <a:xfrm>
              <a:off x="9166780" y="3347249"/>
              <a:ext cx="123445" cy="75097"/>
            </a:xfrm>
            <a:custGeom>
              <a:avLst/>
              <a:gdLst/>
              <a:ahLst/>
              <a:cxnLst/>
              <a:rect l="l" t="t" r="r" b="b"/>
              <a:pathLst>
                <a:path w="2372" h="1443" extrusionOk="0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34"/>
            <p:cNvSpPr/>
            <p:nvPr/>
          </p:nvSpPr>
          <p:spPr>
            <a:xfrm>
              <a:off x="9001287" y="3788199"/>
              <a:ext cx="127504" cy="125474"/>
            </a:xfrm>
            <a:custGeom>
              <a:avLst/>
              <a:gdLst/>
              <a:ahLst/>
              <a:cxnLst/>
              <a:rect l="l" t="t" r="r" b="b"/>
              <a:pathLst>
                <a:path w="2450" h="2411" extrusionOk="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34"/>
            <p:cNvSpPr/>
            <p:nvPr/>
          </p:nvSpPr>
          <p:spPr>
            <a:xfrm>
              <a:off x="9430997" y="3790281"/>
              <a:ext cx="524276" cy="486285"/>
            </a:xfrm>
            <a:custGeom>
              <a:avLst/>
              <a:gdLst/>
              <a:ahLst/>
              <a:cxnLst/>
              <a:rect l="l" t="t" r="r" b="b"/>
              <a:pathLst>
                <a:path w="10074" h="9344" extrusionOk="0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34"/>
            <p:cNvSpPr/>
            <p:nvPr/>
          </p:nvSpPr>
          <p:spPr>
            <a:xfrm>
              <a:off x="9899685" y="3963996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34"/>
            <p:cNvSpPr/>
            <p:nvPr/>
          </p:nvSpPr>
          <p:spPr>
            <a:xfrm>
              <a:off x="9839057" y="4092487"/>
              <a:ext cx="52" cy="2082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34"/>
            <p:cNvSpPr/>
            <p:nvPr/>
          </p:nvSpPr>
          <p:spPr>
            <a:xfrm>
              <a:off x="9783580" y="4010261"/>
              <a:ext cx="0" cy="2082"/>
            </a:xfrm>
            <a:custGeom>
              <a:avLst/>
              <a:gdLst/>
              <a:ahLst/>
              <a:cxnLst/>
              <a:rect l="l" t="t" r="r" b="b"/>
              <a:pathLst>
                <a:path h="40" extrusionOk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34"/>
            <p:cNvSpPr/>
            <p:nvPr/>
          </p:nvSpPr>
          <p:spPr>
            <a:xfrm>
              <a:off x="9582074" y="4156239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34"/>
            <p:cNvSpPr/>
            <p:nvPr/>
          </p:nvSpPr>
          <p:spPr>
            <a:xfrm>
              <a:off x="9953184" y="4027747"/>
              <a:ext cx="1041" cy="3123"/>
            </a:xfrm>
            <a:custGeom>
              <a:avLst/>
              <a:gdLst/>
              <a:ahLst/>
              <a:cxnLst/>
              <a:rect l="l" t="t" r="r" b="b"/>
              <a:pathLst>
                <a:path w="20" h="60" extrusionOk="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34"/>
            <p:cNvSpPr/>
            <p:nvPr/>
          </p:nvSpPr>
          <p:spPr>
            <a:xfrm>
              <a:off x="9516293" y="3966026"/>
              <a:ext cx="434867" cy="310538"/>
            </a:xfrm>
            <a:custGeom>
              <a:avLst/>
              <a:gdLst/>
              <a:ahLst/>
              <a:cxnLst/>
              <a:rect l="l" t="t" r="r" b="b"/>
              <a:pathLst>
                <a:path w="8356" h="5967" extrusionOk="0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34"/>
            <p:cNvSpPr/>
            <p:nvPr/>
          </p:nvSpPr>
          <p:spPr>
            <a:xfrm>
              <a:off x="9698231" y="4064749"/>
              <a:ext cx="1093" cy="1041"/>
            </a:xfrm>
            <a:custGeom>
              <a:avLst/>
              <a:gdLst/>
              <a:ahLst/>
              <a:cxnLst/>
              <a:rect l="l" t="t" r="r" b="b"/>
              <a:pathLst>
                <a:path w="21" h="20" extrusionOk="0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34"/>
            <p:cNvSpPr/>
            <p:nvPr/>
          </p:nvSpPr>
          <p:spPr>
            <a:xfrm>
              <a:off x="9644784" y="4104821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34"/>
            <p:cNvSpPr/>
            <p:nvPr/>
          </p:nvSpPr>
          <p:spPr>
            <a:xfrm>
              <a:off x="8679565" y="3081003"/>
              <a:ext cx="273483" cy="320738"/>
            </a:xfrm>
            <a:custGeom>
              <a:avLst/>
              <a:gdLst/>
              <a:ahLst/>
              <a:cxnLst/>
              <a:rect l="l" t="t" r="r" b="b"/>
              <a:pathLst>
                <a:path w="5255" h="6163" extrusionOk="0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34"/>
            <p:cNvSpPr/>
            <p:nvPr/>
          </p:nvSpPr>
          <p:spPr>
            <a:xfrm>
              <a:off x="9470028" y="3991734"/>
              <a:ext cx="951909" cy="912877"/>
            </a:xfrm>
            <a:custGeom>
              <a:avLst/>
              <a:gdLst/>
              <a:ahLst/>
              <a:cxnLst/>
              <a:rect l="l" t="t" r="r" b="b"/>
              <a:pathLst>
                <a:path w="18291" h="17541" extrusionOk="0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34"/>
            <p:cNvSpPr/>
            <p:nvPr/>
          </p:nvSpPr>
          <p:spPr>
            <a:xfrm>
              <a:off x="9958284" y="4090406"/>
              <a:ext cx="1093" cy="1093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34"/>
            <p:cNvSpPr/>
            <p:nvPr/>
          </p:nvSpPr>
          <p:spPr>
            <a:xfrm>
              <a:off x="9841138" y="4155198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34"/>
            <p:cNvSpPr/>
            <p:nvPr/>
          </p:nvSpPr>
          <p:spPr>
            <a:xfrm>
              <a:off x="9530709" y="4409110"/>
              <a:ext cx="2082" cy="10304"/>
            </a:xfrm>
            <a:custGeom>
              <a:avLst/>
              <a:gdLst/>
              <a:ahLst/>
              <a:cxnLst/>
              <a:rect l="l" t="t" r="r" b="b"/>
              <a:pathLst>
                <a:path w="40" h="198" extrusionOk="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34"/>
            <p:cNvSpPr/>
            <p:nvPr/>
          </p:nvSpPr>
          <p:spPr>
            <a:xfrm>
              <a:off x="9642703" y="4297064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34"/>
            <p:cNvSpPr/>
            <p:nvPr/>
          </p:nvSpPr>
          <p:spPr>
            <a:xfrm>
              <a:off x="9503959" y="4064749"/>
              <a:ext cx="564401" cy="353629"/>
            </a:xfrm>
            <a:custGeom>
              <a:avLst/>
              <a:gdLst/>
              <a:ahLst/>
              <a:cxnLst/>
              <a:rect l="l" t="t" r="r" b="b"/>
              <a:pathLst>
                <a:path w="10845" h="6795" extrusionOk="0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34"/>
            <p:cNvSpPr/>
            <p:nvPr/>
          </p:nvSpPr>
          <p:spPr>
            <a:xfrm>
              <a:off x="9762971" y="421067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34"/>
            <p:cNvSpPr/>
            <p:nvPr/>
          </p:nvSpPr>
          <p:spPr>
            <a:xfrm>
              <a:off x="10047744" y="4191159"/>
              <a:ext cx="1093" cy="2134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34"/>
            <p:cNvSpPr/>
            <p:nvPr/>
          </p:nvSpPr>
          <p:spPr>
            <a:xfrm>
              <a:off x="9913060" y="4263133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34"/>
            <p:cNvSpPr/>
            <p:nvPr/>
          </p:nvSpPr>
          <p:spPr>
            <a:xfrm>
              <a:off x="9677675" y="4417332"/>
              <a:ext cx="1093" cy="52"/>
            </a:xfrm>
            <a:custGeom>
              <a:avLst/>
              <a:gdLst/>
              <a:ahLst/>
              <a:cxnLst/>
              <a:rect l="l" t="t" r="r" b="b"/>
              <a:pathLst>
                <a:path w="21" h="1" extrusionOk="0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34"/>
            <p:cNvSpPr/>
            <p:nvPr/>
          </p:nvSpPr>
          <p:spPr>
            <a:xfrm>
              <a:off x="9555377" y="4168573"/>
              <a:ext cx="572572" cy="370074"/>
            </a:xfrm>
            <a:custGeom>
              <a:avLst/>
              <a:gdLst/>
              <a:ahLst/>
              <a:cxnLst/>
              <a:rect l="l" t="t" r="r" b="b"/>
              <a:pathLst>
                <a:path w="11002" h="7111" extrusionOk="0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34"/>
            <p:cNvSpPr/>
            <p:nvPr/>
          </p:nvSpPr>
          <p:spPr>
            <a:xfrm>
              <a:off x="9820582" y="4322720"/>
              <a:ext cx="52" cy="2134"/>
            </a:xfrm>
            <a:custGeom>
              <a:avLst/>
              <a:gdLst/>
              <a:ahLst/>
              <a:cxnLst/>
              <a:rect l="l" t="t" r="r" b="b"/>
              <a:pathLst>
                <a:path w="1" h="41" extrusionOk="0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34"/>
            <p:cNvSpPr/>
            <p:nvPr/>
          </p:nvSpPr>
          <p:spPr>
            <a:xfrm>
              <a:off x="10122789" y="432173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34"/>
            <p:cNvSpPr/>
            <p:nvPr/>
          </p:nvSpPr>
          <p:spPr>
            <a:xfrm>
              <a:off x="9981963" y="4397765"/>
              <a:ext cx="1041" cy="1093"/>
            </a:xfrm>
            <a:custGeom>
              <a:avLst/>
              <a:gdLst/>
              <a:ahLst/>
              <a:cxnLst/>
              <a:rect l="l" t="t" r="r" b="b"/>
              <a:pathLst>
                <a:path w="20" h="21" extrusionOk="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34"/>
            <p:cNvSpPr/>
            <p:nvPr/>
          </p:nvSpPr>
          <p:spPr>
            <a:xfrm>
              <a:off x="9617046" y="4661981"/>
              <a:ext cx="52" cy="5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34"/>
            <p:cNvSpPr/>
            <p:nvPr/>
          </p:nvSpPr>
          <p:spPr>
            <a:xfrm>
              <a:off x="9734192" y="454993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34"/>
            <p:cNvSpPr/>
            <p:nvPr/>
          </p:nvSpPr>
          <p:spPr>
            <a:xfrm>
              <a:off x="9604712" y="4633150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34"/>
            <p:cNvSpPr/>
            <p:nvPr/>
          </p:nvSpPr>
          <p:spPr>
            <a:xfrm>
              <a:off x="9601590" y="4301175"/>
              <a:ext cx="600414" cy="360863"/>
            </a:xfrm>
            <a:custGeom>
              <a:avLst/>
              <a:gdLst/>
              <a:ahLst/>
              <a:cxnLst/>
              <a:rect l="l" t="t" r="r" b="b"/>
              <a:pathLst>
                <a:path w="11537" h="6934" extrusionOk="0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34"/>
            <p:cNvSpPr/>
            <p:nvPr/>
          </p:nvSpPr>
          <p:spPr>
            <a:xfrm>
              <a:off x="9886363" y="4459434"/>
              <a:ext cx="52" cy="109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34"/>
            <p:cNvSpPr/>
            <p:nvPr/>
          </p:nvSpPr>
          <p:spPr>
            <a:xfrm>
              <a:off x="10206056" y="4449182"/>
              <a:ext cx="1041" cy="2082"/>
            </a:xfrm>
            <a:custGeom>
              <a:avLst/>
              <a:gdLst/>
              <a:ahLst/>
              <a:cxnLst/>
              <a:rect l="l" t="t" r="r" b="b"/>
              <a:pathLst>
                <a:path w="20" h="40" extrusionOk="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34"/>
            <p:cNvSpPr/>
            <p:nvPr/>
          </p:nvSpPr>
          <p:spPr>
            <a:xfrm>
              <a:off x="10061119" y="4517045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34"/>
            <p:cNvSpPr/>
            <p:nvPr/>
          </p:nvSpPr>
          <p:spPr>
            <a:xfrm>
              <a:off x="9672523" y="4428626"/>
              <a:ext cx="600362" cy="376267"/>
            </a:xfrm>
            <a:custGeom>
              <a:avLst/>
              <a:gdLst/>
              <a:ahLst/>
              <a:cxnLst/>
              <a:rect l="l" t="t" r="r" b="b"/>
              <a:pathLst>
                <a:path w="11536" h="7230" extrusionOk="0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34"/>
            <p:cNvSpPr/>
            <p:nvPr/>
          </p:nvSpPr>
          <p:spPr>
            <a:xfrm>
              <a:off x="9961407" y="4578714"/>
              <a:ext cx="52" cy="1041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06" name="Google Shape;9006;p34"/>
          <p:cNvGrpSpPr/>
          <p:nvPr/>
        </p:nvGrpSpPr>
        <p:grpSpPr>
          <a:xfrm rot="1746615">
            <a:off x="8286991" y="1597482"/>
            <a:ext cx="1047275" cy="979617"/>
            <a:chOff x="-252624" y="1601574"/>
            <a:chExt cx="1047258" cy="979600"/>
          </a:xfrm>
        </p:grpSpPr>
        <p:sp>
          <p:nvSpPr>
            <p:cNvPr id="9007" name="Google Shape;9007;p34"/>
            <p:cNvSpPr/>
            <p:nvPr/>
          </p:nvSpPr>
          <p:spPr>
            <a:xfrm>
              <a:off x="534175" y="1698647"/>
              <a:ext cx="203734" cy="206468"/>
            </a:xfrm>
            <a:custGeom>
              <a:avLst/>
              <a:gdLst/>
              <a:ahLst/>
              <a:cxnLst/>
              <a:rect l="l" t="t" r="r" b="b"/>
              <a:pathLst>
                <a:path w="5887" h="5966" extrusionOk="0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34"/>
            <p:cNvSpPr/>
            <p:nvPr/>
          </p:nvSpPr>
          <p:spPr>
            <a:xfrm>
              <a:off x="-186316" y="2276933"/>
              <a:ext cx="200343" cy="205811"/>
            </a:xfrm>
            <a:custGeom>
              <a:avLst/>
              <a:gdLst/>
              <a:ahLst/>
              <a:cxnLst/>
              <a:rect l="l" t="t" r="r" b="b"/>
              <a:pathLst>
                <a:path w="5789" h="5947" extrusionOk="0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34"/>
            <p:cNvSpPr/>
            <p:nvPr/>
          </p:nvSpPr>
          <p:spPr>
            <a:xfrm>
              <a:off x="-243730" y="1601574"/>
              <a:ext cx="1038363" cy="979600"/>
            </a:xfrm>
            <a:custGeom>
              <a:avLst/>
              <a:gdLst/>
              <a:ahLst/>
              <a:cxnLst/>
              <a:rect l="l" t="t" r="r" b="b"/>
              <a:pathLst>
                <a:path w="30004" h="28306" extrusionOk="0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34"/>
            <p:cNvSpPr/>
            <p:nvPr/>
          </p:nvSpPr>
          <p:spPr>
            <a:xfrm>
              <a:off x="-194518" y="1657637"/>
              <a:ext cx="924228" cy="877750"/>
            </a:xfrm>
            <a:custGeom>
              <a:avLst/>
              <a:gdLst/>
              <a:ahLst/>
              <a:cxnLst/>
              <a:rect l="l" t="t" r="r" b="b"/>
              <a:pathLst>
                <a:path w="26706" h="25363" extrusionOk="0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34"/>
            <p:cNvSpPr/>
            <p:nvPr/>
          </p:nvSpPr>
          <p:spPr>
            <a:xfrm>
              <a:off x="283998" y="1871579"/>
              <a:ext cx="192798" cy="193491"/>
            </a:xfrm>
            <a:custGeom>
              <a:avLst/>
              <a:gdLst/>
              <a:ahLst/>
              <a:cxnLst/>
              <a:rect l="l" t="t" r="r" b="b"/>
              <a:pathLst>
                <a:path w="5571" h="5591" extrusionOk="0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34"/>
            <p:cNvSpPr/>
            <p:nvPr/>
          </p:nvSpPr>
          <p:spPr>
            <a:xfrm>
              <a:off x="254582" y="1705499"/>
              <a:ext cx="236577" cy="168192"/>
            </a:xfrm>
            <a:custGeom>
              <a:avLst/>
              <a:gdLst/>
              <a:ahLst/>
              <a:cxnLst/>
              <a:rect l="l" t="t" r="r" b="b"/>
              <a:pathLst>
                <a:path w="6836" h="4860" extrusionOk="0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34"/>
            <p:cNvSpPr/>
            <p:nvPr/>
          </p:nvSpPr>
          <p:spPr>
            <a:xfrm>
              <a:off x="480188" y="1885941"/>
              <a:ext cx="187988" cy="220138"/>
            </a:xfrm>
            <a:custGeom>
              <a:avLst/>
              <a:gdLst/>
              <a:ahLst/>
              <a:cxnLst/>
              <a:rect l="l" t="t" r="r" b="b"/>
              <a:pathLst>
                <a:path w="5432" h="6361" extrusionOk="0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34"/>
            <p:cNvSpPr/>
            <p:nvPr/>
          </p:nvSpPr>
          <p:spPr>
            <a:xfrm>
              <a:off x="106255" y="1808040"/>
              <a:ext cx="177779" cy="213286"/>
            </a:xfrm>
            <a:custGeom>
              <a:avLst/>
              <a:gdLst/>
              <a:ahLst/>
              <a:cxnLst/>
              <a:rect l="l" t="t" r="r" b="b"/>
              <a:pathLst>
                <a:path w="5137" h="6163" extrusionOk="0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34"/>
            <p:cNvSpPr/>
            <p:nvPr/>
          </p:nvSpPr>
          <p:spPr>
            <a:xfrm>
              <a:off x="348922" y="2067767"/>
              <a:ext cx="209894" cy="195532"/>
            </a:xfrm>
            <a:custGeom>
              <a:avLst/>
              <a:gdLst/>
              <a:ahLst/>
              <a:cxnLst/>
              <a:rect l="l" t="t" r="r" b="b"/>
              <a:pathLst>
                <a:path w="6065" h="5650" extrusionOk="0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34"/>
            <p:cNvSpPr/>
            <p:nvPr/>
          </p:nvSpPr>
          <p:spPr>
            <a:xfrm>
              <a:off x="-137105" y="2061642"/>
              <a:ext cx="276895" cy="276860"/>
            </a:xfrm>
            <a:custGeom>
              <a:avLst/>
              <a:gdLst/>
              <a:ahLst/>
              <a:cxnLst/>
              <a:rect l="l" t="t" r="r" b="b"/>
              <a:pathLst>
                <a:path w="8001" h="8000" extrusionOk="0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34"/>
            <p:cNvSpPr/>
            <p:nvPr/>
          </p:nvSpPr>
          <p:spPr>
            <a:xfrm>
              <a:off x="95319" y="2182628"/>
              <a:ext cx="343860" cy="276860"/>
            </a:xfrm>
            <a:custGeom>
              <a:avLst/>
              <a:gdLst/>
              <a:ahLst/>
              <a:cxnLst/>
              <a:rect l="l" t="t" r="r" b="b"/>
              <a:pathLst>
                <a:path w="9936" h="8000" extrusionOk="0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34"/>
            <p:cNvSpPr/>
            <p:nvPr/>
          </p:nvSpPr>
          <p:spPr>
            <a:xfrm>
              <a:off x="70021" y="1905771"/>
              <a:ext cx="327491" cy="255680"/>
            </a:xfrm>
            <a:custGeom>
              <a:avLst/>
              <a:gdLst/>
              <a:ahLst/>
              <a:cxnLst/>
              <a:rect l="l" t="t" r="r" b="b"/>
              <a:pathLst>
                <a:path w="9463" h="7388" extrusionOk="0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34"/>
            <p:cNvSpPr/>
            <p:nvPr/>
          </p:nvSpPr>
          <p:spPr>
            <a:xfrm>
              <a:off x="-252624" y="1774540"/>
              <a:ext cx="568774" cy="555070"/>
            </a:xfrm>
            <a:custGeom>
              <a:avLst/>
              <a:gdLst/>
              <a:ahLst/>
              <a:cxnLst/>
              <a:rect l="l" t="t" r="r" b="b"/>
              <a:pathLst>
                <a:path w="16435" h="16039" extrusionOk="0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20" name="Google Shape;9020;p34"/>
          <p:cNvGrpSpPr/>
          <p:nvPr/>
        </p:nvGrpSpPr>
        <p:grpSpPr>
          <a:xfrm>
            <a:off x="0" y="1002280"/>
            <a:ext cx="679382" cy="871990"/>
            <a:chOff x="8619938" y="2813305"/>
            <a:chExt cx="679382" cy="871990"/>
          </a:xfrm>
        </p:grpSpPr>
        <p:sp>
          <p:nvSpPr>
            <p:cNvPr id="9021" name="Google Shape;9021;p34"/>
            <p:cNvSpPr/>
            <p:nvPr/>
          </p:nvSpPr>
          <p:spPr>
            <a:xfrm>
              <a:off x="8654027" y="2917184"/>
              <a:ext cx="605870" cy="583106"/>
            </a:xfrm>
            <a:custGeom>
              <a:avLst/>
              <a:gdLst/>
              <a:ahLst/>
              <a:cxnLst/>
              <a:rect l="l" t="t" r="r" b="b"/>
              <a:pathLst>
                <a:path w="15783" h="15190" extrusionOk="0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34"/>
            <p:cNvSpPr/>
            <p:nvPr/>
          </p:nvSpPr>
          <p:spPr>
            <a:xfrm>
              <a:off x="8769307" y="2982368"/>
              <a:ext cx="231285" cy="211592"/>
            </a:xfrm>
            <a:custGeom>
              <a:avLst/>
              <a:gdLst/>
              <a:ahLst/>
              <a:cxnLst/>
              <a:rect l="l" t="t" r="r" b="b"/>
              <a:pathLst>
                <a:path w="6025" h="5512" extrusionOk="0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34"/>
            <p:cNvSpPr/>
            <p:nvPr/>
          </p:nvSpPr>
          <p:spPr>
            <a:xfrm>
              <a:off x="8780670" y="2993001"/>
              <a:ext cx="210056" cy="191861"/>
            </a:xfrm>
            <a:custGeom>
              <a:avLst/>
              <a:gdLst/>
              <a:ahLst/>
              <a:cxnLst/>
              <a:rect l="l" t="t" r="r" b="b"/>
              <a:pathLst>
                <a:path w="5472" h="4998" extrusionOk="0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34"/>
            <p:cNvSpPr/>
            <p:nvPr/>
          </p:nvSpPr>
          <p:spPr>
            <a:xfrm>
              <a:off x="8860288" y="3005132"/>
              <a:ext cx="88752" cy="70556"/>
            </a:xfrm>
            <a:custGeom>
              <a:avLst/>
              <a:gdLst/>
              <a:ahLst/>
              <a:cxnLst/>
              <a:rect l="l" t="t" r="r" b="b"/>
              <a:pathLst>
                <a:path w="2312" h="1838" extrusionOk="0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34"/>
            <p:cNvSpPr/>
            <p:nvPr/>
          </p:nvSpPr>
          <p:spPr>
            <a:xfrm>
              <a:off x="8905778" y="3039260"/>
              <a:ext cx="77389" cy="70556"/>
            </a:xfrm>
            <a:custGeom>
              <a:avLst/>
              <a:gdLst/>
              <a:ahLst/>
              <a:cxnLst/>
              <a:rect l="l" t="t" r="r" b="b"/>
              <a:pathLst>
                <a:path w="2016" h="1838" extrusionOk="0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34"/>
            <p:cNvSpPr/>
            <p:nvPr/>
          </p:nvSpPr>
          <p:spPr>
            <a:xfrm>
              <a:off x="8895913" y="3102946"/>
              <a:ext cx="75854" cy="69788"/>
            </a:xfrm>
            <a:custGeom>
              <a:avLst/>
              <a:gdLst/>
              <a:ahLst/>
              <a:cxnLst/>
              <a:rect l="l" t="t" r="r" b="b"/>
              <a:pathLst>
                <a:path w="1976" h="1818" extrusionOk="0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34"/>
            <p:cNvSpPr/>
            <p:nvPr/>
          </p:nvSpPr>
          <p:spPr>
            <a:xfrm>
              <a:off x="8813262" y="3102946"/>
              <a:ext cx="84990" cy="74318"/>
            </a:xfrm>
            <a:custGeom>
              <a:avLst/>
              <a:gdLst/>
              <a:ahLst/>
              <a:cxnLst/>
              <a:rect l="l" t="t" r="r" b="b"/>
              <a:pathLst>
                <a:path w="2214" h="1936" extrusionOk="0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34"/>
            <p:cNvSpPr/>
            <p:nvPr/>
          </p:nvSpPr>
          <p:spPr>
            <a:xfrm>
              <a:off x="8792801" y="3018760"/>
              <a:ext cx="78886" cy="110748"/>
            </a:xfrm>
            <a:custGeom>
              <a:avLst/>
              <a:gdLst/>
              <a:ahLst/>
              <a:cxnLst/>
              <a:rect l="l" t="t" r="r" b="b"/>
              <a:pathLst>
                <a:path w="2055" h="2885" extrusionOk="0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34"/>
            <p:cNvSpPr/>
            <p:nvPr/>
          </p:nvSpPr>
          <p:spPr>
            <a:xfrm>
              <a:off x="8789768" y="3244715"/>
              <a:ext cx="233588" cy="232091"/>
            </a:xfrm>
            <a:custGeom>
              <a:avLst/>
              <a:gdLst/>
              <a:ahLst/>
              <a:cxnLst/>
              <a:rect l="l" t="t" r="r" b="b"/>
              <a:pathLst>
                <a:path w="6085" h="6046" extrusionOk="0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34"/>
            <p:cNvSpPr/>
            <p:nvPr/>
          </p:nvSpPr>
          <p:spPr>
            <a:xfrm>
              <a:off x="8801899" y="3254581"/>
              <a:ext cx="213089" cy="212360"/>
            </a:xfrm>
            <a:custGeom>
              <a:avLst/>
              <a:gdLst/>
              <a:ahLst/>
              <a:cxnLst/>
              <a:rect l="l" t="t" r="r" b="b"/>
              <a:pathLst>
                <a:path w="5551" h="5532" extrusionOk="0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34"/>
            <p:cNvSpPr/>
            <p:nvPr/>
          </p:nvSpPr>
          <p:spPr>
            <a:xfrm>
              <a:off x="8817063" y="3262950"/>
              <a:ext cx="90287" cy="84952"/>
            </a:xfrm>
            <a:custGeom>
              <a:avLst/>
              <a:gdLst/>
              <a:ahLst/>
              <a:cxnLst/>
              <a:rect l="l" t="t" r="r" b="b"/>
              <a:pathLst>
                <a:path w="2352" h="2213" extrusionOk="0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34"/>
            <p:cNvSpPr/>
            <p:nvPr/>
          </p:nvSpPr>
          <p:spPr>
            <a:xfrm>
              <a:off x="8811765" y="3342529"/>
              <a:ext cx="80422" cy="98617"/>
            </a:xfrm>
            <a:custGeom>
              <a:avLst/>
              <a:gdLst/>
              <a:ahLst/>
              <a:cxnLst/>
              <a:rect l="l" t="t" r="r" b="b"/>
              <a:pathLst>
                <a:path w="2095" h="2569" extrusionOk="0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34"/>
            <p:cNvSpPr/>
            <p:nvPr/>
          </p:nvSpPr>
          <p:spPr>
            <a:xfrm>
              <a:off x="8865586" y="3374391"/>
              <a:ext cx="97082" cy="80422"/>
            </a:xfrm>
            <a:custGeom>
              <a:avLst/>
              <a:gdLst/>
              <a:ahLst/>
              <a:cxnLst/>
              <a:rect l="l" t="t" r="r" b="b"/>
              <a:pathLst>
                <a:path w="2529" h="2095" extrusionOk="0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34"/>
            <p:cNvSpPr/>
            <p:nvPr/>
          </p:nvSpPr>
          <p:spPr>
            <a:xfrm>
              <a:off x="8913379" y="3264447"/>
              <a:ext cx="79654" cy="75086"/>
            </a:xfrm>
            <a:custGeom>
              <a:avLst/>
              <a:gdLst/>
              <a:ahLst/>
              <a:cxnLst/>
              <a:rect l="l" t="t" r="r" b="b"/>
              <a:pathLst>
                <a:path w="2075" h="1956" extrusionOk="0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34"/>
            <p:cNvSpPr/>
            <p:nvPr/>
          </p:nvSpPr>
          <p:spPr>
            <a:xfrm>
              <a:off x="8923207" y="3316002"/>
              <a:ext cx="79654" cy="114548"/>
            </a:xfrm>
            <a:custGeom>
              <a:avLst/>
              <a:gdLst/>
              <a:ahLst/>
              <a:cxnLst/>
              <a:rect l="l" t="t" r="r" b="b"/>
              <a:pathLst>
                <a:path w="2075" h="2984" extrusionOk="0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34"/>
            <p:cNvSpPr/>
            <p:nvPr/>
          </p:nvSpPr>
          <p:spPr>
            <a:xfrm>
              <a:off x="9018756" y="3128705"/>
              <a:ext cx="224490" cy="217657"/>
            </a:xfrm>
            <a:custGeom>
              <a:avLst/>
              <a:gdLst/>
              <a:ahLst/>
              <a:cxnLst/>
              <a:rect l="l" t="t" r="r" b="b"/>
              <a:pathLst>
                <a:path w="5848" h="5670" extrusionOk="0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34"/>
            <p:cNvSpPr/>
            <p:nvPr/>
          </p:nvSpPr>
          <p:spPr>
            <a:xfrm>
              <a:off x="9026357" y="3134770"/>
              <a:ext cx="207024" cy="200229"/>
            </a:xfrm>
            <a:custGeom>
              <a:avLst/>
              <a:gdLst/>
              <a:ahLst/>
              <a:cxnLst/>
              <a:rect l="l" t="t" r="r" b="b"/>
              <a:pathLst>
                <a:path w="5393" h="5216" extrusionOk="0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34"/>
            <p:cNvSpPr/>
            <p:nvPr/>
          </p:nvSpPr>
          <p:spPr>
            <a:xfrm>
              <a:off x="9042250" y="3142371"/>
              <a:ext cx="95585" cy="85719"/>
            </a:xfrm>
            <a:custGeom>
              <a:avLst/>
              <a:gdLst/>
              <a:ahLst/>
              <a:cxnLst/>
              <a:rect l="l" t="t" r="r" b="b"/>
              <a:pathLst>
                <a:path w="2490" h="2233" extrusionOk="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34"/>
            <p:cNvSpPr/>
            <p:nvPr/>
          </p:nvSpPr>
          <p:spPr>
            <a:xfrm>
              <a:off x="9140064" y="3145404"/>
              <a:ext cx="79654" cy="84184"/>
            </a:xfrm>
            <a:custGeom>
              <a:avLst/>
              <a:gdLst/>
              <a:ahLst/>
              <a:cxnLst/>
              <a:rect l="l" t="t" r="r" b="b"/>
              <a:pathLst>
                <a:path w="2075" h="2193" extrusionOk="0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34"/>
            <p:cNvSpPr/>
            <p:nvPr/>
          </p:nvSpPr>
          <p:spPr>
            <a:xfrm>
              <a:off x="9038488" y="3210626"/>
              <a:ext cx="76621" cy="89481"/>
            </a:xfrm>
            <a:custGeom>
              <a:avLst/>
              <a:gdLst/>
              <a:ahLst/>
              <a:cxnLst/>
              <a:rect l="l" t="t" r="r" b="b"/>
              <a:pathLst>
                <a:path w="1996" h="2331" extrusionOk="0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34"/>
            <p:cNvSpPr/>
            <p:nvPr/>
          </p:nvSpPr>
          <p:spPr>
            <a:xfrm>
              <a:off x="9078680" y="3258381"/>
              <a:ext cx="94817" cy="66756"/>
            </a:xfrm>
            <a:custGeom>
              <a:avLst/>
              <a:gdLst/>
              <a:ahLst/>
              <a:cxnLst/>
              <a:rect l="l" t="t" r="r" b="b"/>
              <a:pathLst>
                <a:path w="2470" h="1739" extrusionOk="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34"/>
            <p:cNvSpPr/>
            <p:nvPr/>
          </p:nvSpPr>
          <p:spPr>
            <a:xfrm>
              <a:off x="9147664" y="3217421"/>
              <a:ext cx="73589" cy="89520"/>
            </a:xfrm>
            <a:custGeom>
              <a:avLst/>
              <a:gdLst/>
              <a:ahLst/>
              <a:cxnLst/>
              <a:rect l="l" t="t" r="r" b="b"/>
              <a:pathLst>
                <a:path w="1917" h="2332" extrusionOk="0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34"/>
            <p:cNvSpPr/>
            <p:nvPr/>
          </p:nvSpPr>
          <p:spPr>
            <a:xfrm>
              <a:off x="9005128" y="2970237"/>
              <a:ext cx="156966" cy="153972"/>
            </a:xfrm>
            <a:custGeom>
              <a:avLst/>
              <a:gdLst/>
              <a:ahLst/>
              <a:cxnLst/>
              <a:rect l="l" t="t" r="r" b="b"/>
              <a:pathLst>
                <a:path w="4089" h="4011" extrusionOk="0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34"/>
            <p:cNvSpPr/>
            <p:nvPr/>
          </p:nvSpPr>
          <p:spPr>
            <a:xfrm>
              <a:off x="8685121" y="3155999"/>
              <a:ext cx="197197" cy="108483"/>
            </a:xfrm>
            <a:custGeom>
              <a:avLst/>
              <a:gdLst/>
              <a:ahLst/>
              <a:cxnLst/>
              <a:rect l="l" t="t" r="r" b="b"/>
              <a:pathLst>
                <a:path w="5137" h="2826" extrusionOk="0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34"/>
            <p:cNvSpPr/>
            <p:nvPr/>
          </p:nvSpPr>
          <p:spPr>
            <a:xfrm>
              <a:off x="8996030" y="3272777"/>
              <a:ext cx="151669" cy="166870"/>
            </a:xfrm>
            <a:custGeom>
              <a:avLst/>
              <a:gdLst/>
              <a:ahLst/>
              <a:cxnLst/>
              <a:rect l="l" t="t" r="r" b="b"/>
              <a:pathLst>
                <a:path w="3951" h="4347" extrusionOk="0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34"/>
            <p:cNvSpPr/>
            <p:nvPr/>
          </p:nvSpPr>
          <p:spPr>
            <a:xfrm>
              <a:off x="9021021" y="3284178"/>
              <a:ext cx="104683" cy="140306"/>
            </a:xfrm>
            <a:custGeom>
              <a:avLst/>
              <a:gdLst/>
              <a:ahLst/>
              <a:cxnLst/>
              <a:rect l="l" t="t" r="r" b="b"/>
              <a:pathLst>
                <a:path w="2727" h="3655" extrusionOk="0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34"/>
            <p:cNvSpPr/>
            <p:nvPr/>
          </p:nvSpPr>
          <p:spPr>
            <a:xfrm>
              <a:off x="8692722" y="3181028"/>
              <a:ext cx="179730" cy="45528"/>
            </a:xfrm>
            <a:custGeom>
              <a:avLst/>
              <a:gdLst/>
              <a:ahLst/>
              <a:cxnLst/>
              <a:rect l="l" t="t" r="r" b="b"/>
              <a:pathLst>
                <a:path w="4682" h="1186" extrusionOk="0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34"/>
            <p:cNvSpPr/>
            <p:nvPr/>
          </p:nvSpPr>
          <p:spPr>
            <a:xfrm>
              <a:off x="9029389" y="2982368"/>
              <a:ext cx="116045" cy="113781"/>
            </a:xfrm>
            <a:custGeom>
              <a:avLst/>
              <a:gdLst/>
              <a:ahLst/>
              <a:cxnLst/>
              <a:rect l="l" t="t" r="r" b="b"/>
              <a:pathLst>
                <a:path w="3023" h="2964" extrusionOk="0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049" name="Google Shape;9049;p34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9050" name="Google Shape;9050;p34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avLst/>
                <a:gdLst/>
                <a:ahLst/>
                <a:cxnLst/>
                <a:rect l="l" t="t" r="r" b="b"/>
                <a:pathLst>
                  <a:path w="17698" h="18923" extrusionOk="0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1" name="Google Shape;9051;p34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4919" extrusionOk="0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dist="19050" dir="4200000" algn="bl" rotWithShape="0">
                  <a:srgbClr val="000000">
                    <a:alpha val="1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7750" y="365760"/>
            <a:ext cx="7708500" cy="54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000"/>
              <a:buFont typeface="Bowlby One"/>
              <a:buNone/>
              <a:defRPr sz="3000">
                <a:solidFill>
                  <a:schemeClr val="accent3"/>
                </a:solidFill>
                <a:latin typeface="Bowlby One"/>
                <a:ea typeface="Bowlby One"/>
                <a:cs typeface="Bowlby One"/>
                <a:sym typeface="Bowlby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92700" y="1351875"/>
            <a:ext cx="7711800" cy="324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1" r:id="rId3"/>
    <p:sldLayoutId id="2147483653" r:id="rId4"/>
    <p:sldLayoutId id="2147483657" r:id="rId5"/>
    <p:sldLayoutId id="2147483658" r:id="rId6"/>
    <p:sldLayoutId id="2147483665" r:id="rId7"/>
    <p:sldLayoutId id="2147483666" r:id="rId8"/>
    <p:sldLayoutId id="2147483668" r:id="rId9"/>
    <p:sldLayoutId id="2147483670" r:id="rId10"/>
    <p:sldLayoutId id="2147483671" r:id="rId11"/>
    <p:sldLayoutId id="2147483674" r:id="rId12"/>
    <p:sldLayoutId id="2147483678" r:id="rId13"/>
    <p:sldLayoutId id="2147483679" r:id="rId14"/>
    <p:sldLayoutId id="2147483680" r:id="rId1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9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0.xml"/><Relationship Id="rId4" Type="http://schemas.microsoft.com/office/2007/relationships/hdphoto" Target="../media/hdphoto1.wdp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2" name="Google Shape;9062;p38"/>
          <p:cNvSpPr/>
          <p:nvPr/>
        </p:nvSpPr>
        <p:spPr>
          <a:xfrm rot="-5400000">
            <a:off x="2202567" y="-1338943"/>
            <a:ext cx="4538517" cy="7821385"/>
          </a:xfrm>
          <a:custGeom>
            <a:avLst/>
            <a:gdLst/>
            <a:ahLst/>
            <a:cxnLst/>
            <a:rect l="l" t="t" r="r" b="b"/>
            <a:pathLst>
              <a:path w="54999" h="78817" extrusionOk="0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63" name="Google Shape;9063;p38"/>
          <p:cNvSpPr txBox="1">
            <a:spLocks noGrp="1"/>
          </p:cNvSpPr>
          <p:nvPr>
            <p:ph type="ctrTitle"/>
          </p:nvPr>
        </p:nvSpPr>
        <p:spPr>
          <a:xfrm>
            <a:off x="340697" y="575820"/>
            <a:ext cx="8262256" cy="209474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MY" sz="5400" dirty="0">
                <a:solidFill>
                  <a:srgbClr val="70311C"/>
                </a:solidFill>
              </a:rPr>
              <a:t>TER 6223 </a:t>
            </a:r>
            <a:br>
              <a:rPr lang="en-MY" sz="5400" dirty="0">
                <a:solidFill>
                  <a:srgbClr val="B33C3C"/>
                </a:solidFill>
              </a:rPr>
            </a:br>
            <a:r>
              <a:rPr lang="en-MY" sz="5400" dirty="0">
                <a:solidFill>
                  <a:srgbClr val="B33C3C"/>
                </a:solidFill>
              </a:rPr>
              <a:t>Enterprise Resource Planning</a:t>
            </a:r>
            <a:endParaRPr sz="5400" dirty="0">
              <a:solidFill>
                <a:srgbClr val="B33C3C"/>
              </a:solidFill>
            </a:endParaRPr>
          </a:p>
        </p:txBody>
      </p:sp>
      <p:sp>
        <p:nvSpPr>
          <p:cNvPr id="9064" name="Google Shape;9064;p38"/>
          <p:cNvSpPr txBox="1">
            <a:spLocks noGrp="1"/>
          </p:cNvSpPr>
          <p:nvPr>
            <p:ph type="subTitle" idx="1"/>
          </p:nvPr>
        </p:nvSpPr>
        <p:spPr>
          <a:xfrm>
            <a:off x="1681875" y="4349062"/>
            <a:ext cx="5788025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C1C29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Project: ERP Implementation Proposal for Madam Yan Bukit </a:t>
            </a:r>
            <a:r>
              <a:rPr kumimoji="0" lang="en-US" sz="1200" b="1" i="0" u="none" strike="noStrike" kern="0" cap="none" spc="0" normalizeH="0" baseline="0" noProof="0" dirty="0" err="1">
                <a:ln>
                  <a:noFill/>
                </a:ln>
                <a:solidFill>
                  <a:srgbClr val="0C1C29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Beruang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C1C29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 Food Court </a:t>
            </a:r>
          </a:p>
        </p:txBody>
      </p:sp>
      <p:grpSp>
        <p:nvGrpSpPr>
          <p:cNvPr id="9065" name="Google Shape;9065;p38"/>
          <p:cNvGrpSpPr/>
          <p:nvPr/>
        </p:nvGrpSpPr>
        <p:grpSpPr>
          <a:xfrm rot="1746615">
            <a:off x="4048366" y="-193218"/>
            <a:ext cx="1047275" cy="979617"/>
            <a:chOff x="-252624" y="1601574"/>
            <a:chExt cx="1047258" cy="979600"/>
          </a:xfrm>
        </p:grpSpPr>
        <p:sp>
          <p:nvSpPr>
            <p:cNvPr id="9066" name="Google Shape;9066;p38"/>
            <p:cNvSpPr/>
            <p:nvPr/>
          </p:nvSpPr>
          <p:spPr>
            <a:xfrm>
              <a:off x="534175" y="1698647"/>
              <a:ext cx="203734" cy="206468"/>
            </a:xfrm>
            <a:custGeom>
              <a:avLst/>
              <a:gdLst/>
              <a:ahLst/>
              <a:cxnLst/>
              <a:rect l="l" t="t" r="r" b="b"/>
              <a:pathLst>
                <a:path w="5887" h="5966" extrusionOk="0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38"/>
            <p:cNvSpPr/>
            <p:nvPr/>
          </p:nvSpPr>
          <p:spPr>
            <a:xfrm>
              <a:off x="-186316" y="2276933"/>
              <a:ext cx="200343" cy="205811"/>
            </a:xfrm>
            <a:custGeom>
              <a:avLst/>
              <a:gdLst/>
              <a:ahLst/>
              <a:cxnLst/>
              <a:rect l="l" t="t" r="r" b="b"/>
              <a:pathLst>
                <a:path w="5789" h="5947" extrusionOk="0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38"/>
            <p:cNvSpPr/>
            <p:nvPr/>
          </p:nvSpPr>
          <p:spPr>
            <a:xfrm>
              <a:off x="-243730" y="1601574"/>
              <a:ext cx="1038363" cy="979600"/>
            </a:xfrm>
            <a:custGeom>
              <a:avLst/>
              <a:gdLst/>
              <a:ahLst/>
              <a:cxnLst/>
              <a:rect l="l" t="t" r="r" b="b"/>
              <a:pathLst>
                <a:path w="30004" h="28306" extrusionOk="0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47625" dir="42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38"/>
            <p:cNvSpPr/>
            <p:nvPr/>
          </p:nvSpPr>
          <p:spPr>
            <a:xfrm>
              <a:off x="-194518" y="1657637"/>
              <a:ext cx="924228" cy="877750"/>
            </a:xfrm>
            <a:custGeom>
              <a:avLst/>
              <a:gdLst/>
              <a:ahLst/>
              <a:cxnLst/>
              <a:rect l="l" t="t" r="r" b="b"/>
              <a:pathLst>
                <a:path w="26706" h="25363" extrusionOk="0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38"/>
            <p:cNvSpPr/>
            <p:nvPr/>
          </p:nvSpPr>
          <p:spPr>
            <a:xfrm>
              <a:off x="283998" y="1871579"/>
              <a:ext cx="192798" cy="193491"/>
            </a:xfrm>
            <a:custGeom>
              <a:avLst/>
              <a:gdLst/>
              <a:ahLst/>
              <a:cxnLst/>
              <a:rect l="l" t="t" r="r" b="b"/>
              <a:pathLst>
                <a:path w="5571" h="5591" extrusionOk="0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38"/>
            <p:cNvSpPr/>
            <p:nvPr/>
          </p:nvSpPr>
          <p:spPr>
            <a:xfrm>
              <a:off x="254582" y="1705499"/>
              <a:ext cx="236577" cy="168192"/>
            </a:xfrm>
            <a:custGeom>
              <a:avLst/>
              <a:gdLst/>
              <a:ahLst/>
              <a:cxnLst/>
              <a:rect l="l" t="t" r="r" b="b"/>
              <a:pathLst>
                <a:path w="6836" h="4860" extrusionOk="0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38"/>
            <p:cNvSpPr/>
            <p:nvPr/>
          </p:nvSpPr>
          <p:spPr>
            <a:xfrm>
              <a:off x="480188" y="1885941"/>
              <a:ext cx="187988" cy="220138"/>
            </a:xfrm>
            <a:custGeom>
              <a:avLst/>
              <a:gdLst/>
              <a:ahLst/>
              <a:cxnLst/>
              <a:rect l="l" t="t" r="r" b="b"/>
              <a:pathLst>
                <a:path w="5432" h="6361" extrusionOk="0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38"/>
            <p:cNvSpPr/>
            <p:nvPr/>
          </p:nvSpPr>
          <p:spPr>
            <a:xfrm>
              <a:off x="106255" y="1808040"/>
              <a:ext cx="177779" cy="213286"/>
            </a:xfrm>
            <a:custGeom>
              <a:avLst/>
              <a:gdLst/>
              <a:ahLst/>
              <a:cxnLst/>
              <a:rect l="l" t="t" r="r" b="b"/>
              <a:pathLst>
                <a:path w="5137" h="6163" extrusionOk="0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38"/>
            <p:cNvSpPr/>
            <p:nvPr/>
          </p:nvSpPr>
          <p:spPr>
            <a:xfrm>
              <a:off x="348922" y="2067767"/>
              <a:ext cx="209894" cy="195532"/>
            </a:xfrm>
            <a:custGeom>
              <a:avLst/>
              <a:gdLst/>
              <a:ahLst/>
              <a:cxnLst/>
              <a:rect l="l" t="t" r="r" b="b"/>
              <a:pathLst>
                <a:path w="6065" h="5650" extrusionOk="0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38"/>
            <p:cNvSpPr/>
            <p:nvPr/>
          </p:nvSpPr>
          <p:spPr>
            <a:xfrm>
              <a:off x="-137105" y="2061642"/>
              <a:ext cx="276895" cy="276860"/>
            </a:xfrm>
            <a:custGeom>
              <a:avLst/>
              <a:gdLst/>
              <a:ahLst/>
              <a:cxnLst/>
              <a:rect l="l" t="t" r="r" b="b"/>
              <a:pathLst>
                <a:path w="8001" h="8000" extrusionOk="0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38"/>
            <p:cNvSpPr/>
            <p:nvPr/>
          </p:nvSpPr>
          <p:spPr>
            <a:xfrm>
              <a:off x="95319" y="2182628"/>
              <a:ext cx="343860" cy="276860"/>
            </a:xfrm>
            <a:custGeom>
              <a:avLst/>
              <a:gdLst/>
              <a:ahLst/>
              <a:cxnLst/>
              <a:rect l="l" t="t" r="r" b="b"/>
              <a:pathLst>
                <a:path w="9936" h="8000" extrusionOk="0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38"/>
            <p:cNvSpPr/>
            <p:nvPr/>
          </p:nvSpPr>
          <p:spPr>
            <a:xfrm>
              <a:off x="70021" y="1905771"/>
              <a:ext cx="327491" cy="255680"/>
            </a:xfrm>
            <a:custGeom>
              <a:avLst/>
              <a:gdLst/>
              <a:ahLst/>
              <a:cxnLst/>
              <a:rect l="l" t="t" r="r" b="b"/>
              <a:pathLst>
                <a:path w="9463" h="7388" extrusionOk="0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38"/>
            <p:cNvSpPr/>
            <p:nvPr/>
          </p:nvSpPr>
          <p:spPr>
            <a:xfrm>
              <a:off x="-252624" y="1774540"/>
              <a:ext cx="568774" cy="555070"/>
            </a:xfrm>
            <a:custGeom>
              <a:avLst/>
              <a:gdLst/>
              <a:ahLst/>
              <a:cxnLst/>
              <a:rect l="l" t="t" r="r" b="b"/>
              <a:pathLst>
                <a:path w="16435" h="16039" extrusionOk="0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561591A-B358-B4AB-2201-6D7757B982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1457651"/>
              </p:ext>
            </p:extLst>
          </p:nvPr>
        </p:nvGraphicFramePr>
        <p:xfrm>
          <a:off x="2368854" y="2788706"/>
          <a:ext cx="4205943" cy="1434110"/>
        </p:xfrm>
        <a:graphic>
          <a:graphicData uri="http://schemas.openxmlformats.org/drawingml/2006/table">
            <a:tbl>
              <a:tblPr firstRow="1" bandRow="1">
                <a:tableStyleId>{775DCB02-9BB8-47FD-8907-85C794F793BA}</a:tableStyleId>
              </a:tblPr>
              <a:tblGrid>
                <a:gridCol w="1802347">
                  <a:extLst>
                    <a:ext uri="{9D8B030D-6E8A-4147-A177-3AD203B41FA5}">
                      <a16:colId xmlns:a16="http://schemas.microsoft.com/office/drawing/2014/main" val="71979376"/>
                    </a:ext>
                  </a:extLst>
                </a:gridCol>
                <a:gridCol w="1201798">
                  <a:extLst>
                    <a:ext uri="{9D8B030D-6E8A-4147-A177-3AD203B41FA5}">
                      <a16:colId xmlns:a16="http://schemas.microsoft.com/office/drawing/2014/main" val="3127757977"/>
                    </a:ext>
                  </a:extLst>
                </a:gridCol>
                <a:gridCol w="1201798">
                  <a:extLst>
                    <a:ext uri="{9D8B030D-6E8A-4147-A177-3AD203B41FA5}">
                      <a16:colId xmlns:a16="http://schemas.microsoft.com/office/drawing/2014/main" val="2967474216"/>
                    </a:ext>
                  </a:extLst>
                </a:gridCol>
              </a:tblGrid>
              <a:tr h="286822"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pPr algn="ctr"/>
                      <a:r>
                        <a:rPr lang="en-MY" sz="1200" b="1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Name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pPr algn="ctr"/>
                      <a:r>
                        <a:rPr lang="en-MY" sz="1200" b="1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1" i="0" u="none" strike="noStrike" cap="none">
                          <a:solidFill>
                            <a:schemeClr val="lt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pPr algn="ctr"/>
                      <a:r>
                        <a:rPr lang="en-MY" sz="1200" b="1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Programme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0967931"/>
                  </a:ext>
                </a:extLst>
              </a:tr>
              <a:tr h="286822"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r>
                        <a:rPr lang="en-MY" sz="12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Darren Liew Han Jie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r>
                        <a:rPr lang="en-MY" sz="12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1211110265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pPr algn="ctr"/>
                      <a:r>
                        <a:rPr lang="en-MY" sz="12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BIA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9825423"/>
                  </a:ext>
                </a:extLst>
              </a:tr>
              <a:tr h="286822"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r>
                        <a:rPr lang="en-MY" sz="12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Teh Wei Yun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r>
                        <a:rPr lang="en-MY" sz="12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1211112194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pPr algn="ctr"/>
                      <a:r>
                        <a:rPr lang="en-MY" sz="12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BIA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785701"/>
                  </a:ext>
                </a:extLst>
              </a:tr>
              <a:tr h="286822"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r>
                        <a:rPr lang="en-MY" sz="12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Shiu Li Jie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r>
                        <a:rPr lang="en-MY" sz="12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1221308558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pPr algn="ctr"/>
                      <a:r>
                        <a:rPr lang="en-MY" sz="12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BIA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1184680"/>
                  </a:ext>
                </a:extLst>
              </a:tr>
              <a:tr h="286822"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r>
                        <a:rPr lang="en-MY" sz="12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Ng Xin Hui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r>
                        <a:rPr lang="en-MY" sz="12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1211107981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dk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pPr algn="ctr"/>
                      <a:r>
                        <a:rPr lang="en-MY" sz="12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BIA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514387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3" name="Google Shape;9143;p43"/>
          <p:cNvSpPr txBox="1">
            <a:spLocks noGrp="1"/>
          </p:cNvSpPr>
          <p:nvPr>
            <p:ph type="title"/>
          </p:nvPr>
        </p:nvSpPr>
        <p:spPr>
          <a:xfrm>
            <a:off x="719998" y="493092"/>
            <a:ext cx="7704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MY" dirty="0"/>
              <a:t>Learning Reflection</a:t>
            </a:r>
            <a:endParaRPr dirty="0"/>
          </a:p>
        </p:txBody>
      </p:sp>
      <p:sp>
        <p:nvSpPr>
          <p:cNvPr id="9145" name="Google Shape;9145;p43"/>
          <p:cNvSpPr txBox="1">
            <a:spLocks noGrp="1"/>
          </p:cNvSpPr>
          <p:nvPr>
            <p:ph type="subTitle" idx="2"/>
          </p:nvPr>
        </p:nvSpPr>
        <p:spPr>
          <a:xfrm>
            <a:off x="918817" y="1268401"/>
            <a:ext cx="7306363" cy="3181136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>
              <a:buNone/>
            </a:pPr>
            <a:r>
              <a:rPr lang="en-US" sz="1800" b="1" dirty="0">
                <a:effectLst/>
              </a:rPr>
              <a:t>Key Learnings from the Project</a:t>
            </a:r>
            <a:endParaRPr lang="en-US" sz="1800" dirty="0">
              <a:effectLst/>
            </a:endParaRPr>
          </a:p>
          <a:p>
            <a:pPr marL="425450" indent="-285750">
              <a:buFont typeface="Arial" panose="020B0604020202020204" pitchFamily="34" charset="0"/>
              <a:buChar char="•"/>
            </a:pPr>
            <a:r>
              <a:rPr lang="en-US" sz="1800" dirty="0"/>
              <a:t>Understood ERP's role in integrating business functions (e.g., HR, finance, inventory).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800" dirty="0"/>
              <a:t>Realized importance of system integration for efficiency and decision-making.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800" dirty="0"/>
              <a:t>Challenges: Gathering data from busy stall owners; Learning SAP modules required extra research.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800" dirty="0"/>
              <a:t>Skills Gained: Teamwork, analysis, report writing, professional communication.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800" dirty="0"/>
              <a:t>Future Value: Enhanced confidence in business management and IT solutions.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0" name="Google Shape;9150;p44"/>
          <p:cNvSpPr txBox="1">
            <a:spLocks noGrp="1"/>
          </p:cNvSpPr>
          <p:nvPr>
            <p:ph type="title"/>
          </p:nvPr>
        </p:nvSpPr>
        <p:spPr>
          <a:xfrm>
            <a:off x="720000" y="261197"/>
            <a:ext cx="7704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MY" dirty="0"/>
              <a:t>Introduction to the Business</a:t>
            </a:r>
            <a:endParaRPr dirty="0"/>
          </a:p>
        </p:txBody>
      </p:sp>
      <p:sp>
        <p:nvSpPr>
          <p:cNvPr id="9151" name="Google Shape;9151;p44"/>
          <p:cNvSpPr txBox="1">
            <a:spLocks noGrp="1"/>
          </p:cNvSpPr>
          <p:nvPr>
            <p:ph type="body" idx="1"/>
          </p:nvPr>
        </p:nvSpPr>
        <p:spPr>
          <a:xfrm>
            <a:off x="3943349" y="1244297"/>
            <a:ext cx="4800599" cy="342573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r>
              <a:rPr lang="en-MY" sz="1600" b="1" dirty="0"/>
              <a:t>Location:</a:t>
            </a:r>
            <a:r>
              <a:rPr lang="en-MY" sz="1600" dirty="0"/>
              <a:t> LOT 4427, Jalan Delima 12, Taman Bukit Melaka, Bukit </a:t>
            </a:r>
            <a:r>
              <a:rPr lang="en-MY" sz="1600" dirty="0" err="1"/>
              <a:t>Beruang</a:t>
            </a:r>
            <a:r>
              <a:rPr lang="en-MY" sz="1600" dirty="0"/>
              <a:t>, 75450 Melaka.</a:t>
            </a:r>
          </a:p>
          <a:p>
            <a:r>
              <a:rPr lang="en-MY" sz="1600" b="1" dirty="0"/>
              <a:t>Operations:</a:t>
            </a:r>
            <a:r>
              <a:rPr lang="en-MY" sz="1600" dirty="0"/>
              <a:t> Open daily 11am-12am; ~25 stalls offering diverse cuisines (Chinese, Indian, Western, etc.).</a:t>
            </a:r>
          </a:p>
          <a:p>
            <a:r>
              <a:rPr lang="en-MY" sz="1600" b="1" dirty="0"/>
              <a:t>Management:</a:t>
            </a:r>
            <a:r>
              <a:rPr lang="en-MY" sz="1600" dirty="0"/>
              <a:t> Central team handles maintenance, rentals; Stalls independent.</a:t>
            </a:r>
          </a:p>
          <a:p>
            <a:r>
              <a:rPr lang="en-MY" sz="1600" b="1" dirty="0"/>
              <a:t>Unique Features:</a:t>
            </a:r>
            <a:r>
              <a:rPr lang="en-MY" sz="1600" dirty="0"/>
              <a:t> Near residences/schools; Promotions (e.g., student discounts); Basic facilities (seating, restrooms, parking).</a:t>
            </a:r>
          </a:p>
          <a:p>
            <a:r>
              <a:rPr lang="en-MY" sz="1600" b="1" dirty="0"/>
              <a:t>Opportunities:</a:t>
            </a:r>
            <a:r>
              <a:rPr lang="en-MY" sz="1600" dirty="0"/>
              <a:t> Manual processes ripe for ERP modernization.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EB07FC6-49F5-718E-6E22-6DA30149E7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706" y="2095499"/>
            <a:ext cx="3141643" cy="1497606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4E4DDA8-E42D-410A-207D-E1A5B1EBA430}"/>
              </a:ext>
            </a:extLst>
          </p:cNvPr>
          <p:cNvSpPr txBox="1"/>
          <p:nvPr/>
        </p:nvSpPr>
        <p:spPr>
          <a:xfrm>
            <a:off x="1722295" y="809897"/>
            <a:ext cx="569941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27000" indent="0" algn="ctr">
              <a:buNone/>
            </a:pPr>
            <a:r>
              <a:rPr lang="en-US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Madam Yan Bukit </a:t>
            </a:r>
            <a:r>
              <a:rPr lang="en-US" sz="1600" b="1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Beruang</a:t>
            </a:r>
            <a:r>
              <a:rPr lang="en-US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Food Court Overview</a:t>
            </a:r>
            <a:endParaRPr lang="en-MY" sz="1600" b="1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7" name="Google Shape;9157;p45"/>
          <p:cNvSpPr txBox="1">
            <a:spLocks noGrp="1"/>
          </p:cNvSpPr>
          <p:nvPr>
            <p:ph type="title" idx="4"/>
          </p:nvPr>
        </p:nvSpPr>
        <p:spPr>
          <a:xfrm>
            <a:off x="719999" y="496388"/>
            <a:ext cx="7704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MY" dirty="0"/>
              <a:t>Current Business Processes</a:t>
            </a:r>
            <a:endParaRPr dirty="0"/>
          </a:p>
        </p:txBody>
      </p:sp>
      <p:sp>
        <p:nvSpPr>
          <p:cNvPr id="7" name="Subtitle 6">
            <a:extLst>
              <a:ext uri="{FF2B5EF4-FFF2-40B4-BE49-F238E27FC236}">
                <a16:creationId xmlns:a16="http://schemas.microsoft.com/office/drawing/2014/main" id="{BB972024-0D05-AE08-A02E-79F7DA0CC2A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26645" y="1154668"/>
            <a:ext cx="7290707" cy="3492444"/>
          </a:xfrm>
        </p:spPr>
        <p:txBody>
          <a:bodyPr/>
          <a:lstStyle/>
          <a:p>
            <a:pPr algn="l">
              <a:lnSpc>
                <a:spcPct val="150000"/>
              </a:lnSpc>
              <a:buNone/>
            </a:pPr>
            <a:r>
              <a:rPr lang="en-US" sz="1600" b="1" u="sng" dirty="0">
                <a:effectLst/>
              </a:rPr>
              <a:t>Overview of Daily Operations</a:t>
            </a:r>
            <a:endParaRPr lang="en-US" sz="1600" u="sng" dirty="0">
              <a:effectLst/>
            </a:endParaRPr>
          </a:p>
          <a:p>
            <a:pPr marL="425450" indent="-285750"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600" b="1" dirty="0"/>
              <a:t>Opening &amp; Preparation:</a:t>
            </a:r>
            <a:r>
              <a:rPr lang="en-US" sz="1600" dirty="0"/>
              <a:t> Stall setup, common area cleaning.</a:t>
            </a:r>
          </a:p>
          <a:p>
            <a:pPr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600" b="1" dirty="0"/>
              <a:t>Inventory &amp; Procurement:</a:t>
            </a:r>
            <a:r>
              <a:rPr lang="en-US" sz="1600" dirty="0"/>
              <a:t> Decentralized purchasing via calls/texts; Manual tracking.</a:t>
            </a:r>
          </a:p>
          <a:p>
            <a:pPr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600" b="1" dirty="0"/>
              <a:t>Customer Ordering &amp; Payment:</a:t>
            </a:r>
            <a:r>
              <a:rPr lang="en-US" sz="1600" dirty="0"/>
              <a:t> Per-stall queues; Cash/e-wallet; No central tracking.</a:t>
            </a:r>
          </a:p>
          <a:p>
            <a:pPr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600" b="1" dirty="0"/>
              <a:t>Cleaning &amp; Maintenance:</a:t>
            </a:r>
            <a:r>
              <a:rPr lang="en-US" sz="1600" dirty="0"/>
              <a:t> Ongoing shared tasks; Reactive fixes.</a:t>
            </a:r>
          </a:p>
          <a:p>
            <a:pPr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600" b="1" dirty="0"/>
              <a:t>Financial Management:</a:t>
            </a:r>
            <a:r>
              <a:rPr lang="en-US" sz="1600" dirty="0"/>
              <a:t> Manual sales records; Monthly fee collection.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0" name="Google Shape;9200;p46"/>
          <p:cNvSpPr txBox="1">
            <a:spLocks noGrp="1"/>
          </p:cNvSpPr>
          <p:nvPr>
            <p:ph type="title"/>
          </p:nvPr>
        </p:nvSpPr>
        <p:spPr>
          <a:xfrm>
            <a:off x="719999" y="620486"/>
            <a:ext cx="7704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MY" dirty="0"/>
              <a:t>Challenges and Inefficiencies</a:t>
            </a:r>
            <a:endParaRPr dirty="0"/>
          </a:p>
        </p:txBody>
      </p:sp>
      <p:sp>
        <p:nvSpPr>
          <p:cNvPr id="14" name="Subtitle 6">
            <a:extLst>
              <a:ext uri="{FF2B5EF4-FFF2-40B4-BE49-F238E27FC236}">
                <a16:creationId xmlns:a16="http://schemas.microsoft.com/office/drawing/2014/main" id="{5BE027E5-B1AB-994D-D831-18B3E1D4855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26645" y="1338942"/>
            <a:ext cx="7290707" cy="3118757"/>
          </a:xfrm>
        </p:spPr>
        <p:txBody>
          <a:bodyPr/>
          <a:lstStyle/>
          <a:p>
            <a:pPr algn="l">
              <a:lnSpc>
                <a:spcPct val="150000"/>
              </a:lnSpc>
              <a:buNone/>
            </a:pPr>
            <a:r>
              <a:rPr lang="en-US" sz="1600" b="1" u="sng" dirty="0">
                <a:effectLst/>
              </a:rPr>
              <a:t>Key Operational Issues</a:t>
            </a:r>
            <a:endParaRPr lang="en-US" sz="1600" u="sng" dirty="0">
              <a:effectLst/>
            </a:endParaRPr>
          </a:p>
          <a:p>
            <a:pPr marL="425450" indent="-285750"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600" b="1" dirty="0"/>
              <a:t>Fragmented Operations:</a:t>
            </a:r>
            <a:r>
              <a:rPr lang="en-US" sz="1600" dirty="0"/>
              <a:t> Inconsistent stall processes; Lack of integration.</a:t>
            </a:r>
          </a:p>
          <a:p>
            <a:pPr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600" b="1" dirty="0"/>
              <a:t>Weak Sales Visibility:</a:t>
            </a:r>
            <a:r>
              <a:rPr lang="en-US" sz="1600" dirty="0"/>
              <a:t> Manual cash reporting; No real-time data.</a:t>
            </a:r>
          </a:p>
          <a:p>
            <a:pPr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600" b="1" dirty="0"/>
              <a:t>Inventory Inefficiencies:</a:t>
            </a:r>
            <a:r>
              <a:rPr lang="en-US" sz="1600" dirty="0"/>
              <a:t> Guesswork-based procurement; Waste/stock-outs.</a:t>
            </a:r>
          </a:p>
          <a:p>
            <a:pPr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600" b="1" dirty="0"/>
              <a:t>Service Bottlenecks:</a:t>
            </a:r>
            <a:r>
              <a:rPr lang="en-US" sz="1600" dirty="0"/>
              <a:t> Queue congestion during peaks; Order errors.</a:t>
            </a:r>
          </a:p>
          <a:p>
            <a:pPr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1600" b="1" dirty="0"/>
              <a:t>Shared-Area Issues:</a:t>
            </a:r>
            <a:r>
              <a:rPr lang="en-US" sz="1600" dirty="0"/>
              <a:t> Reactive maintenance; Overflowing waste.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34A37563-F28B-A0F7-A613-DC83B16B0C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542778" y="1897176"/>
            <a:ext cx="1349148" cy="1349148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4" name="Google Shape;9254;p47"/>
          <p:cNvSpPr txBox="1">
            <a:spLocks noGrp="1"/>
          </p:cNvSpPr>
          <p:nvPr>
            <p:ph type="title" idx="8"/>
          </p:nvPr>
        </p:nvSpPr>
        <p:spPr>
          <a:xfrm>
            <a:off x="720000" y="365760"/>
            <a:ext cx="7704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MY" dirty="0"/>
              <a:t>Relevant SAP ERP Modules</a:t>
            </a:r>
            <a:endParaRPr dirty="0"/>
          </a:p>
        </p:txBody>
      </p:sp>
      <p:sp>
        <p:nvSpPr>
          <p:cNvPr id="18" name="Subtitle 6">
            <a:extLst>
              <a:ext uri="{FF2B5EF4-FFF2-40B4-BE49-F238E27FC236}">
                <a16:creationId xmlns:a16="http://schemas.microsoft.com/office/drawing/2014/main" id="{B6BFDD57-6567-B85C-6789-FA13849092F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8550" y="976285"/>
            <a:ext cx="3939269" cy="400051"/>
          </a:xfrm>
        </p:spPr>
        <p:txBody>
          <a:bodyPr/>
          <a:lstStyle/>
          <a:p>
            <a:pPr algn="l">
              <a:buNone/>
            </a:pPr>
            <a:r>
              <a:rPr lang="en-US" sz="1600" b="1" dirty="0">
                <a:effectLst/>
              </a:rPr>
              <a:t>Proposed SAP Modules &amp; Rationale</a:t>
            </a:r>
            <a:endParaRPr lang="en-US" sz="1600" dirty="0"/>
          </a:p>
        </p:txBody>
      </p:sp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5F65B1AC-6F08-483F-1831-71C8D50BE8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4213719"/>
              </p:ext>
            </p:extLst>
          </p:nvPr>
        </p:nvGraphicFramePr>
        <p:xfrm>
          <a:off x="720000" y="1568790"/>
          <a:ext cx="7712076" cy="3108960"/>
        </p:xfrm>
        <a:graphic>
          <a:graphicData uri="http://schemas.openxmlformats.org/drawingml/2006/table">
            <a:tbl>
              <a:tblPr>
                <a:tableStyleId>{775DCB02-9BB8-47FD-8907-85C794F793BA}</a:tableStyleId>
              </a:tblPr>
              <a:tblGrid>
                <a:gridCol w="2570692">
                  <a:extLst>
                    <a:ext uri="{9D8B030D-6E8A-4147-A177-3AD203B41FA5}">
                      <a16:colId xmlns:a16="http://schemas.microsoft.com/office/drawing/2014/main" val="3912990140"/>
                    </a:ext>
                  </a:extLst>
                </a:gridCol>
                <a:gridCol w="2570692">
                  <a:extLst>
                    <a:ext uri="{9D8B030D-6E8A-4147-A177-3AD203B41FA5}">
                      <a16:colId xmlns:a16="http://schemas.microsoft.com/office/drawing/2014/main" val="1607963623"/>
                    </a:ext>
                  </a:extLst>
                </a:gridCol>
                <a:gridCol w="2570692">
                  <a:extLst>
                    <a:ext uri="{9D8B030D-6E8A-4147-A177-3AD203B41FA5}">
                      <a16:colId xmlns:a16="http://schemas.microsoft.com/office/drawing/2014/main" val="3364130351"/>
                    </a:ext>
                  </a:extLst>
                </a:gridCol>
              </a:tblGrid>
              <a:tr h="30480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MY" sz="1400" b="1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Module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MY" sz="1400" b="1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Target Challenge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MY" sz="1400" b="1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Key Solutions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5741335"/>
                  </a:ext>
                </a:extLst>
              </a:tr>
              <a:tr h="5181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SD (Sales &amp; Distribution)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Fragmented orders, queues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Centralized POS/QR ordering; Dynamic promotions.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8556500"/>
                  </a:ext>
                </a:extLst>
              </a:tr>
              <a:tr h="5181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MM (Materials Management)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Inventory waste, procurement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Reorder planning; Vendor aggregation; Waste tracking.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722609"/>
                  </a:ext>
                </a:extLst>
              </a:tr>
              <a:tr h="5181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FI (Financial Accounting)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Sales visibility, errors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Real-time revenue; Profitability analysis.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9173674"/>
                  </a:ext>
                </a:extLst>
              </a:tr>
              <a:tr h="5181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PM (Plant Maintenance)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Maintenance issues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Preventive schedules; Hygiene tasks.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6203045"/>
                  </a:ext>
                </a:extLst>
              </a:tr>
              <a:tr h="5181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HCM (Human Capital Management)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Staffing inefficiencies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Shift planning; Training management.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16516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3" name="Google Shape;9333;p48"/>
          <p:cNvSpPr txBox="1">
            <a:spLocks noGrp="1"/>
          </p:cNvSpPr>
          <p:nvPr>
            <p:ph type="title" idx="15"/>
          </p:nvPr>
        </p:nvSpPr>
        <p:spPr>
          <a:xfrm>
            <a:off x="720000" y="618853"/>
            <a:ext cx="7704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MY" dirty="0"/>
              <a:t>ERP Implementation Plan</a:t>
            </a:r>
            <a:endParaRPr dirty="0"/>
          </a:p>
        </p:txBody>
      </p:sp>
      <p:sp>
        <p:nvSpPr>
          <p:cNvPr id="26" name="Subtitle 6">
            <a:extLst>
              <a:ext uri="{FF2B5EF4-FFF2-40B4-BE49-F238E27FC236}">
                <a16:creationId xmlns:a16="http://schemas.microsoft.com/office/drawing/2014/main" id="{9FCE7C97-8FB5-A0A2-D813-49A79988F0D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20000" y="1338942"/>
            <a:ext cx="7704000" cy="3118757"/>
          </a:xfrm>
        </p:spPr>
        <p:txBody>
          <a:bodyPr/>
          <a:lstStyle/>
          <a:p>
            <a:pPr algn="l">
              <a:lnSpc>
                <a:spcPct val="150000"/>
              </a:lnSpc>
              <a:buNone/>
            </a:pPr>
            <a:r>
              <a:rPr lang="en-US" sz="1800" b="1" u="sng" dirty="0">
                <a:effectLst/>
              </a:rPr>
              <a:t>Phased Deployment Approach</a:t>
            </a:r>
            <a:endParaRPr lang="en-US" sz="1800" u="sng" dirty="0">
              <a:effectLst/>
            </a:endParaRPr>
          </a:p>
          <a:p>
            <a:pPr algn="l">
              <a:lnSpc>
                <a:spcPct val="150000"/>
              </a:lnSpc>
              <a:buFont typeface="+mj-lt"/>
              <a:buAutoNum type="arabicPeriod"/>
            </a:pPr>
            <a:r>
              <a:rPr lang="en-US" sz="1800" b="1" dirty="0"/>
              <a:t>Preparation &amp; Planning:</a:t>
            </a:r>
            <a:r>
              <a:rPr lang="en-US" sz="1800" dirty="0"/>
              <a:t> Form team, define scope, collect data.</a:t>
            </a:r>
          </a:p>
          <a:p>
            <a:pPr algn="l">
              <a:lnSpc>
                <a:spcPct val="150000"/>
              </a:lnSpc>
              <a:buFont typeface="+mj-lt"/>
              <a:buAutoNum type="arabicPeriod"/>
            </a:pPr>
            <a:r>
              <a:rPr lang="en-US" sz="1800" b="1" dirty="0"/>
              <a:t>Configuration &amp; Migration:</a:t>
            </a:r>
            <a:r>
              <a:rPr lang="en-US" sz="1800" dirty="0"/>
              <a:t> Set up modules, migrate data.</a:t>
            </a:r>
          </a:p>
          <a:p>
            <a:pPr algn="l">
              <a:lnSpc>
                <a:spcPct val="150000"/>
              </a:lnSpc>
              <a:buFont typeface="+mj-lt"/>
              <a:buAutoNum type="arabicPeriod"/>
            </a:pPr>
            <a:r>
              <a:rPr lang="en-US" sz="1800" b="1" dirty="0"/>
              <a:t>Testing &amp; Training:</a:t>
            </a:r>
            <a:r>
              <a:rPr lang="en-US" sz="1800" dirty="0"/>
              <a:t> Unit/integration tests; Hands-on user training; Pilot on select stalls.</a:t>
            </a:r>
          </a:p>
          <a:p>
            <a:pPr algn="l">
              <a:lnSpc>
                <a:spcPct val="150000"/>
              </a:lnSpc>
              <a:buFont typeface="+mj-lt"/>
              <a:buAutoNum type="arabicPeriod"/>
            </a:pPr>
            <a:r>
              <a:rPr lang="en-US" sz="1800" b="1" dirty="0"/>
              <a:t>Go-Live:</a:t>
            </a:r>
            <a:r>
              <a:rPr lang="en-US" sz="1800" dirty="0"/>
              <a:t> Deploy during low-traffic; On-site support.</a:t>
            </a:r>
          </a:p>
          <a:p>
            <a:pPr algn="l">
              <a:lnSpc>
                <a:spcPct val="150000"/>
              </a:lnSpc>
              <a:buFont typeface="+mj-lt"/>
              <a:buAutoNum type="arabicPeriod"/>
            </a:pPr>
            <a:r>
              <a:rPr lang="en-US" sz="1800" b="1" dirty="0"/>
              <a:t>Post-Support:</a:t>
            </a:r>
            <a:r>
              <a:rPr lang="en-US" sz="1800" dirty="0"/>
              <a:t> Audits, feedback, updates.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9333;p48">
            <a:extLst>
              <a:ext uri="{FF2B5EF4-FFF2-40B4-BE49-F238E27FC236}">
                <a16:creationId xmlns:a16="http://schemas.microsoft.com/office/drawing/2014/main" id="{45536FF9-CFE7-0355-B3A7-BA59F2B11AE7}"/>
              </a:ext>
            </a:extLst>
          </p:cNvPr>
          <p:cNvSpPr txBox="1">
            <a:spLocks/>
          </p:cNvSpPr>
          <p:nvPr/>
        </p:nvSpPr>
        <p:spPr>
          <a:xfrm>
            <a:off x="720000" y="618853"/>
            <a:ext cx="7704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MY" sz="3000" dirty="0">
                <a:solidFill>
                  <a:srgbClr val="B33C3C"/>
                </a:solidFill>
                <a:latin typeface="Bowlby One" panose="020B0604020202020204" charset="0"/>
              </a:rPr>
              <a:t>Expected Benefits</a:t>
            </a:r>
          </a:p>
        </p:txBody>
      </p:sp>
      <p:sp>
        <p:nvSpPr>
          <p:cNvPr id="7" name="Subtitle 6">
            <a:extLst>
              <a:ext uri="{FF2B5EF4-FFF2-40B4-BE49-F238E27FC236}">
                <a16:creationId xmlns:a16="http://schemas.microsoft.com/office/drawing/2014/main" id="{8802A5FA-FBBD-8DE2-61B7-8FC5FD5BFC9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20000" y="1338942"/>
            <a:ext cx="7704000" cy="1992087"/>
          </a:xfrm>
        </p:spPr>
        <p:txBody>
          <a:bodyPr/>
          <a:lstStyle/>
          <a:p>
            <a:pPr algn="l">
              <a:lnSpc>
                <a:spcPct val="150000"/>
              </a:lnSpc>
              <a:buNone/>
            </a:pPr>
            <a:r>
              <a:rPr lang="en-MY" sz="1600" b="1" u="sng" dirty="0">
                <a:effectLst/>
              </a:rPr>
              <a:t>Operational &amp; Financial Gains</a:t>
            </a:r>
            <a:endParaRPr lang="en-MY" sz="1600" u="sng" dirty="0">
              <a:effectLst/>
            </a:endParaRPr>
          </a:p>
          <a:p>
            <a:pPr marL="425450" indent="-285750" algn="l">
              <a:lnSpc>
                <a:spcPct val="150000"/>
              </a:lnSpc>
              <a:buSzPct val="175000"/>
              <a:buFont typeface="Arial" panose="020B0604020202020204" pitchFamily="34" charset="0"/>
              <a:buChar char="•"/>
            </a:pPr>
            <a:r>
              <a:rPr lang="en-MY" sz="1600" b="1" dirty="0"/>
              <a:t>Operational:</a:t>
            </a:r>
            <a:r>
              <a:rPr lang="en-MY" sz="1600" dirty="0"/>
              <a:t> Faster service, reduced errors, better inventory control.</a:t>
            </a:r>
          </a:p>
          <a:p>
            <a:pPr marL="425450" indent="-285750" algn="l">
              <a:lnSpc>
                <a:spcPct val="150000"/>
              </a:lnSpc>
              <a:buSzPct val="175000"/>
              <a:buFont typeface="Arial" panose="020B0604020202020204" pitchFamily="34" charset="0"/>
              <a:buChar char="•"/>
            </a:pPr>
            <a:r>
              <a:rPr lang="en-MY" sz="1600" b="1" dirty="0"/>
              <a:t>Financial:</a:t>
            </a:r>
            <a:r>
              <a:rPr lang="en-MY" sz="1600" dirty="0"/>
              <a:t> Real-time tracking, cost savings via bulk procurement.</a:t>
            </a:r>
          </a:p>
          <a:p>
            <a:pPr marL="425450" indent="-285750" algn="l">
              <a:lnSpc>
                <a:spcPct val="150000"/>
              </a:lnSpc>
              <a:buSzPct val="175000"/>
              <a:buFont typeface="Arial" panose="020B0604020202020204" pitchFamily="34" charset="0"/>
              <a:buChar char="•"/>
            </a:pPr>
            <a:r>
              <a:rPr lang="en-MY" sz="1600" b="1" dirty="0"/>
              <a:t>Environmental/Social:</a:t>
            </a:r>
            <a:r>
              <a:rPr lang="en-MY" sz="1600" dirty="0"/>
              <a:t> Less waste, improved hygiene; Paperless processes.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EEDCF450-FD96-8943-2286-A4A3C526D46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62401" y="3066405"/>
            <a:ext cx="3140527" cy="1707662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9254;p47">
            <a:extLst>
              <a:ext uri="{FF2B5EF4-FFF2-40B4-BE49-F238E27FC236}">
                <a16:creationId xmlns:a16="http://schemas.microsoft.com/office/drawing/2014/main" id="{5164C031-26DF-6EE3-1F5D-F76636FF7404}"/>
              </a:ext>
            </a:extLst>
          </p:cNvPr>
          <p:cNvSpPr txBox="1">
            <a:spLocks/>
          </p:cNvSpPr>
          <p:nvPr/>
        </p:nvSpPr>
        <p:spPr>
          <a:xfrm>
            <a:off x="720000" y="324912"/>
            <a:ext cx="7704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MY" sz="3000" b="1" dirty="0">
                <a:solidFill>
                  <a:srgbClr val="B33C3C"/>
                </a:solidFill>
                <a:latin typeface="Bowlby One" panose="020B0604020202020204" charset="0"/>
              </a:rPr>
              <a:t>SDG Impact</a:t>
            </a:r>
          </a:p>
        </p:txBody>
      </p:sp>
      <p:sp>
        <p:nvSpPr>
          <p:cNvPr id="7" name="Subtitle 6">
            <a:extLst>
              <a:ext uri="{FF2B5EF4-FFF2-40B4-BE49-F238E27FC236}">
                <a16:creationId xmlns:a16="http://schemas.microsoft.com/office/drawing/2014/main" id="{4588B52E-9ED3-6961-E302-A59821D4503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48103" y="938908"/>
            <a:ext cx="5484857" cy="400051"/>
          </a:xfrm>
        </p:spPr>
        <p:txBody>
          <a:bodyPr/>
          <a:lstStyle/>
          <a:p>
            <a:pPr algn="l">
              <a:buNone/>
            </a:pPr>
            <a:r>
              <a:rPr lang="en-US" sz="1600" b="1" dirty="0">
                <a:effectLst/>
              </a:rPr>
              <a:t>Supporting UN Sustainable Development Goals</a:t>
            </a:r>
            <a:endParaRPr lang="en-US" sz="1600" dirty="0"/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15710E69-B844-46F0-ED5F-DF0F308BAD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1157214"/>
              </p:ext>
            </p:extLst>
          </p:nvPr>
        </p:nvGraphicFramePr>
        <p:xfrm>
          <a:off x="629537" y="1524437"/>
          <a:ext cx="5114020" cy="3129205"/>
        </p:xfrm>
        <a:graphic>
          <a:graphicData uri="http://schemas.openxmlformats.org/drawingml/2006/table">
            <a:tbl>
              <a:tblPr>
                <a:tableStyleId>{E269D01E-BC32-4049-B463-5C60D7B0CCD2}</a:tableStyleId>
              </a:tblPr>
              <a:tblGrid>
                <a:gridCol w="629214">
                  <a:extLst>
                    <a:ext uri="{9D8B030D-6E8A-4147-A177-3AD203B41FA5}">
                      <a16:colId xmlns:a16="http://schemas.microsoft.com/office/drawing/2014/main" val="2202912566"/>
                    </a:ext>
                  </a:extLst>
                </a:gridCol>
                <a:gridCol w="1362355">
                  <a:extLst>
                    <a:ext uri="{9D8B030D-6E8A-4147-A177-3AD203B41FA5}">
                      <a16:colId xmlns:a16="http://schemas.microsoft.com/office/drawing/2014/main" val="1896045585"/>
                    </a:ext>
                  </a:extLst>
                </a:gridCol>
                <a:gridCol w="3122451">
                  <a:extLst>
                    <a:ext uri="{9D8B030D-6E8A-4147-A177-3AD203B41FA5}">
                      <a16:colId xmlns:a16="http://schemas.microsoft.com/office/drawing/2014/main" val="722161569"/>
                    </a:ext>
                  </a:extLst>
                </a:gridCol>
              </a:tblGrid>
              <a:tr h="433342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buNone/>
                      </a:pPr>
                      <a:r>
                        <a:rPr lang="en-MY" sz="1400" b="1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SDG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buNone/>
                      </a:pPr>
                      <a:r>
                        <a:rPr lang="en-MY" sz="1400" b="1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Description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buNone/>
                      </a:pPr>
                      <a:r>
                        <a:rPr lang="en-MY" sz="1400" b="1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ERP Contribution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0667418"/>
                  </a:ext>
                </a:extLst>
              </a:tr>
              <a:tr h="59499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Zero Hunger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Reduce food waste via inventory.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4800446"/>
                  </a:ext>
                </a:extLst>
              </a:tr>
              <a:tr h="433342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Good Health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Enhance hygiene/food safety.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0419113"/>
                  </a:ext>
                </a:extLst>
              </a:tr>
              <a:tr h="433342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Decent Work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Improve payroll/staff welfare.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3305160"/>
                  </a:ext>
                </a:extLst>
              </a:tr>
              <a:tr h="433342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Innovation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Digital transformation.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943149"/>
                  </a:ext>
                </a:extLst>
              </a:tr>
              <a:tr h="800840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12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Responsible Production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buNone/>
                      </a:pPr>
                      <a:r>
                        <a:rPr lang="en-MY" sz="14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Efficient resource use.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752905"/>
                  </a:ext>
                </a:extLst>
              </a:tr>
            </a:tbl>
          </a:graphicData>
        </a:graphic>
      </p:graphicFrame>
      <p:pic>
        <p:nvPicPr>
          <p:cNvPr id="12" name="Picture 11">
            <a:extLst>
              <a:ext uri="{FF2B5EF4-FFF2-40B4-BE49-F238E27FC236}">
                <a16:creationId xmlns:a16="http://schemas.microsoft.com/office/drawing/2014/main" id="{048488D9-3355-42F1-98C4-BE95A978906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32960" y="1836964"/>
            <a:ext cx="2726780" cy="1730829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75" name="Google Shape;9575;p57"/>
          <p:cNvSpPr txBox="1">
            <a:spLocks noGrp="1"/>
          </p:cNvSpPr>
          <p:nvPr>
            <p:ph type="title"/>
          </p:nvPr>
        </p:nvSpPr>
        <p:spPr>
          <a:xfrm>
            <a:off x="5036435" y="595993"/>
            <a:ext cx="3323791" cy="55419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Conclusion</a:t>
            </a:r>
            <a:endParaRPr dirty="0"/>
          </a:p>
        </p:txBody>
      </p:sp>
      <p:sp>
        <p:nvSpPr>
          <p:cNvPr id="9576" name="Google Shape;9576;p57"/>
          <p:cNvSpPr txBox="1">
            <a:spLocks noGrp="1"/>
          </p:cNvSpPr>
          <p:nvPr>
            <p:ph type="subTitle" idx="1"/>
          </p:nvPr>
        </p:nvSpPr>
        <p:spPr>
          <a:xfrm>
            <a:off x="5118078" y="1307304"/>
            <a:ext cx="3323791" cy="308763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US" sz="1600" dirty="0"/>
              <a:t>ERP will transform manual processes into integrated, efficient operations.</a:t>
            </a:r>
          </a:p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US" sz="1600" dirty="0"/>
              <a:t>Benefits: Efficiency, cost savings, sustainability.</a:t>
            </a:r>
          </a:p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US" sz="1600" dirty="0"/>
              <a:t>Call to Action: Approve implementation; Schedule pilot.</a:t>
            </a:r>
            <a:endParaRPr sz="1600" dirty="0"/>
          </a:p>
        </p:txBody>
      </p:sp>
      <p:grpSp>
        <p:nvGrpSpPr>
          <p:cNvPr id="9577" name="Google Shape;9577;p57"/>
          <p:cNvGrpSpPr/>
          <p:nvPr/>
        </p:nvGrpSpPr>
        <p:grpSpPr>
          <a:xfrm rot="16200000">
            <a:off x="1638151" y="735606"/>
            <a:ext cx="2697276" cy="3672287"/>
            <a:chOff x="1655550" y="790900"/>
            <a:chExt cx="2510262" cy="3417671"/>
          </a:xfrm>
        </p:grpSpPr>
        <p:sp>
          <p:nvSpPr>
            <p:cNvPr id="9578" name="Google Shape;9578;p57"/>
            <p:cNvSpPr/>
            <p:nvPr/>
          </p:nvSpPr>
          <p:spPr>
            <a:xfrm>
              <a:off x="1655550" y="790900"/>
              <a:ext cx="2510262" cy="3417671"/>
            </a:xfrm>
            <a:custGeom>
              <a:avLst/>
              <a:gdLst/>
              <a:ahLst/>
              <a:cxnLst/>
              <a:rect l="l" t="t" r="r" b="b"/>
              <a:pathLst>
                <a:path w="143096" h="190426" extrusionOk="0">
                  <a:moveTo>
                    <a:pt x="2914" y="0"/>
                  </a:moveTo>
                  <a:cubicBezTo>
                    <a:pt x="1280" y="0"/>
                    <a:pt x="0" y="1281"/>
                    <a:pt x="0" y="2914"/>
                  </a:cubicBezTo>
                  <a:lnTo>
                    <a:pt x="0" y="187512"/>
                  </a:lnTo>
                  <a:cubicBezTo>
                    <a:pt x="0" y="189101"/>
                    <a:pt x="1280" y="190426"/>
                    <a:pt x="2914" y="190426"/>
                  </a:cubicBezTo>
                  <a:lnTo>
                    <a:pt x="140182" y="190426"/>
                  </a:lnTo>
                  <a:cubicBezTo>
                    <a:pt x="141771" y="190426"/>
                    <a:pt x="143096" y="189101"/>
                    <a:pt x="143096" y="187512"/>
                  </a:cubicBezTo>
                  <a:lnTo>
                    <a:pt x="143096" y="2914"/>
                  </a:lnTo>
                  <a:cubicBezTo>
                    <a:pt x="143096" y="1281"/>
                    <a:pt x="141771" y="0"/>
                    <a:pt x="1401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dist="952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57"/>
            <p:cNvSpPr/>
            <p:nvPr/>
          </p:nvSpPr>
          <p:spPr>
            <a:xfrm>
              <a:off x="1735300" y="886765"/>
              <a:ext cx="2350730" cy="3115776"/>
            </a:xfrm>
            <a:custGeom>
              <a:avLst/>
              <a:gdLst/>
              <a:ahLst/>
              <a:cxnLst/>
              <a:rect l="l" t="t" r="r" b="b"/>
              <a:pathLst>
                <a:path w="134002" h="173605" extrusionOk="0">
                  <a:moveTo>
                    <a:pt x="1" y="1"/>
                  </a:moveTo>
                  <a:lnTo>
                    <a:pt x="1" y="53821"/>
                  </a:lnTo>
                  <a:lnTo>
                    <a:pt x="1" y="127599"/>
                  </a:lnTo>
                  <a:lnTo>
                    <a:pt x="1" y="173605"/>
                  </a:lnTo>
                  <a:lnTo>
                    <a:pt x="134001" y="173605"/>
                  </a:lnTo>
                  <a:lnTo>
                    <a:pt x="134001" y="34615"/>
                  </a:lnTo>
                  <a:lnTo>
                    <a:pt x="1340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6C93BD44-50FB-2712-0EF2-2E1383824D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73861" y="1427625"/>
            <a:ext cx="3430698" cy="2288249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" name="Google Shape;9523;p53"/>
          <p:cNvSpPr txBox="1">
            <a:spLocks noGrp="1"/>
          </p:cNvSpPr>
          <p:nvPr>
            <p:ph type="title"/>
          </p:nvPr>
        </p:nvSpPr>
        <p:spPr>
          <a:xfrm>
            <a:off x="1393350" y="873578"/>
            <a:ext cx="6357300" cy="339634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500" dirty="0"/>
              <a:t>THANK YOU</a:t>
            </a:r>
            <a:endParaRPr sz="11500" dirty="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It's Lunch Time! by Slidesgo">
  <a:themeElements>
    <a:clrScheme name="Simple Light">
      <a:dk1>
        <a:srgbClr val="70311C"/>
      </a:dk1>
      <a:lt1>
        <a:srgbClr val="313131"/>
      </a:lt1>
      <a:dk2>
        <a:srgbClr val="DE8B54"/>
      </a:dk2>
      <a:lt2>
        <a:srgbClr val="E9BA79"/>
      </a:lt2>
      <a:accent1>
        <a:srgbClr val="FFD18E"/>
      </a:accent1>
      <a:accent2>
        <a:srgbClr val="FFB500"/>
      </a:accent2>
      <a:accent3>
        <a:srgbClr val="B33C3C"/>
      </a:accent3>
      <a:accent4>
        <a:srgbClr val="EFF4FF"/>
      </a:accent4>
      <a:accent5>
        <a:srgbClr val="BDCBF8"/>
      </a:accent5>
      <a:accent6>
        <a:srgbClr val="849B44"/>
      </a:accent6>
      <a:hlink>
        <a:srgbClr val="31313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</TotalTime>
  <Words>628</Words>
  <Application>Microsoft Office PowerPoint</Application>
  <PresentationFormat>On-screen Show (16:9)</PresentationFormat>
  <Paragraphs>102</Paragraphs>
  <Slides>11</Slides>
  <Notes>11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</vt:i4>
      </vt:variant>
    </vt:vector>
  </HeadingPairs>
  <TitlesOfParts>
    <vt:vector size="18" baseType="lpstr">
      <vt:lpstr>Bowlby One</vt:lpstr>
      <vt:lpstr>Arial</vt:lpstr>
      <vt:lpstr>Nunito Light</vt:lpstr>
      <vt:lpstr>Roboto</vt:lpstr>
      <vt:lpstr>Loved by the King</vt:lpstr>
      <vt:lpstr>Open Sans</vt:lpstr>
      <vt:lpstr>It's Lunch Time! by Slidesgo</vt:lpstr>
      <vt:lpstr>TER 6223  Enterprise Resource Planning</vt:lpstr>
      <vt:lpstr>Learning Reflection</vt:lpstr>
      <vt:lpstr>Introduction to the Business</vt:lpstr>
      <vt:lpstr>Current Business Processes</vt:lpstr>
      <vt:lpstr>Challenges and Inefficiencies</vt:lpstr>
      <vt:lpstr>Relevant SAP ERP Modules</vt:lpstr>
      <vt:lpstr>ERP Implementation Plan</vt:lpstr>
      <vt:lpstr>PowerPoint Presentation</vt:lpstr>
      <vt:lpstr>PowerPoint Presentation</vt:lpstr>
      <vt:lpstr>Conclusion</vt:lpstr>
      <vt:lpstr>THANK YOU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User</dc:creator>
  <cp:lastModifiedBy>TEH WEI YUN</cp:lastModifiedBy>
  <cp:revision>2</cp:revision>
  <dcterms:modified xsi:type="dcterms:W3CDTF">2026-02-04T03:50:05Z</dcterms:modified>
</cp:coreProperties>
</file>